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5"/>
  </p:notesMasterIdLst>
  <p:sldIdLst>
    <p:sldId id="256" r:id="rId2"/>
    <p:sldId id="257" r:id="rId3"/>
    <p:sldId id="258" r:id="rId4"/>
    <p:sldId id="282" r:id="rId5"/>
    <p:sldId id="285" r:id="rId6"/>
    <p:sldId id="284" r:id="rId7"/>
    <p:sldId id="259" r:id="rId8"/>
    <p:sldId id="286" r:id="rId9"/>
    <p:sldId id="288" r:id="rId10"/>
    <p:sldId id="260" r:id="rId11"/>
    <p:sldId id="265" r:id="rId12"/>
    <p:sldId id="266" r:id="rId13"/>
    <p:sldId id="267" r:id="rId14"/>
    <p:sldId id="268" r:id="rId15"/>
    <p:sldId id="270" r:id="rId16"/>
    <p:sldId id="272" r:id="rId17"/>
    <p:sldId id="271" r:id="rId18"/>
    <p:sldId id="274" r:id="rId19"/>
    <p:sldId id="275" r:id="rId20"/>
    <p:sldId id="276" r:id="rId21"/>
    <p:sldId id="277" r:id="rId22"/>
    <p:sldId id="279" r:id="rId23"/>
    <p:sldId id="28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6B4490-5FA8-7192-B1F5-2A0DB4C4624D}" name="Ayala Gottfried" initials="AG" userId="c17bd24936a7b4a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23F802-C855-4527-9DC5-6280856E67F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631E701-8DB8-40F5-8445-9EA8122795F7}">
      <dgm:prSet/>
      <dgm:spPr/>
      <dgm:t>
        <a:bodyPr/>
        <a:lstStyle/>
        <a:p>
          <a:pPr>
            <a:defRPr cap="all"/>
          </a:pPr>
          <a:r>
            <a:rPr lang="en-US"/>
            <a:t>Reading requests</a:t>
          </a:r>
        </a:p>
      </dgm:t>
    </dgm:pt>
    <dgm:pt modelId="{8441726E-F411-464D-A5C5-6ABE12385B6C}" type="parTrans" cxnId="{FF4FDD71-D0B7-44D8-AAE4-52B3A536D0E0}">
      <dgm:prSet/>
      <dgm:spPr/>
      <dgm:t>
        <a:bodyPr/>
        <a:lstStyle/>
        <a:p>
          <a:endParaRPr lang="en-US"/>
        </a:p>
      </dgm:t>
    </dgm:pt>
    <dgm:pt modelId="{05CE2066-3474-4F59-8D54-DED2071BF429}" type="sibTrans" cxnId="{FF4FDD71-D0B7-44D8-AAE4-52B3A536D0E0}">
      <dgm:prSet/>
      <dgm:spPr/>
      <dgm:t>
        <a:bodyPr/>
        <a:lstStyle/>
        <a:p>
          <a:endParaRPr lang="en-US"/>
        </a:p>
      </dgm:t>
    </dgm:pt>
    <dgm:pt modelId="{D6F1C4C4-77D2-4CF9-889A-4D224B60C183}">
      <dgm:prSet/>
      <dgm:spPr/>
      <dgm:t>
        <a:bodyPr/>
        <a:lstStyle/>
        <a:p>
          <a:pPr>
            <a:defRPr cap="all"/>
          </a:pPr>
          <a:r>
            <a:rPr lang="en-US"/>
            <a:t>Validation</a:t>
          </a:r>
        </a:p>
      </dgm:t>
    </dgm:pt>
    <dgm:pt modelId="{47EAF59E-125C-4973-B959-A1D973A28BC0}" type="parTrans" cxnId="{453F82D1-4AD1-4143-8A99-0B193E6A749D}">
      <dgm:prSet/>
      <dgm:spPr/>
      <dgm:t>
        <a:bodyPr/>
        <a:lstStyle/>
        <a:p>
          <a:endParaRPr lang="en-US"/>
        </a:p>
      </dgm:t>
    </dgm:pt>
    <dgm:pt modelId="{ABFBA895-F852-47AA-972F-1A11C85B45EB}" type="sibTrans" cxnId="{453F82D1-4AD1-4143-8A99-0B193E6A749D}">
      <dgm:prSet/>
      <dgm:spPr/>
      <dgm:t>
        <a:bodyPr/>
        <a:lstStyle/>
        <a:p>
          <a:endParaRPr lang="en-US"/>
        </a:p>
      </dgm:t>
    </dgm:pt>
    <dgm:pt modelId="{D1968CF4-8361-4165-B9F8-5353D13979A2}">
      <dgm:prSet/>
      <dgm:spPr/>
      <dgm:t>
        <a:bodyPr/>
        <a:lstStyle/>
        <a:p>
          <a:pPr>
            <a:defRPr cap="all"/>
          </a:pPr>
          <a:r>
            <a:rPr lang="en-US" dirty="0"/>
            <a:t>Invoking SERVICES</a:t>
          </a:r>
        </a:p>
      </dgm:t>
    </dgm:pt>
    <dgm:pt modelId="{652E5298-7E00-4DE2-8910-87E055750AC9}" type="parTrans" cxnId="{AD885A60-1B3B-440E-B2B5-AA2C4E7D27AC}">
      <dgm:prSet/>
      <dgm:spPr/>
      <dgm:t>
        <a:bodyPr/>
        <a:lstStyle/>
        <a:p>
          <a:endParaRPr lang="en-US"/>
        </a:p>
      </dgm:t>
    </dgm:pt>
    <dgm:pt modelId="{5DB3C106-954B-464F-B89A-AB6A593E6AF7}" type="sibTrans" cxnId="{AD885A60-1B3B-440E-B2B5-AA2C4E7D27AC}">
      <dgm:prSet/>
      <dgm:spPr/>
      <dgm:t>
        <a:bodyPr/>
        <a:lstStyle/>
        <a:p>
          <a:endParaRPr lang="en-US"/>
        </a:p>
      </dgm:t>
    </dgm:pt>
    <dgm:pt modelId="{2C937E6C-A168-45A5-980C-3F7F8CA00041}">
      <dgm:prSet/>
      <dgm:spPr/>
      <dgm:t>
        <a:bodyPr/>
        <a:lstStyle/>
        <a:p>
          <a:pPr>
            <a:defRPr cap="all"/>
          </a:pPr>
          <a:r>
            <a:rPr lang="en-US"/>
            <a:t>Preparing response</a:t>
          </a:r>
        </a:p>
      </dgm:t>
    </dgm:pt>
    <dgm:pt modelId="{9E2AFD57-CBAC-4C14-A127-9C708C008BAA}" type="parTrans" cxnId="{44CC15B2-A0B5-484B-BD8D-417354BCB75E}">
      <dgm:prSet/>
      <dgm:spPr/>
      <dgm:t>
        <a:bodyPr/>
        <a:lstStyle/>
        <a:p>
          <a:endParaRPr lang="en-US"/>
        </a:p>
      </dgm:t>
    </dgm:pt>
    <dgm:pt modelId="{81004C10-9559-44B9-9DE3-D443F8632F2F}" type="sibTrans" cxnId="{44CC15B2-A0B5-484B-BD8D-417354BCB75E}">
      <dgm:prSet/>
      <dgm:spPr/>
      <dgm:t>
        <a:bodyPr/>
        <a:lstStyle/>
        <a:p>
          <a:endParaRPr lang="en-US"/>
        </a:p>
      </dgm:t>
    </dgm:pt>
    <dgm:pt modelId="{5E17DBC0-6BD7-4943-B964-023C8AE3AB6E}" type="pres">
      <dgm:prSet presAssocID="{2423F802-C855-4527-9DC5-6280856E67FA}" presName="root" presStyleCnt="0">
        <dgm:presLayoutVars>
          <dgm:dir/>
          <dgm:resizeHandles val="exact"/>
        </dgm:presLayoutVars>
      </dgm:prSet>
      <dgm:spPr/>
    </dgm:pt>
    <dgm:pt modelId="{3916613E-5E60-41DD-814D-907B85831AB8}" type="pres">
      <dgm:prSet presAssocID="{D631E701-8DB8-40F5-8445-9EA8122795F7}" presName="compNode" presStyleCnt="0"/>
      <dgm:spPr/>
    </dgm:pt>
    <dgm:pt modelId="{9E9E3DC5-DD06-4992-9103-9B4424B842BC}" type="pres">
      <dgm:prSet presAssocID="{D631E701-8DB8-40F5-8445-9EA8122795F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CF92564-B038-496F-9E3F-4E5608364FFB}" type="pres">
      <dgm:prSet presAssocID="{D631E701-8DB8-40F5-8445-9EA8122795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314C5C3-10ED-4343-A4C7-4CE47520872A}" type="pres">
      <dgm:prSet presAssocID="{D631E701-8DB8-40F5-8445-9EA8122795F7}" presName="spaceRect" presStyleCnt="0"/>
      <dgm:spPr/>
    </dgm:pt>
    <dgm:pt modelId="{F749EF5E-54D4-4136-8D5C-615F8E1E880C}" type="pres">
      <dgm:prSet presAssocID="{D631E701-8DB8-40F5-8445-9EA8122795F7}" presName="textRect" presStyleLbl="revTx" presStyleIdx="0" presStyleCnt="4">
        <dgm:presLayoutVars>
          <dgm:chMax val="1"/>
          <dgm:chPref val="1"/>
        </dgm:presLayoutVars>
      </dgm:prSet>
      <dgm:spPr/>
    </dgm:pt>
    <dgm:pt modelId="{9A27E738-20AA-4E5B-9BFA-5E3672A81583}" type="pres">
      <dgm:prSet presAssocID="{05CE2066-3474-4F59-8D54-DED2071BF429}" presName="sibTrans" presStyleCnt="0"/>
      <dgm:spPr/>
    </dgm:pt>
    <dgm:pt modelId="{3D473B0D-BAE2-44E9-B840-3626CEAE0C42}" type="pres">
      <dgm:prSet presAssocID="{D6F1C4C4-77D2-4CF9-889A-4D224B60C183}" presName="compNode" presStyleCnt="0"/>
      <dgm:spPr/>
    </dgm:pt>
    <dgm:pt modelId="{B0F5EEC6-E431-44D0-AA4E-2EBF13196E07}" type="pres">
      <dgm:prSet presAssocID="{D6F1C4C4-77D2-4CF9-889A-4D224B60C18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0CD14C7-C1F3-4F79-BDF0-5A1C5AF4BCD1}" type="pres">
      <dgm:prSet presAssocID="{D6F1C4C4-77D2-4CF9-889A-4D224B60C1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5AB9CE9-ACFF-45EE-9628-F974849F82BA}" type="pres">
      <dgm:prSet presAssocID="{D6F1C4C4-77D2-4CF9-889A-4D224B60C183}" presName="spaceRect" presStyleCnt="0"/>
      <dgm:spPr/>
    </dgm:pt>
    <dgm:pt modelId="{ABF194F2-D68A-4D5C-8530-C615A06D3E22}" type="pres">
      <dgm:prSet presAssocID="{D6F1C4C4-77D2-4CF9-889A-4D224B60C183}" presName="textRect" presStyleLbl="revTx" presStyleIdx="1" presStyleCnt="4">
        <dgm:presLayoutVars>
          <dgm:chMax val="1"/>
          <dgm:chPref val="1"/>
        </dgm:presLayoutVars>
      </dgm:prSet>
      <dgm:spPr/>
    </dgm:pt>
    <dgm:pt modelId="{2036F5DC-1847-4A79-91EC-9CCC2EE1FDBC}" type="pres">
      <dgm:prSet presAssocID="{ABFBA895-F852-47AA-972F-1A11C85B45EB}" presName="sibTrans" presStyleCnt="0"/>
      <dgm:spPr/>
    </dgm:pt>
    <dgm:pt modelId="{45700973-1688-46F4-8BE0-25190004C624}" type="pres">
      <dgm:prSet presAssocID="{D1968CF4-8361-4165-B9F8-5353D13979A2}" presName="compNode" presStyleCnt="0"/>
      <dgm:spPr/>
    </dgm:pt>
    <dgm:pt modelId="{68B7E1E0-8FA3-43C5-A1F4-89F8764590E2}" type="pres">
      <dgm:prSet presAssocID="{D1968CF4-8361-4165-B9F8-5353D13979A2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4CED589-55C9-4F20-AFAE-C218A87D5277}" type="pres">
      <dgm:prSet presAssocID="{D1968CF4-8361-4165-B9F8-5353D13979A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9637E33-612E-4616-B26B-9F2D69757AAD}" type="pres">
      <dgm:prSet presAssocID="{D1968CF4-8361-4165-B9F8-5353D13979A2}" presName="spaceRect" presStyleCnt="0"/>
      <dgm:spPr/>
    </dgm:pt>
    <dgm:pt modelId="{DF8D2375-5573-491C-AA0C-100E9058C7CE}" type="pres">
      <dgm:prSet presAssocID="{D1968CF4-8361-4165-B9F8-5353D13979A2}" presName="textRect" presStyleLbl="revTx" presStyleIdx="2" presStyleCnt="4">
        <dgm:presLayoutVars>
          <dgm:chMax val="1"/>
          <dgm:chPref val="1"/>
        </dgm:presLayoutVars>
      </dgm:prSet>
      <dgm:spPr/>
    </dgm:pt>
    <dgm:pt modelId="{A8309C20-D1F0-4BDF-AA3C-7FF5541D49BA}" type="pres">
      <dgm:prSet presAssocID="{5DB3C106-954B-464F-B89A-AB6A593E6AF7}" presName="sibTrans" presStyleCnt="0"/>
      <dgm:spPr/>
    </dgm:pt>
    <dgm:pt modelId="{25F84777-D1A7-42C9-96D6-2825CD93BF94}" type="pres">
      <dgm:prSet presAssocID="{2C937E6C-A168-45A5-980C-3F7F8CA00041}" presName="compNode" presStyleCnt="0"/>
      <dgm:spPr/>
    </dgm:pt>
    <dgm:pt modelId="{85BA4CDC-611B-4E8F-9723-0C7F91B93808}" type="pres">
      <dgm:prSet presAssocID="{2C937E6C-A168-45A5-980C-3F7F8CA0004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BFD5999-28FB-4BAA-A62C-58CBE60CEDF8}" type="pres">
      <dgm:prSet presAssocID="{2C937E6C-A168-45A5-980C-3F7F8CA000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6FB09AE-41B9-4326-9B03-8FEF701A7288}" type="pres">
      <dgm:prSet presAssocID="{2C937E6C-A168-45A5-980C-3F7F8CA00041}" presName="spaceRect" presStyleCnt="0"/>
      <dgm:spPr/>
    </dgm:pt>
    <dgm:pt modelId="{26D747A5-8A4C-447F-904C-209930F6304F}" type="pres">
      <dgm:prSet presAssocID="{2C937E6C-A168-45A5-980C-3F7F8CA000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D885A60-1B3B-440E-B2B5-AA2C4E7D27AC}" srcId="{2423F802-C855-4527-9DC5-6280856E67FA}" destId="{D1968CF4-8361-4165-B9F8-5353D13979A2}" srcOrd="2" destOrd="0" parTransId="{652E5298-7E00-4DE2-8910-87E055750AC9}" sibTransId="{5DB3C106-954B-464F-B89A-AB6A593E6AF7}"/>
    <dgm:cxn modelId="{833F6F62-696F-4822-A98A-7193F8F1BE38}" type="presOf" srcId="{D631E701-8DB8-40F5-8445-9EA8122795F7}" destId="{F749EF5E-54D4-4136-8D5C-615F8E1E880C}" srcOrd="0" destOrd="0" presId="urn:microsoft.com/office/officeart/2018/5/layout/IconLeafLabelList"/>
    <dgm:cxn modelId="{FF4FDD71-D0B7-44D8-AAE4-52B3A536D0E0}" srcId="{2423F802-C855-4527-9DC5-6280856E67FA}" destId="{D631E701-8DB8-40F5-8445-9EA8122795F7}" srcOrd="0" destOrd="0" parTransId="{8441726E-F411-464D-A5C5-6ABE12385B6C}" sibTransId="{05CE2066-3474-4F59-8D54-DED2071BF429}"/>
    <dgm:cxn modelId="{928BEA77-E346-4624-B234-A251D99592B5}" type="presOf" srcId="{2C937E6C-A168-45A5-980C-3F7F8CA00041}" destId="{26D747A5-8A4C-447F-904C-209930F6304F}" srcOrd="0" destOrd="0" presId="urn:microsoft.com/office/officeart/2018/5/layout/IconLeafLabelList"/>
    <dgm:cxn modelId="{322025A8-9F62-43C2-8914-DA447E198537}" type="presOf" srcId="{D6F1C4C4-77D2-4CF9-889A-4D224B60C183}" destId="{ABF194F2-D68A-4D5C-8530-C615A06D3E22}" srcOrd="0" destOrd="0" presId="urn:microsoft.com/office/officeart/2018/5/layout/IconLeafLabelList"/>
    <dgm:cxn modelId="{44CC15B2-A0B5-484B-BD8D-417354BCB75E}" srcId="{2423F802-C855-4527-9DC5-6280856E67FA}" destId="{2C937E6C-A168-45A5-980C-3F7F8CA00041}" srcOrd="3" destOrd="0" parTransId="{9E2AFD57-CBAC-4C14-A127-9C708C008BAA}" sibTransId="{81004C10-9559-44B9-9DE3-D443F8632F2F}"/>
    <dgm:cxn modelId="{4A6A40CC-D51B-4632-A2B0-5821EEAF4091}" type="presOf" srcId="{2423F802-C855-4527-9DC5-6280856E67FA}" destId="{5E17DBC0-6BD7-4943-B964-023C8AE3AB6E}" srcOrd="0" destOrd="0" presId="urn:microsoft.com/office/officeart/2018/5/layout/IconLeafLabelList"/>
    <dgm:cxn modelId="{453F82D1-4AD1-4143-8A99-0B193E6A749D}" srcId="{2423F802-C855-4527-9DC5-6280856E67FA}" destId="{D6F1C4C4-77D2-4CF9-889A-4D224B60C183}" srcOrd="1" destOrd="0" parTransId="{47EAF59E-125C-4973-B959-A1D973A28BC0}" sibTransId="{ABFBA895-F852-47AA-972F-1A11C85B45EB}"/>
    <dgm:cxn modelId="{9AB417FB-4EC7-442A-94DE-2C0CE68C5947}" type="presOf" srcId="{D1968CF4-8361-4165-B9F8-5353D13979A2}" destId="{DF8D2375-5573-491C-AA0C-100E9058C7CE}" srcOrd="0" destOrd="0" presId="urn:microsoft.com/office/officeart/2018/5/layout/IconLeafLabelList"/>
    <dgm:cxn modelId="{3D2150FC-E402-4D19-84A3-1710F1C9039C}" type="presParOf" srcId="{5E17DBC0-6BD7-4943-B964-023C8AE3AB6E}" destId="{3916613E-5E60-41DD-814D-907B85831AB8}" srcOrd="0" destOrd="0" presId="urn:microsoft.com/office/officeart/2018/5/layout/IconLeafLabelList"/>
    <dgm:cxn modelId="{85C9619A-14F2-445A-B073-5C9209987E70}" type="presParOf" srcId="{3916613E-5E60-41DD-814D-907B85831AB8}" destId="{9E9E3DC5-DD06-4992-9103-9B4424B842BC}" srcOrd="0" destOrd="0" presId="urn:microsoft.com/office/officeart/2018/5/layout/IconLeafLabelList"/>
    <dgm:cxn modelId="{41BEB4EB-D452-4A8E-9E3C-006457F37A8C}" type="presParOf" srcId="{3916613E-5E60-41DD-814D-907B85831AB8}" destId="{2CF92564-B038-496F-9E3F-4E5608364FFB}" srcOrd="1" destOrd="0" presId="urn:microsoft.com/office/officeart/2018/5/layout/IconLeafLabelList"/>
    <dgm:cxn modelId="{C15B8AA5-F989-4AF2-86E9-A4B60CFF8DB1}" type="presParOf" srcId="{3916613E-5E60-41DD-814D-907B85831AB8}" destId="{1314C5C3-10ED-4343-A4C7-4CE47520872A}" srcOrd="2" destOrd="0" presId="urn:microsoft.com/office/officeart/2018/5/layout/IconLeafLabelList"/>
    <dgm:cxn modelId="{78405F36-9843-4CCA-A4A2-3B19793E6208}" type="presParOf" srcId="{3916613E-5E60-41DD-814D-907B85831AB8}" destId="{F749EF5E-54D4-4136-8D5C-615F8E1E880C}" srcOrd="3" destOrd="0" presId="urn:microsoft.com/office/officeart/2018/5/layout/IconLeafLabelList"/>
    <dgm:cxn modelId="{8E668DD0-283A-44D4-A3DD-FC6F2DB0DD8A}" type="presParOf" srcId="{5E17DBC0-6BD7-4943-B964-023C8AE3AB6E}" destId="{9A27E738-20AA-4E5B-9BFA-5E3672A81583}" srcOrd="1" destOrd="0" presId="urn:microsoft.com/office/officeart/2018/5/layout/IconLeafLabelList"/>
    <dgm:cxn modelId="{6B20BFC2-C52B-4818-AE0C-6BED77E8FE6B}" type="presParOf" srcId="{5E17DBC0-6BD7-4943-B964-023C8AE3AB6E}" destId="{3D473B0D-BAE2-44E9-B840-3626CEAE0C42}" srcOrd="2" destOrd="0" presId="urn:microsoft.com/office/officeart/2018/5/layout/IconLeafLabelList"/>
    <dgm:cxn modelId="{E9B9BD82-575C-4A67-903F-C21E7BE98FC2}" type="presParOf" srcId="{3D473B0D-BAE2-44E9-B840-3626CEAE0C42}" destId="{B0F5EEC6-E431-44D0-AA4E-2EBF13196E07}" srcOrd="0" destOrd="0" presId="urn:microsoft.com/office/officeart/2018/5/layout/IconLeafLabelList"/>
    <dgm:cxn modelId="{65A4B026-3917-450E-9B7D-2D196ABAD168}" type="presParOf" srcId="{3D473B0D-BAE2-44E9-B840-3626CEAE0C42}" destId="{80CD14C7-C1F3-4F79-BDF0-5A1C5AF4BCD1}" srcOrd="1" destOrd="0" presId="urn:microsoft.com/office/officeart/2018/5/layout/IconLeafLabelList"/>
    <dgm:cxn modelId="{9BB5924E-C4E1-4489-9A0C-E2CD4DDD5AFD}" type="presParOf" srcId="{3D473B0D-BAE2-44E9-B840-3626CEAE0C42}" destId="{D5AB9CE9-ACFF-45EE-9628-F974849F82BA}" srcOrd="2" destOrd="0" presId="urn:microsoft.com/office/officeart/2018/5/layout/IconLeafLabelList"/>
    <dgm:cxn modelId="{5BF6A5C0-DB32-4342-B337-207FD1ED0343}" type="presParOf" srcId="{3D473B0D-BAE2-44E9-B840-3626CEAE0C42}" destId="{ABF194F2-D68A-4D5C-8530-C615A06D3E22}" srcOrd="3" destOrd="0" presId="urn:microsoft.com/office/officeart/2018/5/layout/IconLeafLabelList"/>
    <dgm:cxn modelId="{1257FC49-3A08-4A01-BE03-D2BBFDD56ABC}" type="presParOf" srcId="{5E17DBC0-6BD7-4943-B964-023C8AE3AB6E}" destId="{2036F5DC-1847-4A79-91EC-9CCC2EE1FDBC}" srcOrd="3" destOrd="0" presId="urn:microsoft.com/office/officeart/2018/5/layout/IconLeafLabelList"/>
    <dgm:cxn modelId="{A872CA70-1F9A-4AFB-9E88-267548A66C7D}" type="presParOf" srcId="{5E17DBC0-6BD7-4943-B964-023C8AE3AB6E}" destId="{45700973-1688-46F4-8BE0-25190004C624}" srcOrd="4" destOrd="0" presId="urn:microsoft.com/office/officeart/2018/5/layout/IconLeafLabelList"/>
    <dgm:cxn modelId="{8D03F8B2-A25B-42C8-B40E-CB9BCD91B6FB}" type="presParOf" srcId="{45700973-1688-46F4-8BE0-25190004C624}" destId="{68B7E1E0-8FA3-43C5-A1F4-89F8764590E2}" srcOrd="0" destOrd="0" presId="urn:microsoft.com/office/officeart/2018/5/layout/IconLeafLabelList"/>
    <dgm:cxn modelId="{9E79BEDD-BBFB-449C-BAA5-5BAB727B3245}" type="presParOf" srcId="{45700973-1688-46F4-8BE0-25190004C624}" destId="{34CED589-55C9-4F20-AFAE-C218A87D5277}" srcOrd="1" destOrd="0" presId="urn:microsoft.com/office/officeart/2018/5/layout/IconLeafLabelList"/>
    <dgm:cxn modelId="{5735365C-940A-452E-BFAA-1399AC050C16}" type="presParOf" srcId="{45700973-1688-46F4-8BE0-25190004C624}" destId="{C9637E33-612E-4616-B26B-9F2D69757AAD}" srcOrd="2" destOrd="0" presId="urn:microsoft.com/office/officeart/2018/5/layout/IconLeafLabelList"/>
    <dgm:cxn modelId="{7DC24466-145F-449D-8107-8B07B2D16A9C}" type="presParOf" srcId="{45700973-1688-46F4-8BE0-25190004C624}" destId="{DF8D2375-5573-491C-AA0C-100E9058C7CE}" srcOrd="3" destOrd="0" presId="urn:microsoft.com/office/officeart/2018/5/layout/IconLeafLabelList"/>
    <dgm:cxn modelId="{3F9B5F4B-0DE5-4667-91B5-4E2514D8714B}" type="presParOf" srcId="{5E17DBC0-6BD7-4943-B964-023C8AE3AB6E}" destId="{A8309C20-D1F0-4BDF-AA3C-7FF5541D49BA}" srcOrd="5" destOrd="0" presId="urn:microsoft.com/office/officeart/2018/5/layout/IconLeafLabelList"/>
    <dgm:cxn modelId="{3E3FA9F7-C893-432E-931E-364527172150}" type="presParOf" srcId="{5E17DBC0-6BD7-4943-B964-023C8AE3AB6E}" destId="{25F84777-D1A7-42C9-96D6-2825CD93BF94}" srcOrd="6" destOrd="0" presId="urn:microsoft.com/office/officeart/2018/5/layout/IconLeafLabelList"/>
    <dgm:cxn modelId="{962A3CF8-0A43-41A6-AEC6-38EE2E45A99B}" type="presParOf" srcId="{25F84777-D1A7-42C9-96D6-2825CD93BF94}" destId="{85BA4CDC-611B-4E8F-9723-0C7F91B93808}" srcOrd="0" destOrd="0" presId="urn:microsoft.com/office/officeart/2018/5/layout/IconLeafLabelList"/>
    <dgm:cxn modelId="{543AF4E9-95E7-43F3-B71A-65C2C4BD6F89}" type="presParOf" srcId="{25F84777-D1A7-42C9-96D6-2825CD93BF94}" destId="{DBFD5999-28FB-4BAA-A62C-58CBE60CEDF8}" srcOrd="1" destOrd="0" presId="urn:microsoft.com/office/officeart/2018/5/layout/IconLeafLabelList"/>
    <dgm:cxn modelId="{91485ED9-1F4F-482D-8A22-048F6E66FCA4}" type="presParOf" srcId="{25F84777-D1A7-42C9-96D6-2825CD93BF94}" destId="{46FB09AE-41B9-4326-9B03-8FEF701A7288}" srcOrd="2" destOrd="0" presId="urn:microsoft.com/office/officeart/2018/5/layout/IconLeafLabelList"/>
    <dgm:cxn modelId="{B4BE6345-A239-4CEE-81D7-1EF96011D5CF}" type="presParOf" srcId="{25F84777-D1A7-42C9-96D6-2825CD93BF94}" destId="{26D747A5-8A4C-447F-904C-209930F6304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7F1E4F-E4F4-49B0-B8AE-C226AA90625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1B96109-AD49-43F1-AF32-71E22539B2AD}">
      <dgm:prSet/>
      <dgm:spPr/>
      <dgm:t>
        <a:bodyPr/>
        <a:lstStyle/>
        <a:p>
          <a:pPr>
            <a:defRPr b="1"/>
          </a:pPr>
          <a:r>
            <a:rPr lang="en-US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rPr>
            <a:t>/api/books</a:t>
          </a:r>
        </a:p>
      </dgm:t>
    </dgm:pt>
    <dgm:pt modelId="{90650811-5669-460F-8FD0-2D3495BB65B9}" type="parTrans" cxnId="{BF0608A1-A6A1-4545-B498-D21C3F598EBD}">
      <dgm:prSet/>
      <dgm:spPr/>
      <dgm:t>
        <a:bodyPr/>
        <a:lstStyle/>
        <a:p>
          <a:endParaRPr lang="en-US"/>
        </a:p>
      </dgm:t>
    </dgm:pt>
    <dgm:pt modelId="{EBA3917F-1B13-4A95-9FE0-D9394CAB3577}" type="sibTrans" cxnId="{BF0608A1-A6A1-4545-B498-D21C3F598EBD}">
      <dgm:prSet/>
      <dgm:spPr/>
      <dgm:t>
        <a:bodyPr/>
        <a:lstStyle/>
        <a:p>
          <a:endParaRPr lang="en-US"/>
        </a:p>
      </dgm:t>
    </dgm:pt>
    <dgm:pt modelId="{C7496039-D6C5-47F2-A0C6-55C00BB43780}">
      <dgm:prSet/>
      <dgm:spPr/>
      <dgm:t>
        <a:bodyPr/>
        <a:lstStyle/>
        <a:p>
          <a:r>
            <a:rPr lang="en-US"/>
            <a:t>Return all books</a:t>
          </a:r>
        </a:p>
      </dgm:t>
    </dgm:pt>
    <dgm:pt modelId="{2D2DD4E5-0F86-4714-B852-16497E22DFDC}" type="parTrans" cxnId="{1D479456-B63E-46BF-9781-72ACD10E13CB}">
      <dgm:prSet/>
      <dgm:spPr/>
      <dgm:t>
        <a:bodyPr/>
        <a:lstStyle/>
        <a:p>
          <a:endParaRPr lang="en-US"/>
        </a:p>
      </dgm:t>
    </dgm:pt>
    <dgm:pt modelId="{EA28A726-3E7A-46C4-BE33-CAFA3F839344}" type="sibTrans" cxnId="{1D479456-B63E-46BF-9781-72ACD10E13CB}">
      <dgm:prSet/>
      <dgm:spPr/>
      <dgm:t>
        <a:bodyPr/>
        <a:lstStyle/>
        <a:p>
          <a:endParaRPr lang="en-US"/>
        </a:p>
      </dgm:t>
    </dgm:pt>
    <dgm:pt modelId="{C9C8205C-9F3D-466B-B63A-0DFB94414177}">
      <dgm:prSet custT="1"/>
      <dgm:spPr/>
      <dgm:t>
        <a:bodyPr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/api/books/{id}</a:t>
          </a:r>
        </a:p>
      </dgm:t>
    </dgm:pt>
    <dgm:pt modelId="{0AB97D7B-9769-4F8A-BA1F-6FAE725616EB}" type="parTrans" cxnId="{3EC289C0-CA2C-4E45-AA27-F4A7A7790C36}">
      <dgm:prSet/>
      <dgm:spPr/>
      <dgm:t>
        <a:bodyPr/>
        <a:lstStyle/>
        <a:p>
          <a:endParaRPr lang="en-US"/>
        </a:p>
      </dgm:t>
    </dgm:pt>
    <dgm:pt modelId="{B36146E4-4063-436A-86D2-534A96E5648C}" type="sibTrans" cxnId="{3EC289C0-CA2C-4E45-AA27-F4A7A7790C36}">
      <dgm:prSet/>
      <dgm:spPr/>
      <dgm:t>
        <a:bodyPr/>
        <a:lstStyle/>
        <a:p>
          <a:endParaRPr lang="en-US"/>
        </a:p>
      </dgm:t>
    </dgm:pt>
    <dgm:pt modelId="{8572EAFF-6D28-46B6-8348-2344E7DCCAC9}">
      <dgm:prSet/>
      <dgm:spPr/>
      <dgm:t>
        <a:bodyPr/>
        <a:lstStyle/>
        <a:p>
          <a:r>
            <a:rPr lang="en-US"/>
            <a:t>Return specific book</a:t>
          </a:r>
        </a:p>
      </dgm:t>
    </dgm:pt>
    <dgm:pt modelId="{459514E3-3A81-4C7C-84E2-FA30D758253C}" type="parTrans" cxnId="{D94475AA-15C9-4B6C-BA98-1596EE6922A8}">
      <dgm:prSet/>
      <dgm:spPr/>
      <dgm:t>
        <a:bodyPr/>
        <a:lstStyle/>
        <a:p>
          <a:endParaRPr lang="en-US"/>
        </a:p>
      </dgm:t>
    </dgm:pt>
    <dgm:pt modelId="{EFF17F15-C1E9-4FAE-AD6B-D81FF9702944}" type="sibTrans" cxnId="{D94475AA-15C9-4B6C-BA98-1596EE6922A8}">
      <dgm:prSet/>
      <dgm:spPr/>
      <dgm:t>
        <a:bodyPr/>
        <a:lstStyle/>
        <a:p>
          <a:endParaRPr lang="en-US"/>
        </a:p>
      </dgm:t>
    </dgm:pt>
    <dgm:pt modelId="{74AD4394-4357-41A5-B850-8C0B34E992AB}" type="pres">
      <dgm:prSet presAssocID="{5D7F1E4F-E4F4-49B0-B8AE-C226AA906251}" presName="root" presStyleCnt="0">
        <dgm:presLayoutVars>
          <dgm:dir/>
          <dgm:resizeHandles val="exact"/>
        </dgm:presLayoutVars>
      </dgm:prSet>
      <dgm:spPr/>
    </dgm:pt>
    <dgm:pt modelId="{53E21487-8305-4515-AF16-9CE9FA626E11}" type="pres">
      <dgm:prSet presAssocID="{D1B96109-AD49-43F1-AF32-71E22539B2AD}" presName="compNode" presStyleCnt="0"/>
      <dgm:spPr/>
    </dgm:pt>
    <dgm:pt modelId="{D833EE4D-87D6-4BA2-B3A4-9AE497BE4345}" type="pres">
      <dgm:prSet presAssocID="{D1B96109-AD49-43F1-AF32-71E22539B2A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F09E8CA-250A-4D1E-BF64-9F97DC1BBAE6}" type="pres">
      <dgm:prSet presAssocID="{D1B96109-AD49-43F1-AF32-71E22539B2AD}" presName="iconSpace" presStyleCnt="0"/>
      <dgm:spPr/>
    </dgm:pt>
    <dgm:pt modelId="{633493DF-5FBA-4C4A-A5DC-6521E4FE9132}" type="pres">
      <dgm:prSet presAssocID="{D1B96109-AD49-43F1-AF32-71E22539B2AD}" presName="parTx" presStyleLbl="revTx" presStyleIdx="0" presStyleCnt="4">
        <dgm:presLayoutVars>
          <dgm:chMax val="0"/>
          <dgm:chPref val="0"/>
        </dgm:presLayoutVars>
      </dgm:prSet>
      <dgm:spPr/>
    </dgm:pt>
    <dgm:pt modelId="{5D535682-6BFE-4AA2-82DF-AF8C188239BB}" type="pres">
      <dgm:prSet presAssocID="{D1B96109-AD49-43F1-AF32-71E22539B2AD}" presName="txSpace" presStyleCnt="0"/>
      <dgm:spPr/>
    </dgm:pt>
    <dgm:pt modelId="{5587116D-E281-4EE0-9699-62421368210F}" type="pres">
      <dgm:prSet presAssocID="{D1B96109-AD49-43F1-AF32-71E22539B2AD}" presName="desTx" presStyleLbl="revTx" presStyleIdx="1" presStyleCnt="4">
        <dgm:presLayoutVars/>
      </dgm:prSet>
      <dgm:spPr/>
    </dgm:pt>
    <dgm:pt modelId="{26F8790F-12CA-4315-9AE6-5F6CE6ACD1AA}" type="pres">
      <dgm:prSet presAssocID="{EBA3917F-1B13-4A95-9FE0-D9394CAB3577}" presName="sibTrans" presStyleCnt="0"/>
      <dgm:spPr/>
    </dgm:pt>
    <dgm:pt modelId="{4FED1175-C7B1-4CFE-8218-874FB6D7ABA4}" type="pres">
      <dgm:prSet presAssocID="{C9C8205C-9F3D-466B-B63A-0DFB94414177}" presName="compNode" presStyleCnt="0"/>
      <dgm:spPr/>
    </dgm:pt>
    <dgm:pt modelId="{C1659F16-F0B4-4CD4-9BBB-90041CEEF12E}" type="pres">
      <dgm:prSet presAssocID="{C9C8205C-9F3D-466B-B63A-0DFB944141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 outline"/>
        </a:ext>
      </dgm:extLst>
    </dgm:pt>
    <dgm:pt modelId="{304F285C-C345-40C0-BF4F-34ADF03A0B58}" type="pres">
      <dgm:prSet presAssocID="{C9C8205C-9F3D-466B-B63A-0DFB94414177}" presName="iconSpace" presStyleCnt="0"/>
      <dgm:spPr/>
    </dgm:pt>
    <dgm:pt modelId="{E0304226-3626-4936-8093-9E69B47D7182}" type="pres">
      <dgm:prSet presAssocID="{C9C8205C-9F3D-466B-B63A-0DFB94414177}" presName="parTx" presStyleLbl="revTx" presStyleIdx="2" presStyleCnt="4">
        <dgm:presLayoutVars>
          <dgm:chMax val="0"/>
          <dgm:chPref val="0"/>
        </dgm:presLayoutVars>
      </dgm:prSet>
      <dgm:spPr/>
    </dgm:pt>
    <dgm:pt modelId="{0FAD6703-23DA-41AB-8118-01935C496044}" type="pres">
      <dgm:prSet presAssocID="{C9C8205C-9F3D-466B-B63A-0DFB94414177}" presName="txSpace" presStyleCnt="0"/>
      <dgm:spPr/>
    </dgm:pt>
    <dgm:pt modelId="{A54A380A-016B-4FAA-B450-B9AB8EFC5437}" type="pres">
      <dgm:prSet presAssocID="{C9C8205C-9F3D-466B-B63A-0DFB94414177}" presName="desTx" presStyleLbl="revTx" presStyleIdx="3" presStyleCnt="4">
        <dgm:presLayoutVars/>
      </dgm:prSet>
      <dgm:spPr/>
    </dgm:pt>
  </dgm:ptLst>
  <dgm:cxnLst>
    <dgm:cxn modelId="{CE157A2D-846F-47D5-B5F2-4814FAA8759D}" type="presOf" srcId="{C7496039-D6C5-47F2-A0C6-55C00BB43780}" destId="{5587116D-E281-4EE0-9699-62421368210F}" srcOrd="0" destOrd="0" presId="urn:microsoft.com/office/officeart/2018/5/layout/CenteredIconLabelDescriptionList"/>
    <dgm:cxn modelId="{0D326F3C-F573-4CEB-9186-72281E45E1D5}" type="presOf" srcId="{C9C8205C-9F3D-466B-B63A-0DFB94414177}" destId="{E0304226-3626-4936-8093-9E69B47D7182}" srcOrd="0" destOrd="0" presId="urn:microsoft.com/office/officeart/2018/5/layout/CenteredIconLabelDescriptionList"/>
    <dgm:cxn modelId="{C7803942-0C69-4799-94BF-E0BBF92A83DF}" type="presOf" srcId="{D1B96109-AD49-43F1-AF32-71E22539B2AD}" destId="{633493DF-5FBA-4C4A-A5DC-6521E4FE9132}" srcOrd="0" destOrd="0" presId="urn:microsoft.com/office/officeart/2018/5/layout/CenteredIconLabelDescriptionList"/>
    <dgm:cxn modelId="{E9D61473-B67B-4852-843D-0BF14AB55E0E}" type="presOf" srcId="{5D7F1E4F-E4F4-49B0-B8AE-C226AA906251}" destId="{74AD4394-4357-41A5-B850-8C0B34E992AB}" srcOrd="0" destOrd="0" presId="urn:microsoft.com/office/officeart/2018/5/layout/CenteredIconLabelDescriptionList"/>
    <dgm:cxn modelId="{1D479456-B63E-46BF-9781-72ACD10E13CB}" srcId="{D1B96109-AD49-43F1-AF32-71E22539B2AD}" destId="{C7496039-D6C5-47F2-A0C6-55C00BB43780}" srcOrd="0" destOrd="0" parTransId="{2D2DD4E5-0F86-4714-B852-16497E22DFDC}" sibTransId="{EA28A726-3E7A-46C4-BE33-CAFA3F839344}"/>
    <dgm:cxn modelId="{CEB20486-1B04-4C59-B407-F9C7B8B9E6DF}" type="presOf" srcId="{8572EAFF-6D28-46B6-8348-2344E7DCCAC9}" destId="{A54A380A-016B-4FAA-B450-B9AB8EFC5437}" srcOrd="0" destOrd="0" presId="urn:microsoft.com/office/officeart/2018/5/layout/CenteredIconLabelDescriptionList"/>
    <dgm:cxn modelId="{BF0608A1-A6A1-4545-B498-D21C3F598EBD}" srcId="{5D7F1E4F-E4F4-49B0-B8AE-C226AA906251}" destId="{D1B96109-AD49-43F1-AF32-71E22539B2AD}" srcOrd="0" destOrd="0" parTransId="{90650811-5669-460F-8FD0-2D3495BB65B9}" sibTransId="{EBA3917F-1B13-4A95-9FE0-D9394CAB3577}"/>
    <dgm:cxn modelId="{D94475AA-15C9-4B6C-BA98-1596EE6922A8}" srcId="{C9C8205C-9F3D-466B-B63A-0DFB94414177}" destId="{8572EAFF-6D28-46B6-8348-2344E7DCCAC9}" srcOrd="0" destOrd="0" parTransId="{459514E3-3A81-4C7C-84E2-FA30D758253C}" sibTransId="{EFF17F15-C1E9-4FAE-AD6B-D81FF9702944}"/>
    <dgm:cxn modelId="{3EC289C0-CA2C-4E45-AA27-F4A7A7790C36}" srcId="{5D7F1E4F-E4F4-49B0-B8AE-C226AA906251}" destId="{C9C8205C-9F3D-466B-B63A-0DFB94414177}" srcOrd="1" destOrd="0" parTransId="{0AB97D7B-9769-4F8A-BA1F-6FAE725616EB}" sibTransId="{B36146E4-4063-436A-86D2-534A96E5648C}"/>
    <dgm:cxn modelId="{EEF20AD4-9E9E-4D2C-BC52-A6860386F71A}" type="presParOf" srcId="{74AD4394-4357-41A5-B850-8C0B34E992AB}" destId="{53E21487-8305-4515-AF16-9CE9FA626E11}" srcOrd="0" destOrd="0" presId="urn:microsoft.com/office/officeart/2018/5/layout/CenteredIconLabelDescriptionList"/>
    <dgm:cxn modelId="{7C98996B-A8DD-4110-81B3-2FF9A4A9ECDE}" type="presParOf" srcId="{53E21487-8305-4515-AF16-9CE9FA626E11}" destId="{D833EE4D-87D6-4BA2-B3A4-9AE497BE4345}" srcOrd="0" destOrd="0" presId="urn:microsoft.com/office/officeart/2018/5/layout/CenteredIconLabelDescriptionList"/>
    <dgm:cxn modelId="{318ECDDE-593D-44EB-9D2B-3B91B829D89B}" type="presParOf" srcId="{53E21487-8305-4515-AF16-9CE9FA626E11}" destId="{9F09E8CA-250A-4D1E-BF64-9F97DC1BBAE6}" srcOrd="1" destOrd="0" presId="urn:microsoft.com/office/officeart/2018/5/layout/CenteredIconLabelDescriptionList"/>
    <dgm:cxn modelId="{681C55F6-3A7D-4F1D-8259-FEB73FFAA937}" type="presParOf" srcId="{53E21487-8305-4515-AF16-9CE9FA626E11}" destId="{633493DF-5FBA-4C4A-A5DC-6521E4FE9132}" srcOrd="2" destOrd="0" presId="urn:microsoft.com/office/officeart/2018/5/layout/CenteredIconLabelDescriptionList"/>
    <dgm:cxn modelId="{0D5BAD39-5304-47D9-AEEE-F04AEC9E0085}" type="presParOf" srcId="{53E21487-8305-4515-AF16-9CE9FA626E11}" destId="{5D535682-6BFE-4AA2-82DF-AF8C188239BB}" srcOrd="3" destOrd="0" presId="urn:microsoft.com/office/officeart/2018/5/layout/CenteredIconLabelDescriptionList"/>
    <dgm:cxn modelId="{A83D7ADF-C423-4DFC-9ABA-EE4FED96CAA2}" type="presParOf" srcId="{53E21487-8305-4515-AF16-9CE9FA626E11}" destId="{5587116D-E281-4EE0-9699-62421368210F}" srcOrd="4" destOrd="0" presId="urn:microsoft.com/office/officeart/2018/5/layout/CenteredIconLabelDescriptionList"/>
    <dgm:cxn modelId="{F3AB3157-39A4-40B7-9567-8A257CCCB5DF}" type="presParOf" srcId="{74AD4394-4357-41A5-B850-8C0B34E992AB}" destId="{26F8790F-12CA-4315-9AE6-5F6CE6ACD1AA}" srcOrd="1" destOrd="0" presId="urn:microsoft.com/office/officeart/2018/5/layout/CenteredIconLabelDescriptionList"/>
    <dgm:cxn modelId="{B600C5ED-345A-4334-8718-B64DB64B7392}" type="presParOf" srcId="{74AD4394-4357-41A5-B850-8C0B34E992AB}" destId="{4FED1175-C7B1-4CFE-8218-874FB6D7ABA4}" srcOrd="2" destOrd="0" presId="urn:microsoft.com/office/officeart/2018/5/layout/CenteredIconLabelDescriptionList"/>
    <dgm:cxn modelId="{23708942-82E1-4AB3-B65D-81118F245900}" type="presParOf" srcId="{4FED1175-C7B1-4CFE-8218-874FB6D7ABA4}" destId="{C1659F16-F0B4-4CD4-9BBB-90041CEEF12E}" srcOrd="0" destOrd="0" presId="urn:microsoft.com/office/officeart/2018/5/layout/CenteredIconLabelDescriptionList"/>
    <dgm:cxn modelId="{70110236-C521-4B38-8DBE-45BA1A240DA2}" type="presParOf" srcId="{4FED1175-C7B1-4CFE-8218-874FB6D7ABA4}" destId="{304F285C-C345-40C0-BF4F-34ADF03A0B58}" srcOrd="1" destOrd="0" presId="urn:microsoft.com/office/officeart/2018/5/layout/CenteredIconLabelDescriptionList"/>
    <dgm:cxn modelId="{17E33A82-96A4-4CD6-874D-9FB25512F86C}" type="presParOf" srcId="{4FED1175-C7B1-4CFE-8218-874FB6D7ABA4}" destId="{E0304226-3626-4936-8093-9E69B47D7182}" srcOrd="2" destOrd="0" presId="urn:microsoft.com/office/officeart/2018/5/layout/CenteredIconLabelDescriptionList"/>
    <dgm:cxn modelId="{39376CAB-EEA7-4965-87EE-C2FBA5865801}" type="presParOf" srcId="{4FED1175-C7B1-4CFE-8218-874FB6D7ABA4}" destId="{0FAD6703-23DA-41AB-8118-01935C496044}" srcOrd="3" destOrd="0" presId="urn:microsoft.com/office/officeart/2018/5/layout/CenteredIconLabelDescriptionList"/>
    <dgm:cxn modelId="{09A38071-C82B-4136-8B10-5D143C5C5267}" type="presParOf" srcId="{4FED1175-C7B1-4CFE-8218-874FB6D7ABA4}" destId="{A54A380A-016B-4FAA-B450-B9AB8EFC543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0E516B-A092-4735-860F-5201BDC446AB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0CE1332-A261-4F05-8842-79609797A6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Default route parameter</a:t>
          </a:r>
        </a:p>
      </dgm:t>
    </dgm:pt>
    <dgm:pt modelId="{F5CCBC12-7321-4196-B84B-C970E20A8743}" type="parTrans" cxnId="{FF30A977-751B-4D54-BB59-9DFC8B6814FF}">
      <dgm:prSet/>
      <dgm:spPr/>
      <dgm:t>
        <a:bodyPr/>
        <a:lstStyle/>
        <a:p>
          <a:endParaRPr lang="en-US"/>
        </a:p>
      </dgm:t>
    </dgm:pt>
    <dgm:pt modelId="{A4D0AA9C-6000-4BAD-BCE5-E2EDA72A375F}" type="sibTrans" cxnId="{FF30A977-751B-4D54-BB59-9DFC8B6814FF}">
      <dgm:prSet/>
      <dgm:spPr/>
      <dgm:t>
        <a:bodyPr/>
        <a:lstStyle/>
        <a:p>
          <a:endParaRPr lang="en-US"/>
        </a:p>
      </dgm:t>
    </dgm:pt>
    <dgm:pt modelId="{1E5E66F1-C72E-4D76-8A52-EB65E9ECEF1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kern="1200">
              <a:latin typeface="Consolas" panose="020B0609020204030204" pitchFamily="49" charset="0"/>
              <a:ea typeface="+mn-ea"/>
              <a:cs typeface="+mn-cs"/>
            </a:rPr>
            <a:t>{parameter=defaultValue}</a:t>
          </a:r>
        </a:p>
      </dgm:t>
    </dgm:pt>
    <dgm:pt modelId="{B465AE60-4635-4066-932B-4C4F94D0DFBF}" type="parTrans" cxnId="{9075530C-C034-41CD-8B59-2ED4852078B4}">
      <dgm:prSet/>
      <dgm:spPr/>
      <dgm:t>
        <a:bodyPr/>
        <a:lstStyle/>
        <a:p>
          <a:endParaRPr lang="en-US"/>
        </a:p>
      </dgm:t>
    </dgm:pt>
    <dgm:pt modelId="{962259BD-1E1C-488C-8BBC-D50829FFB117}" type="sibTrans" cxnId="{9075530C-C034-41CD-8B59-2ED4852078B4}">
      <dgm:prSet/>
      <dgm:spPr/>
      <dgm:t>
        <a:bodyPr/>
        <a:lstStyle/>
        <a:p>
          <a:endParaRPr lang="en-US"/>
        </a:p>
      </dgm:t>
    </dgm:pt>
    <dgm:pt modelId="{03ABCF84-F70E-4F64-AE7D-BE5234820A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Optional route parameter</a:t>
          </a:r>
        </a:p>
      </dgm:t>
    </dgm:pt>
    <dgm:pt modelId="{68AA42B9-FED8-4813-9E40-807BCD657A44}" type="parTrans" cxnId="{D2E598EE-5608-481F-8F56-84A50FCAEE80}">
      <dgm:prSet/>
      <dgm:spPr/>
      <dgm:t>
        <a:bodyPr/>
        <a:lstStyle/>
        <a:p>
          <a:endParaRPr lang="en-US"/>
        </a:p>
      </dgm:t>
    </dgm:pt>
    <dgm:pt modelId="{74E752EA-3408-4E3B-85AE-4FC6F2276FE2}" type="sibTrans" cxnId="{D2E598EE-5608-481F-8F56-84A50FCAEE80}">
      <dgm:prSet/>
      <dgm:spPr/>
      <dgm:t>
        <a:bodyPr/>
        <a:lstStyle/>
        <a:p>
          <a:endParaRPr lang="en-US"/>
        </a:p>
      </dgm:t>
    </dgm:pt>
    <dgm:pt modelId="{E639E9AE-26D9-4C32-92B6-10739F770F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kern="1200" dirty="0">
              <a:latin typeface="Consolas" panose="020B0609020204030204" pitchFamily="49" charset="0"/>
              <a:ea typeface="+mn-ea"/>
              <a:cs typeface="+mn-cs"/>
            </a:rPr>
            <a:t>{parameter?}</a:t>
          </a:r>
        </a:p>
      </dgm:t>
    </dgm:pt>
    <dgm:pt modelId="{2DED0322-9688-4126-9A43-DFCC319F4D94}" type="parTrans" cxnId="{85BDC5A9-B16B-44C7-8E3C-F88793F8B0C5}">
      <dgm:prSet/>
      <dgm:spPr/>
      <dgm:t>
        <a:bodyPr/>
        <a:lstStyle/>
        <a:p>
          <a:endParaRPr lang="en-US"/>
        </a:p>
      </dgm:t>
    </dgm:pt>
    <dgm:pt modelId="{7213F953-5EA2-49F3-A282-F4C089C7E935}" type="sibTrans" cxnId="{85BDC5A9-B16B-44C7-8E3C-F88793F8B0C5}">
      <dgm:prSet/>
      <dgm:spPr/>
      <dgm:t>
        <a:bodyPr/>
        <a:lstStyle/>
        <a:p>
          <a:endParaRPr lang="en-US"/>
        </a:p>
      </dgm:t>
    </dgm:pt>
    <dgm:pt modelId="{0E7BD418-1B51-40C7-A8FC-C0464DAF1B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Route constraint</a:t>
          </a:r>
        </a:p>
      </dgm:t>
    </dgm:pt>
    <dgm:pt modelId="{09EDB4A2-A27B-40C0-BF37-19650DC0767E}" type="parTrans" cxnId="{74CEB92C-D6B8-44D1-9BD1-92260443FE18}">
      <dgm:prSet/>
      <dgm:spPr/>
      <dgm:t>
        <a:bodyPr/>
        <a:lstStyle/>
        <a:p>
          <a:endParaRPr lang="en-US"/>
        </a:p>
      </dgm:t>
    </dgm:pt>
    <dgm:pt modelId="{53972F91-51B7-4175-8BCC-3E93506CBA6B}" type="sibTrans" cxnId="{74CEB92C-D6B8-44D1-9BD1-92260443FE18}">
      <dgm:prSet/>
      <dgm:spPr/>
      <dgm:t>
        <a:bodyPr/>
        <a:lstStyle/>
        <a:p>
          <a:endParaRPr lang="en-US"/>
        </a:p>
      </dgm:t>
    </dgm:pt>
    <dgm:pt modelId="{1A9AEEC2-F825-42B2-A6B6-D1FF0FEE36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kern="1200" dirty="0">
              <a:latin typeface="Consolas" panose="020B0609020204030204" pitchFamily="49" charset="0"/>
              <a:ea typeface="+mn-ea"/>
              <a:cs typeface="+mn-cs"/>
            </a:rPr>
            <a:t>{</a:t>
          </a:r>
          <a:r>
            <a:rPr lang="en-US" sz="2000" kern="1200" dirty="0" err="1">
              <a:latin typeface="Consolas" panose="020B0609020204030204" pitchFamily="49" charset="0"/>
              <a:ea typeface="+mn-ea"/>
              <a:cs typeface="+mn-cs"/>
            </a:rPr>
            <a:t>parameter:constraint</a:t>
          </a:r>
          <a:r>
            <a:rPr lang="en-US" sz="2000" kern="1200" dirty="0">
              <a:latin typeface="Consolas" panose="020B0609020204030204" pitchFamily="49" charset="0"/>
              <a:ea typeface="+mn-ea"/>
              <a:cs typeface="+mn-cs"/>
            </a:rPr>
            <a:t>}</a:t>
          </a:r>
        </a:p>
      </dgm:t>
    </dgm:pt>
    <dgm:pt modelId="{30989372-7599-45FD-9AB1-51552E5AB254}" type="parTrans" cxnId="{E4A4BD21-3D09-4422-8DB8-4E12D9A8F67A}">
      <dgm:prSet/>
      <dgm:spPr/>
      <dgm:t>
        <a:bodyPr/>
        <a:lstStyle/>
        <a:p>
          <a:endParaRPr lang="en-US"/>
        </a:p>
      </dgm:t>
    </dgm:pt>
    <dgm:pt modelId="{D3D264F3-9D50-4DB7-B1DE-4EDB40E28BAB}" type="sibTrans" cxnId="{E4A4BD21-3D09-4422-8DB8-4E12D9A8F67A}">
      <dgm:prSet/>
      <dgm:spPr/>
      <dgm:t>
        <a:bodyPr/>
        <a:lstStyle/>
        <a:p>
          <a:endParaRPr lang="en-US"/>
        </a:p>
      </dgm:t>
    </dgm:pt>
    <dgm:pt modelId="{570DC387-847F-43CB-88C9-4AB6DF1B36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Route template</a:t>
          </a:r>
        </a:p>
      </dgm:t>
    </dgm:pt>
    <dgm:pt modelId="{3C547E27-DF42-47F5-8667-4A9B957F8531}" type="parTrans" cxnId="{A9B6D0A7-268B-4AA6-A1A7-EA84002919B2}">
      <dgm:prSet/>
      <dgm:spPr/>
      <dgm:t>
        <a:bodyPr/>
        <a:lstStyle/>
        <a:p>
          <a:pPr rtl="1"/>
          <a:endParaRPr lang="he-IL"/>
        </a:p>
      </dgm:t>
    </dgm:pt>
    <dgm:pt modelId="{1A1475DF-0222-47F3-8AAE-3F984627FCC8}" type="sibTrans" cxnId="{A9B6D0A7-268B-4AA6-A1A7-EA84002919B2}">
      <dgm:prSet/>
      <dgm:spPr/>
      <dgm:t>
        <a:bodyPr/>
        <a:lstStyle/>
        <a:p>
          <a:pPr rtl="1"/>
          <a:endParaRPr lang="he-IL"/>
        </a:p>
      </dgm:t>
    </dgm:pt>
    <dgm:pt modelId="{31E394CB-DBBB-41EE-A4D6-059FBC33868F}">
      <dgm:prSet/>
      <dgm:spPr/>
      <dgm:t>
        <a:bodyPr/>
        <a:lstStyle/>
        <a:p>
          <a:pPr algn="l" rtl="0">
            <a:lnSpc>
              <a:spcPct val="100000"/>
            </a:lnSpc>
          </a:pPr>
          <a:r>
            <a:rPr lang="en-US" dirty="0">
              <a:latin typeface="Consolas" panose="020B0609020204030204" pitchFamily="49" charset="0"/>
              <a:ea typeface="+mn-ea"/>
              <a:cs typeface="+mn-cs"/>
            </a:rPr>
            <a:t>{[controller]}</a:t>
          </a:r>
          <a:endParaRPr lang="en-US" dirty="0"/>
        </a:p>
      </dgm:t>
    </dgm:pt>
    <dgm:pt modelId="{3284FFB0-99DC-4973-88A1-58E3121A25BD}" type="parTrans" cxnId="{DB8476F3-7A88-4E75-B514-BBAD9782673D}">
      <dgm:prSet/>
      <dgm:spPr/>
      <dgm:t>
        <a:bodyPr/>
        <a:lstStyle/>
        <a:p>
          <a:pPr rtl="1"/>
          <a:endParaRPr lang="he-IL"/>
        </a:p>
      </dgm:t>
    </dgm:pt>
    <dgm:pt modelId="{F1284C0A-5880-45C5-84FB-7EE25AC19C61}" type="sibTrans" cxnId="{DB8476F3-7A88-4E75-B514-BBAD9782673D}">
      <dgm:prSet/>
      <dgm:spPr/>
      <dgm:t>
        <a:bodyPr/>
        <a:lstStyle/>
        <a:p>
          <a:pPr rtl="1"/>
          <a:endParaRPr lang="he-IL"/>
        </a:p>
      </dgm:t>
    </dgm:pt>
    <dgm:pt modelId="{D7521B0A-92EB-438D-81D0-4188066CC739}" type="pres">
      <dgm:prSet presAssocID="{8F0E516B-A092-4735-860F-5201BDC446AB}" presName="root" presStyleCnt="0">
        <dgm:presLayoutVars>
          <dgm:dir/>
          <dgm:resizeHandles val="exact"/>
        </dgm:presLayoutVars>
      </dgm:prSet>
      <dgm:spPr/>
    </dgm:pt>
    <dgm:pt modelId="{495C0F06-B4DD-4F19-B0D1-2E45B55E48EA}" type="pres">
      <dgm:prSet presAssocID="{B0CE1332-A261-4F05-8842-79609797A6D5}" presName="compNode" presStyleCnt="0"/>
      <dgm:spPr/>
    </dgm:pt>
    <dgm:pt modelId="{1E5DAA82-3455-4FE0-A469-153152BE8671}" type="pres">
      <dgm:prSet presAssocID="{B0CE1332-A261-4F05-8842-79609797A6D5}" presName="bgRect" presStyleLbl="bgShp" presStyleIdx="0" presStyleCnt="4" custLinFactNeighborY="-33514"/>
      <dgm:spPr/>
    </dgm:pt>
    <dgm:pt modelId="{9775E85E-7EAA-4737-B699-064B5088AD8D}" type="pres">
      <dgm:prSet presAssocID="{B0CE1332-A261-4F05-8842-79609797A6D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lamation mark with solid fill"/>
        </a:ext>
      </dgm:extLst>
    </dgm:pt>
    <dgm:pt modelId="{61D46F41-F22A-4DF3-A39B-5D504DFDD159}" type="pres">
      <dgm:prSet presAssocID="{B0CE1332-A261-4F05-8842-79609797A6D5}" presName="spaceRect" presStyleCnt="0"/>
      <dgm:spPr/>
    </dgm:pt>
    <dgm:pt modelId="{97402D5A-1EA2-4766-A606-CFF378547D6E}" type="pres">
      <dgm:prSet presAssocID="{B0CE1332-A261-4F05-8842-79609797A6D5}" presName="parTx" presStyleLbl="revTx" presStyleIdx="0" presStyleCnt="8">
        <dgm:presLayoutVars>
          <dgm:chMax val="0"/>
          <dgm:chPref val="0"/>
        </dgm:presLayoutVars>
      </dgm:prSet>
      <dgm:spPr/>
    </dgm:pt>
    <dgm:pt modelId="{89065E1E-AB47-4F61-9EFB-44139BF7800F}" type="pres">
      <dgm:prSet presAssocID="{B0CE1332-A261-4F05-8842-79609797A6D5}" presName="desTx" presStyleLbl="revTx" presStyleIdx="1" presStyleCnt="8">
        <dgm:presLayoutVars/>
      </dgm:prSet>
      <dgm:spPr/>
    </dgm:pt>
    <dgm:pt modelId="{D03365FB-3942-44A2-9CD6-BAF3879D5881}" type="pres">
      <dgm:prSet presAssocID="{A4D0AA9C-6000-4BAD-BCE5-E2EDA72A375F}" presName="sibTrans" presStyleCnt="0"/>
      <dgm:spPr/>
    </dgm:pt>
    <dgm:pt modelId="{AEFB9F0F-337D-4EEF-8628-5007E0BDC826}" type="pres">
      <dgm:prSet presAssocID="{03ABCF84-F70E-4F64-AE7D-BE5234820ADA}" presName="compNode" presStyleCnt="0"/>
      <dgm:spPr/>
    </dgm:pt>
    <dgm:pt modelId="{2F12D368-4E4F-4864-B69E-BA9BB394313A}" type="pres">
      <dgm:prSet presAssocID="{03ABCF84-F70E-4F64-AE7D-BE5234820ADA}" presName="bgRect" presStyleLbl="bgShp" presStyleIdx="1" presStyleCnt="4"/>
      <dgm:spPr/>
    </dgm:pt>
    <dgm:pt modelId="{3070C1A5-E5FB-4138-8D62-7E91F8D3E99A}" type="pres">
      <dgm:prSet presAssocID="{03ABCF84-F70E-4F64-AE7D-BE5234820AD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 with solid fill"/>
        </a:ext>
      </dgm:extLst>
    </dgm:pt>
    <dgm:pt modelId="{638DEA6E-9669-4E92-9703-BB876F6EB6E6}" type="pres">
      <dgm:prSet presAssocID="{03ABCF84-F70E-4F64-AE7D-BE5234820ADA}" presName="spaceRect" presStyleCnt="0"/>
      <dgm:spPr/>
    </dgm:pt>
    <dgm:pt modelId="{1D3B08ED-C7EF-4A23-8D17-0737B546C9A2}" type="pres">
      <dgm:prSet presAssocID="{03ABCF84-F70E-4F64-AE7D-BE5234820ADA}" presName="parTx" presStyleLbl="revTx" presStyleIdx="2" presStyleCnt="8">
        <dgm:presLayoutVars>
          <dgm:chMax val="0"/>
          <dgm:chPref val="0"/>
        </dgm:presLayoutVars>
      </dgm:prSet>
      <dgm:spPr/>
    </dgm:pt>
    <dgm:pt modelId="{9DEC59B3-716E-49F9-8E9B-F972A2B145E2}" type="pres">
      <dgm:prSet presAssocID="{03ABCF84-F70E-4F64-AE7D-BE5234820ADA}" presName="desTx" presStyleLbl="revTx" presStyleIdx="3" presStyleCnt="8">
        <dgm:presLayoutVars/>
      </dgm:prSet>
      <dgm:spPr/>
    </dgm:pt>
    <dgm:pt modelId="{BF3F7569-839F-4D21-8A1B-D8C01AEE114F}" type="pres">
      <dgm:prSet presAssocID="{74E752EA-3408-4E3B-85AE-4FC6F2276FE2}" presName="sibTrans" presStyleCnt="0"/>
      <dgm:spPr/>
    </dgm:pt>
    <dgm:pt modelId="{C0722537-38A4-4A6B-B3D9-D854E1E916C8}" type="pres">
      <dgm:prSet presAssocID="{0E7BD418-1B51-40C7-A8FC-C0464DAF1B9F}" presName="compNode" presStyleCnt="0"/>
      <dgm:spPr/>
    </dgm:pt>
    <dgm:pt modelId="{4F2CC18D-F5E7-4120-B1B9-0DA7D7FF849E}" type="pres">
      <dgm:prSet presAssocID="{0E7BD418-1B51-40C7-A8FC-C0464DAF1B9F}" presName="bgRect" presStyleLbl="bgShp" presStyleIdx="2" presStyleCnt="4"/>
      <dgm:spPr/>
    </dgm:pt>
    <dgm:pt modelId="{6DB79B61-9C71-475C-983E-16280E08203C}" type="pres">
      <dgm:prSet presAssocID="{0E7BD418-1B51-40C7-A8FC-C0464DAF1B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box Checked outline"/>
        </a:ext>
      </dgm:extLst>
    </dgm:pt>
    <dgm:pt modelId="{0476625F-98B5-4072-ADDD-BF1A8C289B27}" type="pres">
      <dgm:prSet presAssocID="{0E7BD418-1B51-40C7-A8FC-C0464DAF1B9F}" presName="spaceRect" presStyleCnt="0"/>
      <dgm:spPr/>
    </dgm:pt>
    <dgm:pt modelId="{4D277042-3C36-4E1C-B38F-D971D834DB03}" type="pres">
      <dgm:prSet presAssocID="{0E7BD418-1B51-40C7-A8FC-C0464DAF1B9F}" presName="parTx" presStyleLbl="revTx" presStyleIdx="4" presStyleCnt="8">
        <dgm:presLayoutVars>
          <dgm:chMax val="0"/>
          <dgm:chPref val="0"/>
        </dgm:presLayoutVars>
      </dgm:prSet>
      <dgm:spPr/>
    </dgm:pt>
    <dgm:pt modelId="{E72A3F9B-8885-4F3D-9831-E1AAE9134343}" type="pres">
      <dgm:prSet presAssocID="{0E7BD418-1B51-40C7-A8FC-C0464DAF1B9F}" presName="desTx" presStyleLbl="revTx" presStyleIdx="5" presStyleCnt="8">
        <dgm:presLayoutVars/>
      </dgm:prSet>
      <dgm:spPr/>
    </dgm:pt>
    <dgm:pt modelId="{992A73A9-237A-4566-A430-00FB070FFA6E}" type="pres">
      <dgm:prSet presAssocID="{53972F91-51B7-4175-8BCC-3E93506CBA6B}" presName="sibTrans" presStyleCnt="0"/>
      <dgm:spPr/>
    </dgm:pt>
    <dgm:pt modelId="{A365017B-85DF-4DF0-8638-BB9BA9DA7644}" type="pres">
      <dgm:prSet presAssocID="{570DC387-847F-43CB-88C9-4AB6DF1B36D5}" presName="compNode" presStyleCnt="0"/>
      <dgm:spPr/>
    </dgm:pt>
    <dgm:pt modelId="{609C5F22-7796-420E-991C-089307D9BE1F}" type="pres">
      <dgm:prSet presAssocID="{570DC387-847F-43CB-88C9-4AB6DF1B36D5}" presName="bgRect" presStyleLbl="bgShp" presStyleIdx="3" presStyleCnt="4"/>
      <dgm:spPr/>
    </dgm:pt>
    <dgm:pt modelId="{7049203E-AF77-4B57-B15E-CB028718798D}" type="pres">
      <dgm:prSet presAssocID="{570DC387-847F-43CB-88C9-4AB6DF1B36D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סימניה קו מיתאר"/>
        </a:ext>
      </dgm:extLst>
    </dgm:pt>
    <dgm:pt modelId="{0BCF05C6-2613-4C1C-A08B-FDB1F09F89FE}" type="pres">
      <dgm:prSet presAssocID="{570DC387-847F-43CB-88C9-4AB6DF1B36D5}" presName="spaceRect" presStyleCnt="0"/>
      <dgm:spPr/>
    </dgm:pt>
    <dgm:pt modelId="{964C534A-0144-4DDE-BF7C-414A94107748}" type="pres">
      <dgm:prSet presAssocID="{570DC387-847F-43CB-88C9-4AB6DF1B36D5}" presName="parTx" presStyleLbl="revTx" presStyleIdx="6" presStyleCnt="8">
        <dgm:presLayoutVars>
          <dgm:chMax val="0"/>
          <dgm:chPref val="0"/>
        </dgm:presLayoutVars>
      </dgm:prSet>
      <dgm:spPr/>
    </dgm:pt>
    <dgm:pt modelId="{D38A29C0-B5BE-4902-A198-79B9EBF89A61}" type="pres">
      <dgm:prSet presAssocID="{570DC387-847F-43CB-88C9-4AB6DF1B36D5}" presName="desTx" presStyleLbl="revTx" presStyleIdx="7" presStyleCnt="8">
        <dgm:presLayoutVars/>
      </dgm:prSet>
      <dgm:spPr/>
    </dgm:pt>
  </dgm:ptLst>
  <dgm:cxnLst>
    <dgm:cxn modelId="{9075530C-C034-41CD-8B59-2ED4852078B4}" srcId="{B0CE1332-A261-4F05-8842-79609797A6D5}" destId="{1E5E66F1-C72E-4D76-8A52-EB65E9ECEF13}" srcOrd="0" destOrd="0" parTransId="{B465AE60-4635-4066-932B-4C4F94D0DFBF}" sibTransId="{962259BD-1E1C-488C-8BBC-D50829FFB117}"/>
    <dgm:cxn modelId="{ABE0250E-3B38-462A-A93E-9B3FB68BCDCF}" type="presOf" srcId="{570DC387-847F-43CB-88C9-4AB6DF1B36D5}" destId="{964C534A-0144-4DDE-BF7C-414A94107748}" srcOrd="0" destOrd="0" presId="urn:microsoft.com/office/officeart/2018/2/layout/IconVerticalSolidList"/>
    <dgm:cxn modelId="{AEB8541B-1D32-4780-98D2-C03CC8A7D20F}" type="presOf" srcId="{B0CE1332-A261-4F05-8842-79609797A6D5}" destId="{97402D5A-1EA2-4766-A606-CFF378547D6E}" srcOrd="0" destOrd="0" presId="urn:microsoft.com/office/officeart/2018/2/layout/IconVerticalSolidList"/>
    <dgm:cxn modelId="{E4A4BD21-3D09-4422-8DB8-4E12D9A8F67A}" srcId="{0E7BD418-1B51-40C7-A8FC-C0464DAF1B9F}" destId="{1A9AEEC2-F825-42B2-A6B6-D1FF0FEE36F5}" srcOrd="0" destOrd="0" parTransId="{30989372-7599-45FD-9AB1-51552E5AB254}" sibTransId="{D3D264F3-9D50-4DB7-B1DE-4EDB40E28BAB}"/>
    <dgm:cxn modelId="{74CEB92C-D6B8-44D1-9BD1-92260443FE18}" srcId="{8F0E516B-A092-4735-860F-5201BDC446AB}" destId="{0E7BD418-1B51-40C7-A8FC-C0464DAF1B9F}" srcOrd="2" destOrd="0" parTransId="{09EDB4A2-A27B-40C0-BF37-19650DC0767E}" sibTransId="{53972F91-51B7-4175-8BCC-3E93506CBA6B}"/>
    <dgm:cxn modelId="{B92B5473-54B2-4DA8-9E7F-C4FF17488743}" type="presOf" srcId="{E639E9AE-26D9-4C32-92B6-10739F770F06}" destId="{9DEC59B3-716E-49F9-8E9B-F972A2B145E2}" srcOrd="0" destOrd="0" presId="urn:microsoft.com/office/officeart/2018/2/layout/IconVerticalSolidList"/>
    <dgm:cxn modelId="{FF30A977-751B-4D54-BB59-9DFC8B6814FF}" srcId="{8F0E516B-A092-4735-860F-5201BDC446AB}" destId="{B0CE1332-A261-4F05-8842-79609797A6D5}" srcOrd="0" destOrd="0" parTransId="{F5CCBC12-7321-4196-B84B-C970E20A8743}" sibTransId="{A4D0AA9C-6000-4BAD-BCE5-E2EDA72A375F}"/>
    <dgm:cxn modelId="{07508D8D-0B4B-413C-9033-F13D2352A066}" type="presOf" srcId="{31E394CB-DBBB-41EE-A4D6-059FBC33868F}" destId="{D38A29C0-B5BE-4902-A198-79B9EBF89A61}" srcOrd="0" destOrd="0" presId="urn:microsoft.com/office/officeart/2018/2/layout/IconVerticalSolidList"/>
    <dgm:cxn modelId="{8C42C099-1DE8-482F-A5A3-A252AFA070E8}" type="presOf" srcId="{1A9AEEC2-F825-42B2-A6B6-D1FF0FEE36F5}" destId="{E72A3F9B-8885-4F3D-9831-E1AAE9134343}" srcOrd="0" destOrd="0" presId="urn:microsoft.com/office/officeart/2018/2/layout/IconVerticalSolidList"/>
    <dgm:cxn modelId="{DB79389E-2D97-4600-A296-FAE9A5811150}" type="presOf" srcId="{8F0E516B-A092-4735-860F-5201BDC446AB}" destId="{D7521B0A-92EB-438D-81D0-4188066CC739}" srcOrd="0" destOrd="0" presId="urn:microsoft.com/office/officeart/2018/2/layout/IconVerticalSolidList"/>
    <dgm:cxn modelId="{A9B6D0A7-268B-4AA6-A1A7-EA84002919B2}" srcId="{8F0E516B-A092-4735-860F-5201BDC446AB}" destId="{570DC387-847F-43CB-88C9-4AB6DF1B36D5}" srcOrd="3" destOrd="0" parTransId="{3C547E27-DF42-47F5-8667-4A9B957F8531}" sibTransId="{1A1475DF-0222-47F3-8AAE-3F984627FCC8}"/>
    <dgm:cxn modelId="{85BDC5A9-B16B-44C7-8E3C-F88793F8B0C5}" srcId="{03ABCF84-F70E-4F64-AE7D-BE5234820ADA}" destId="{E639E9AE-26D9-4C32-92B6-10739F770F06}" srcOrd="0" destOrd="0" parTransId="{2DED0322-9688-4126-9A43-DFCC319F4D94}" sibTransId="{7213F953-5EA2-49F3-A282-F4C089C7E935}"/>
    <dgm:cxn modelId="{313A4FD8-79FC-4FBC-B8BF-92B9298F02D8}" type="presOf" srcId="{1E5E66F1-C72E-4D76-8A52-EB65E9ECEF13}" destId="{89065E1E-AB47-4F61-9EFB-44139BF7800F}" srcOrd="0" destOrd="0" presId="urn:microsoft.com/office/officeart/2018/2/layout/IconVerticalSolidList"/>
    <dgm:cxn modelId="{D2E598EE-5608-481F-8F56-84A50FCAEE80}" srcId="{8F0E516B-A092-4735-860F-5201BDC446AB}" destId="{03ABCF84-F70E-4F64-AE7D-BE5234820ADA}" srcOrd="1" destOrd="0" parTransId="{68AA42B9-FED8-4813-9E40-807BCD657A44}" sibTransId="{74E752EA-3408-4E3B-85AE-4FC6F2276FE2}"/>
    <dgm:cxn modelId="{3B0127EF-9BBC-4A5F-8FAB-1B1C7C82F969}" type="presOf" srcId="{03ABCF84-F70E-4F64-AE7D-BE5234820ADA}" destId="{1D3B08ED-C7EF-4A23-8D17-0737B546C9A2}" srcOrd="0" destOrd="0" presId="urn:microsoft.com/office/officeart/2018/2/layout/IconVerticalSolidList"/>
    <dgm:cxn modelId="{54F393F2-7F8D-4DFB-8BE0-EFE5D65F3EC3}" type="presOf" srcId="{0E7BD418-1B51-40C7-A8FC-C0464DAF1B9F}" destId="{4D277042-3C36-4E1C-B38F-D971D834DB03}" srcOrd="0" destOrd="0" presId="urn:microsoft.com/office/officeart/2018/2/layout/IconVerticalSolidList"/>
    <dgm:cxn modelId="{DB8476F3-7A88-4E75-B514-BBAD9782673D}" srcId="{570DC387-847F-43CB-88C9-4AB6DF1B36D5}" destId="{31E394CB-DBBB-41EE-A4D6-059FBC33868F}" srcOrd="0" destOrd="0" parTransId="{3284FFB0-99DC-4973-88A1-58E3121A25BD}" sibTransId="{F1284C0A-5880-45C5-84FB-7EE25AC19C61}"/>
    <dgm:cxn modelId="{F2D1A686-12D1-4674-B019-0F714E720E27}" type="presParOf" srcId="{D7521B0A-92EB-438D-81D0-4188066CC739}" destId="{495C0F06-B4DD-4F19-B0D1-2E45B55E48EA}" srcOrd="0" destOrd="0" presId="urn:microsoft.com/office/officeart/2018/2/layout/IconVerticalSolidList"/>
    <dgm:cxn modelId="{44C183B8-F8F4-4208-9A9F-5B0976F823A2}" type="presParOf" srcId="{495C0F06-B4DD-4F19-B0D1-2E45B55E48EA}" destId="{1E5DAA82-3455-4FE0-A469-153152BE8671}" srcOrd="0" destOrd="0" presId="urn:microsoft.com/office/officeart/2018/2/layout/IconVerticalSolidList"/>
    <dgm:cxn modelId="{64CCCA17-9685-4F29-A237-896EC958936A}" type="presParOf" srcId="{495C0F06-B4DD-4F19-B0D1-2E45B55E48EA}" destId="{9775E85E-7EAA-4737-B699-064B5088AD8D}" srcOrd="1" destOrd="0" presId="urn:microsoft.com/office/officeart/2018/2/layout/IconVerticalSolidList"/>
    <dgm:cxn modelId="{8A3DCD62-69FB-4AD1-BA88-1C247BE304AD}" type="presParOf" srcId="{495C0F06-B4DD-4F19-B0D1-2E45B55E48EA}" destId="{61D46F41-F22A-4DF3-A39B-5D504DFDD159}" srcOrd="2" destOrd="0" presId="urn:microsoft.com/office/officeart/2018/2/layout/IconVerticalSolidList"/>
    <dgm:cxn modelId="{3FB3F94E-E3CF-4A14-8B71-9CFA79B5FBEB}" type="presParOf" srcId="{495C0F06-B4DD-4F19-B0D1-2E45B55E48EA}" destId="{97402D5A-1EA2-4766-A606-CFF378547D6E}" srcOrd="3" destOrd="0" presId="urn:microsoft.com/office/officeart/2018/2/layout/IconVerticalSolidList"/>
    <dgm:cxn modelId="{0126567A-3A7D-4828-BE91-51AB595D8FDC}" type="presParOf" srcId="{495C0F06-B4DD-4F19-B0D1-2E45B55E48EA}" destId="{89065E1E-AB47-4F61-9EFB-44139BF7800F}" srcOrd="4" destOrd="0" presId="urn:microsoft.com/office/officeart/2018/2/layout/IconVerticalSolidList"/>
    <dgm:cxn modelId="{BEC850B0-10FB-4575-B1EF-DCE28423E6A2}" type="presParOf" srcId="{D7521B0A-92EB-438D-81D0-4188066CC739}" destId="{D03365FB-3942-44A2-9CD6-BAF3879D5881}" srcOrd="1" destOrd="0" presId="urn:microsoft.com/office/officeart/2018/2/layout/IconVerticalSolidList"/>
    <dgm:cxn modelId="{8FA51B90-6459-437F-850F-972B30FBFC84}" type="presParOf" srcId="{D7521B0A-92EB-438D-81D0-4188066CC739}" destId="{AEFB9F0F-337D-4EEF-8628-5007E0BDC826}" srcOrd="2" destOrd="0" presId="urn:microsoft.com/office/officeart/2018/2/layout/IconVerticalSolidList"/>
    <dgm:cxn modelId="{FF2B52EC-2EB1-4186-A046-763F3EE827EE}" type="presParOf" srcId="{AEFB9F0F-337D-4EEF-8628-5007E0BDC826}" destId="{2F12D368-4E4F-4864-B69E-BA9BB394313A}" srcOrd="0" destOrd="0" presId="urn:microsoft.com/office/officeart/2018/2/layout/IconVerticalSolidList"/>
    <dgm:cxn modelId="{D8CBFDE7-176B-4A36-883B-B524143A00C5}" type="presParOf" srcId="{AEFB9F0F-337D-4EEF-8628-5007E0BDC826}" destId="{3070C1A5-E5FB-4138-8D62-7E91F8D3E99A}" srcOrd="1" destOrd="0" presId="urn:microsoft.com/office/officeart/2018/2/layout/IconVerticalSolidList"/>
    <dgm:cxn modelId="{B55FB593-D703-48B8-8050-E2951E760F61}" type="presParOf" srcId="{AEFB9F0F-337D-4EEF-8628-5007E0BDC826}" destId="{638DEA6E-9669-4E92-9703-BB876F6EB6E6}" srcOrd="2" destOrd="0" presId="urn:microsoft.com/office/officeart/2018/2/layout/IconVerticalSolidList"/>
    <dgm:cxn modelId="{82E0E205-B79E-42E5-9FD5-C7B2DEE4F278}" type="presParOf" srcId="{AEFB9F0F-337D-4EEF-8628-5007E0BDC826}" destId="{1D3B08ED-C7EF-4A23-8D17-0737B546C9A2}" srcOrd="3" destOrd="0" presId="urn:microsoft.com/office/officeart/2018/2/layout/IconVerticalSolidList"/>
    <dgm:cxn modelId="{AEF4E511-F395-4C89-81C7-46BCF92BA959}" type="presParOf" srcId="{AEFB9F0F-337D-4EEF-8628-5007E0BDC826}" destId="{9DEC59B3-716E-49F9-8E9B-F972A2B145E2}" srcOrd="4" destOrd="0" presId="urn:microsoft.com/office/officeart/2018/2/layout/IconVerticalSolidList"/>
    <dgm:cxn modelId="{C8806815-2C5C-4C3A-8288-77F6C3FEE7C1}" type="presParOf" srcId="{D7521B0A-92EB-438D-81D0-4188066CC739}" destId="{BF3F7569-839F-4D21-8A1B-D8C01AEE114F}" srcOrd="3" destOrd="0" presId="urn:microsoft.com/office/officeart/2018/2/layout/IconVerticalSolidList"/>
    <dgm:cxn modelId="{58D0A062-893D-4EAE-A38B-4FD47AE54B71}" type="presParOf" srcId="{D7521B0A-92EB-438D-81D0-4188066CC739}" destId="{C0722537-38A4-4A6B-B3D9-D854E1E916C8}" srcOrd="4" destOrd="0" presId="urn:microsoft.com/office/officeart/2018/2/layout/IconVerticalSolidList"/>
    <dgm:cxn modelId="{ED64CBB0-3485-46CC-BAB2-49F43636C080}" type="presParOf" srcId="{C0722537-38A4-4A6B-B3D9-D854E1E916C8}" destId="{4F2CC18D-F5E7-4120-B1B9-0DA7D7FF849E}" srcOrd="0" destOrd="0" presId="urn:microsoft.com/office/officeart/2018/2/layout/IconVerticalSolidList"/>
    <dgm:cxn modelId="{B238F6CA-07F1-40E2-A75C-94996737F1B7}" type="presParOf" srcId="{C0722537-38A4-4A6B-B3D9-D854E1E916C8}" destId="{6DB79B61-9C71-475C-983E-16280E08203C}" srcOrd="1" destOrd="0" presId="urn:microsoft.com/office/officeart/2018/2/layout/IconVerticalSolidList"/>
    <dgm:cxn modelId="{7A4948C4-0D51-4640-834B-C22FC8DD1CF4}" type="presParOf" srcId="{C0722537-38A4-4A6B-B3D9-D854E1E916C8}" destId="{0476625F-98B5-4072-ADDD-BF1A8C289B27}" srcOrd="2" destOrd="0" presId="urn:microsoft.com/office/officeart/2018/2/layout/IconVerticalSolidList"/>
    <dgm:cxn modelId="{C095C09F-1FED-49F0-83C9-C963C24E20E2}" type="presParOf" srcId="{C0722537-38A4-4A6B-B3D9-D854E1E916C8}" destId="{4D277042-3C36-4E1C-B38F-D971D834DB03}" srcOrd="3" destOrd="0" presId="urn:microsoft.com/office/officeart/2018/2/layout/IconVerticalSolidList"/>
    <dgm:cxn modelId="{3D20316B-948C-4EBA-A1CE-770898860E1E}" type="presParOf" srcId="{C0722537-38A4-4A6B-B3D9-D854E1E916C8}" destId="{E72A3F9B-8885-4F3D-9831-E1AAE9134343}" srcOrd="4" destOrd="0" presId="urn:microsoft.com/office/officeart/2018/2/layout/IconVerticalSolidList"/>
    <dgm:cxn modelId="{3AEA69D9-CCB9-4581-963E-047CA3328A3A}" type="presParOf" srcId="{D7521B0A-92EB-438D-81D0-4188066CC739}" destId="{992A73A9-237A-4566-A430-00FB070FFA6E}" srcOrd="5" destOrd="0" presId="urn:microsoft.com/office/officeart/2018/2/layout/IconVerticalSolidList"/>
    <dgm:cxn modelId="{D390E7B3-AB13-4009-A82B-76BBD821620F}" type="presParOf" srcId="{D7521B0A-92EB-438D-81D0-4188066CC739}" destId="{A365017B-85DF-4DF0-8638-BB9BA9DA7644}" srcOrd="6" destOrd="0" presId="urn:microsoft.com/office/officeart/2018/2/layout/IconVerticalSolidList"/>
    <dgm:cxn modelId="{E5C6113A-F7B4-4BD9-9F9E-84D14CA44271}" type="presParOf" srcId="{A365017B-85DF-4DF0-8638-BB9BA9DA7644}" destId="{609C5F22-7796-420E-991C-089307D9BE1F}" srcOrd="0" destOrd="0" presId="urn:microsoft.com/office/officeart/2018/2/layout/IconVerticalSolidList"/>
    <dgm:cxn modelId="{763BD116-81F3-45BB-968C-780231352A0E}" type="presParOf" srcId="{A365017B-85DF-4DF0-8638-BB9BA9DA7644}" destId="{7049203E-AF77-4B57-B15E-CB028718798D}" srcOrd="1" destOrd="0" presId="urn:microsoft.com/office/officeart/2018/2/layout/IconVerticalSolidList"/>
    <dgm:cxn modelId="{7D960A7A-999C-4B43-97E1-E4AF7DBDA408}" type="presParOf" srcId="{A365017B-85DF-4DF0-8638-BB9BA9DA7644}" destId="{0BCF05C6-2613-4C1C-A08B-FDB1F09F89FE}" srcOrd="2" destOrd="0" presId="urn:microsoft.com/office/officeart/2018/2/layout/IconVerticalSolidList"/>
    <dgm:cxn modelId="{F0DECE99-A5EF-4670-89E0-2E13F3DDBF19}" type="presParOf" srcId="{A365017B-85DF-4DF0-8638-BB9BA9DA7644}" destId="{964C534A-0144-4DDE-BF7C-414A94107748}" srcOrd="3" destOrd="0" presId="urn:microsoft.com/office/officeart/2018/2/layout/IconVerticalSolidList"/>
    <dgm:cxn modelId="{F6CA529C-7DFF-4699-A9BE-F925374CCBB2}" type="presParOf" srcId="{A365017B-85DF-4DF0-8638-BB9BA9DA7644}" destId="{D38A29C0-B5BE-4902-A198-79B9EBF89A6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9DE8CB-F959-41B0-A479-87DBBD782CA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3DBB66-DEC5-4417-BE6B-40D99439E4DE}">
      <dgm:prSet/>
      <dgm:spPr/>
      <dgm:t>
        <a:bodyPr/>
        <a:lstStyle/>
        <a:p>
          <a:r>
            <a:rPr lang="en-US"/>
            <a:t>Get</a:t>
          </a:r>
        </a:p>
      </dgm:t>
    </dgm:pt>
    <dgm:pt modelId="{EAA2D913-CCB2-444C-B991-8F0A087D8C54}" type="parTrans" cxnId="{6D3A1F4F-7D6E-4120-9CE4-F8CE998B4A25}">
      <dgm:prSet/>
      <dgm:spPr/>
      <dgm:t>
        <a:bodyPr/>
        <a:lstStyle/>
        <a:p>
          <a:endParaRPr lang="en-US"/>
        </a:p>
      </dgm:t>
    </dgm:pt>
    <dgm:pt modelId="{74200FED-BEDD-46A8-B1DE-6355F28EA331}" type="sibTrans" cxnId="{6D3A1F4F-7D6E-4120-9CE4-F8CE998B4A25}">
      <dgm:prSet/>
      <dgm:spPr/>
      <dgm:t>
        <a:bodyPr/>
        <a:lstStyle/>
        <a:p>
          <a:endParaRPr lang="en-US"/>
        </a:p>
      </dgm:t>
    </dgm:pt>
    <dgm:pt modelId="{FA1BE9DF-14BF-4735-89A9-F9848FD5FE07}">
      <dgm:prSet/>
      <dgm:spPr/>
      <dgm:t>
        <a:bodyPr/>
        <a:lstStyle/>
        <a:p>
          <a:r>
            <a:rPr lang="en-US"/>
            <a:t>Get by ID</a:t>
          </a:r>
        </a:p>
      </dgm:t>
    </dgm:pt>
    <dgm:pt modelId="{15C4FA82-F585-499C-9EE1-627D7252BAFB}" type="parTrans" cxnId="{B459F023-4630-4A91-A9D5-F371D15AEC4D}">
      <dgm:prSet/>
      <dgm:spPr/>
      <dgm:t>
        <a:bodyPr/>
        <a:lstStyle/>
        <a:p>
          <a:endParaRPr lang="en-US"/>
        </a:p>
      </dgm:t>
    </dgm:pt>
    <dgm:pt modelId="{309AF285-D941-4397-AB47-3A0D594B8BBA}" type="sibTrans" cxnId="{B459F023-4630-4A91-A9D5-F371D15AEC4D}">
      <dgm:prSet/>
      <dgm:spPr/>
      <dgm:t>
        <a:bodyPr/>
        <a:lstStyle/>
        <a:p>
          <a:endParaRPr lang="en-US"/>
        </a:p>
      </dgm:t>
    </dgm:pt>
    <dgm:pt modelId="{9BD41399-8673-4663-9A9C-300837916D15}">
      <dgm:prSet/>
      <dgm:spPr/>
      <dgm:t>
        <a:bodyPr/>
        <a:lstStyle/>
        <a:p>
          <a:r>
            <a:rPr lang="en-US"/>
            <a:t>Post</a:t>
          </a:r>
        </a:p>
      </dgm:t>
    </dgm:pt>
    <dgm:pt modelId="{BE8433F9-BB23-4B79-81D3-E32A54C7C5A8}" type="parTrans" cxnId="{5549BC2A-0473-4E7A-BE3C-987473ED17A1}">
      <dgm:prSet/>
      <dgm:spPr/>
      <dgm:t>
        <a:bodyPr/>
        <a:lstStyle/>
        <a:p>
          <a:endParaRPr lang="en-US"/>
        </a:p>
      </dgm:t>
    </dgm:pt>
    <dgm:pt modelId="{2F1E8EE4-306A-422A-8DB4-1B4CB593852F}" type="sibTrans" cxnId="{5549BC2A-0473-4E7A-BE3C-987473ED17A1}">
      <dgm:prSet/>
      <dgm:spPr/>
      <dgm:t>
        <a:bodyPr/>
        <a:lstStyle/>
        <a:p>
          <a:endParaRPr lang="en-US"/>
        </a:p>
      </dgm:t>
    </dgm:pt>
    <dgm:pt modelId="{62D78718-10C6-4F32-9602-65A8E59B92B2}">
      <dgm:prSet/>
      <dgm:spPr/>
      <dgm:t>
        <a:bodyPr/>
        <a:lstStyle/>
        <a:p>
          <a:r>
            <a:rPr lang="en-US"/>
            <a:t>Put</a:t>
          </a:r>
        </a:p>
      </dgm:t>
    </dgm:pt>
    <dgm:pt modelId="{509C5CAB-D392-41E8-AE03-11B8F66A2645}" type="parTrans" cxnId="{CB1F3C33-794B-43A0-A40D-BD38FD62823B}">
      <dgm:prSet/>
      <dgm:spPr/>
      <dgm:t>
        <a:bodyPr/>
        <a:lstStyle/>
        <a:p>
          <a:endParaRPr lang="en-US"/>
        </a:p>
      </dgm:t>
    </dgm:pt>
    <dgm:pt modelId="{7A30ADCD-1B14-4D7B-9676-650B2BE1EBCE}" type="sibTrans" cxnId="{CB1F3C33-794B-43A0-A40D-BD38FD62823B}">
      <dgm:prSet/>
      <dgm:spPr/>
      <dgm:t>
        <a:bodyPr/>
        <a:lstStyle/>
        <a:p>
          <a:endParaRPr lang="en-US"/>
        </a:p>
      </dgm:t>
    </dgm:pt>
    <dgm:pt modelId="{9C754186-56CE-4CF4-B5E2-7004F8C08E81}">
      <dgm:prSet/>
      <dgm:spPr/>
      <dgm:t>
        <a:bodyPr/>
        <a:lstStyle/>
        <a:p>
          <a:r>
            <a:rPr lang="en-US"/>
            <a:t>Delete</a:t>
          </a:r>
        </a:p>
      </dgm:t>
    </dgm:pt>
    <dgm:pt modelId="{5103F69B-2923-4BA6-BD76-4D2777E96EFD}" type="parTrans" cxnId="{76B6586F-4436-4737-96F8-4BBE79905651}">
      <dgm:prSet/>
      <dgm:spPr/>
      <dgm:t>
        <a:bodyPr/>
        <a:lstStyle/>
        <a:p>
          <a:endParaRPr lang="en-US"/>
        </a:p>
      </dgm:t>
    </dgm:pt>
    <dgm:pt modelId="{4725FC36-B817-4F0D-B237-087B3166B3A0}" type="sibTrans" cxnId="{76B6586F-4436-4737-96F8-4BBE79905651}">
      <dgm:prSet/>
      <dgm:spPr/>
      <dgm:t>
        <a:bodyPr/>
        <a:lstStyle/>
        <a:p>
          <a:endParaRPr lang="en-US"/>
        </a:p>
      </dgm:t>
    </dgm:pt>
    <dgm:pt modelId="{7E1BA1CA-18A2-42D7-A329-4778DFB474D9}" type="pres">
      <dgm:prSet presAssocID="{DE9DE8CB-F959-41B0-A479-87DBBD782CAC}" presName="diagram" presStyleCnt="0">
        <dgm:presLayoutVars>
          <dgm:dir/>
          <dgm:resizeHandles val="exact"/>
        </dgm:presLayoutVars>
      </dgm:prSet>
      <dgm:spPr/>
    </dgm:pt>
    <dgm:pt modelId="{8F29DA6D-12F5-4AA9-91E3-B47630DCDB68}" type="pres">
      <dgm:prSet presAssocID="{713DBB66-DEC5-4417-BE6B-40D99439E4DE}" presName="node" presStyleLbl="node1" presStyleIdx="0" presStyleCnt="5">
        <dgm:presLayoutVars>
          <dgm:bulletEnabled val="1"/>
        </dgm:presLayoutVars>
      </dgm:prSet>
      <dgm:spPr/>
    </dgm:pt>
    <dgm:pt modelId="{C8A09489-7061-403D-B713-DC5105BAAAFF}" type="pres">
      <dgm:prSet presAssocID="{74200FED-BEDD-46A8-B1DE-6355F28EA331}" presName="sibTrans" presStyleCnt="0"/>
      <dgm:spPr/>
    </dgm:pt>
    <dgm:pt modelId="{EB5CDC17-0107-4ED0-9CC4-26FB24303866}" type="pres">
      <dgm:prSet presAssocID="{FA1BE9DF-14BF-4735-89A9-F9848FD5FE07}" presName="node" presStyleLbl="node1" presStyleIdx="1" presStyleCnt="5">
        <dgm:presLayoutVars>
          <dgm:bulletEnabled val="1"/>
        </dgm:presLayoutVars>
      </dgm:prSet>
      <dgm:spPr/>
    </dgm:pt>
    <dgm:pt modelId="{FBE3045B-9E00-408B-865A-7792078D4EED}" type="pres">
      <dgm:prSet presAssocID="{309AF285-D941-4397-AB47-3A0D594B8BBA}" presName="sibTrans" presStyleCnt="0"/>
      <dgm:spPr/>
    </dgm:pt>
    <dgm:pt modelId="{F8131BE5-BF26-4D6E-A8EB-C9F1DD8FDC58}" type="pres">
      <dgm:prSet presAssocID="{9BD41399-8673-4663-9A9C-300837916D15}" presName="node" presStyleLbl="node1" presStyleIdx="2" presStyleCnt="5">
        <dgm:presLayoutVars>
          <dgm:bulletEnabled val="1"/>
        </dgm:presLayoutVars>
      </dgm:prSet>
      <dgm:spPr/>
    </dgm:pt>
    <dgm:pt modelId="{0AAF6127-5729-4585-A8EF-96F6366E45B7}" type="pres">
      <dgm:prSet presAssocID="{2F1E8EE4-306A-422A-8DB4-1B4CB593852F}" presName="sibTrans" presStyleCnt="0"/>
      <dgm:spPr/>
    </dgm:pt>
    <dgm:pt modelId="{4934B0A9-2CD5-400F-BE34-02E919E93FA5}" type="pres">
      <dgm:prSet presAssocID="{62D78718-10C6-4F32-9602-65A8E59B92B2}" presName="node" presStyleLbl="node1" presStyleIdx="3" presStyleCnt="5">
        <dgm:presLayoutVars>
          <dgm:bulletEnabled val="1"/>
        </dgm:presLayoutVars>
      </dgm:prSet>
      <dgm:spPr/>
    </dgm:pt>
    <dgm:pt modelId="{73C579BC-56FF-477C-9E45-99F05EB8D1E6}" type="pres">
      <dgm:prSet presAssocID="{7A30ADCD-1B14-4D7B-9676-650B2BE1EBCE}" presName="sibTrans" presStyleCnt="0"/>
      <dgm:spPr/>
    </dgm:pt>
    <dgm:pt modelId="{3176A5C4-2606-42AB-9AC2-3A189094020E}" type="pres">
      <dgm:prSet presAssocID="{9C754186-56CE-4CF4-B5E2-7004F8C08E81}" presName="node" presStyleLbl="node1" presStyleIdx="4" presStyleCnt="5">
        <dgm:presLayoutVars>
          <dgm:bulletEnabled val="1"/>
        </dgm:presLayoutVars>
      </dgm:prSet>
      <dgm:spPr/>
    </dgm:pt>
  </dgm:ptLst>
  <dgm:cxnLst>
    <dgm:cxn modelId="{DC6EA212-442E-4D10-B469-DEF7164986DB}" type="presOf" srcId="{9BD41399-8673-4663-9A9C-300837916D15}" destId="{F8131BE5-BF26-4D6E-A8EB-C9F1DD8FDC58}" srcOrd="0" destOrd="0" presId="urn:microsoft.com/office/officeart/2005/8/layout/default"/>
    <dgm:cxn modelId="{AA0CE418-D6C0-4A5D-922C-3ECE3D993082}" type="presOf" srcId="{62D78718-10C6-4F32-9602-65A8E59B92B2}" destId="{4934B0A9-2CD5-400F-BE34-02E919E93FA5}" srcOrd="0" destOrd="0" presId="urn:microsoft.com/office/officeart/2005/8/layout/default"/>
    <dgm:cxn modelId="{B459F023-4630-4A91-A9D5-F371D15AEC4D}" srcId="{DE9DE8CB-F959-41B0-A479-87DBBD782CAC}" destId="{FA1BE9DF-14BF-4735-89A9-F9848FD5FE07}" srcOrd="1" destOrd="0" parTransId="{15C4FA82-F585-499C-9EE1-627D7252BAFB}" sibTransId="{309AF285-D941-4397-AB47-3A0D594B8BBA}"/>
    <dgm:cxn modelId="{5549BC2A-0473-4E7A-BE3C-987473ED17A1}" srcId="{DE9DE8CB-F959-41B0-A479-87DBBD782CAC}" destId="{9BD41399-8673-4663-9A9C-300837916D15}" srcOrd="2" destOrd="0" parTransId="{BE8433F9-BB23-4B79-81D3-E32A54C7C5A8}" sibTransId="{2F1E8EE4-306A-422A-8DB4-1B4CB593852F}"/>
    <dgm:cxn modelId="{CB1F3C33-794B-43A0-A40D-BD38FD62823B}" srcId="{DE9DE8CB-F959-41B0-A479-87DBBD782CAC}" destId="{62D78718-10C6-4F32-9602-65A8E59B92B2}" srcOrd="3" destOrd="0" parTransId="{509C5CAB-D392-41E8-AE03-11B8F66A2645}" sibTransId="{7A30ADCD-1B14-4D7B-9676-650B2BE1EBCE}"/>
    <dgm:cxn modelId="{7280613D-CE37-4468-9B57-5A473EC0A9A3}" type="presOf" srcId="{713DBB66-DEC5-4417-BE6B-40D99439E4DE}" destId="{8F29DA6D-12F5-4AA9-91E3-B47630DCDB68}" srcOrd="0" destOrd="0" presId="urn:microsoft.com/office/officeart/2005/8/layout/default"/>
    <dgm:cxn modelId="{6D3A1F4F-7D6E-4120-9CE4-F8CE998B4A25}" srcId="{DE9DE8CB-F959-41B0-A479-87DBBD782CAC}" destId="{713DBB66-DEC5-4417-BE6B-40D99439E4DE}" srcOrd="0" destOrd="0" parTransId="{EAA2D913-CCB2-444C-B991-8F0A087D8C54}" sibTransId="{74200FED-BEDD-46A8-B1DE-6355F28EA331}"/>
    <dgm:cxn modelId="{76B6586F-4436-4737-96F8-4BBE79905651}" srcId="{DE9DE8CB-F959-41B0-A479-87DBBD782CAC}" destId="{9C754186-56CE-4CF4-B5E2-7004F8C08E81}" srcOrd="4" destOrd="0" parTransId="{5103F69B-2923-4BA6-BD76-4D2777E96EFD}" sibTransId="{4725FC36-B817-4F0D-B237-087B3166B3A0}"/>
    <dgm:cxn modelId="{80EB5356-B10C-4359-B755-6220E8AD00F4}" type="presOf" srcId="{9C754186-56CE-4CF4-B5E2-7004F8C08E81}" destId="{3176A5C4-2606-42AB-9AC2-3A189094020E}" srcOrd="0" destOrd="0" presId="urn:microsoft.com/office/officeart/2005/8/layout/default"/>
    <dgm:cxn modelId="{529E1D98-90AA-4CEA-8791-69BB51083E02}" type="presOf" srcId="{FA1BE9DF-14BF-4735-89A9-F9848FD5FE07}" destId="{EB5CDC17-0107-4ED0-9CC4-26FB24303866}" srcOrd="0" destOrd="0" presId="urn:microsoft.com/office/officeart/2005/8/layout/default"/>
    <dgm:cxn modelId="{1DF5FCC7-B055-4697-9AE1-3988CAF71428}" type="presOf" srcId="{DE9DE8CB-F959-41B0-A479-87DBBD782CAC}" destId="{7E1BA1CA-18A2-42D7-A329-4778DFB474D9}" srcOrd="0" destOrd="0" presId="urn:microsoft.com/office/officeart/2005/8/layout/default"/>
    <dgm:cxn modelId="{D0191035-71B0-4815-BFD9-FA1B1E6A0CA3}" type="presParOf" srcId="{7E1BA1CA-18A2-42D7-A329-4778DFB474D9}" destId="{8F29DA6D-12F5-4AA9-91E3-B47630DCDB68}" srcOrd="0" destOrd="0" presId="urn:microsoft.com/office/officeart/2005/8/layout/default"/>
    <dgm:cxn modelId="{DA34FD9C-25BD-4290-98C7-AF10E699C830}" type="presParOf" srcId="{7E1BA1CA-18A2-42D7-A329-4778DFB474D9}" destId="{C8A09489-7061-403D-B713-DC5105BAAAFF}" srcOrd="1" destOrd="0" presId="urn:microsoft.com/office/officeart/2005/8/layout/default"/>
    <dgm:cxn modelId="{92F4FE83-AB56-4B11-BC3A-D79F38E6C7A7}" type="presParOf" srcId="{7E1BA1CA-18A2-42D7-A329-4778DFB474D9}" destId="{EB5CDC17-0107-4ED0-9CC4-26FB24303866}" srcOrd="2" destOrd="0" presId="urn:microsoft.com/office/officeart/2005/8/layout/default"/>
    <dgm:cxn modelId="{8D123021-C4FC-46B9-A011-9D3D7D350E59}" type="presParOf" srcId="{7E1BA1CA-18A2-42D7-A329-4778DFB474D9}" destId="{FBE3045B-9E00-408B-865A-7792078D4EED}" srcOrd="3" destOrd="0" presId="urn:microsoft.com/office/officeart/2005/8/layout/default"/>
    <dgm:cxn modelId="{717B97C6-4AEE-4D8C-9C6E-6C2C78B7DF26}" type="presParOf" srcId="{7E1BA1CA-18A2-42D7-A329-4778DFB474D9}" destId="{F8131BE5-BF26-4D6E-A8EB-C9F1DD8FDC58}" srcOrd="4" destOrd="0" presId="urn:microsoft.com/office/officeart/2005/8/layout/default"/>
    <dgm:cxn modelId="{1DE720EF-2179-4038-AC21-5C3731CBEF8D}" type="presParOf" srcId="{7E1BA1CA-18A2-42D7-A329-4778DFB474D9}" destId="{0AAF6127-5729-4585-A8EF-96F6366E45B7}" srcOrd="5" destOrd="0" presId="urn:microsoft.com/office/officeart/2005/8/layout/default"/>
    <dgm:cxn modelId="{960E1E4E-EE6B-4054-A376-A4E55E177619}" type="presParOf" srcId="{7E1BA1CA-18A2-42D7-A329-4778DFB474D9}" destId="{4934B0A9-2CD5-400F-BE34-02E919E93FA5}" srcOrd="6" destOrd="0" presId="urn:microsoft.com/office/officeart/2005/8/layout/default"/>
    <dgm:cxn modelId="{94883F01-F897-4870-B17D-EECD07FE9A32}" type="presParOf" srcId="{7E1BA1CA-18A2-42D7-A329-4778DFB474D9}" destId="{73C579BC-56FF-477C-9E45-99F05EB8D1E6}" srcOrd="7" destOrd="0" presId="urn:microsoft.com/office/officeart/2005/8/layout/default"/>
    <dgm:cxn modelId="{49885945-4F5D-4A3F-BD24-9F042C1097E8}" type="presParOf" srcId="{7E1BA1CA-18A2-42D7-A329-4778DFB474D9}" destId="{3176A5C4-2606-42AB-9AC2-3A189094020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C139CB-C31A-482A-A3D8-4C81703582A0}" type="doc">
      <dgm:prSet loTypeId="urn:microsoft.com/office/officeart/2005/8/layout/vProcess5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11E9E484-DCFD-4A1C-9E2C-10C31496DA8B}">
      <dgm:prSet/>
      <dgm:spPr>
        <a:ln w="19050">
          <a:solidFill>
            <a:schemeClr val="accent2">
              <a:shade val="80000"/>
              <a:hueOff val="0"/>
              <a:satOff val="0"/>
              <a:lumOff val="0"/>
            </a:schemeClr>
          </a:solidFill>
        </a:ln>
      </dgm:spPr>
      <dgm:t>
        <a:bodyPr/>
        <a:lstStyle/>
        <a:p>
          <a:r>
            <a:rPr lang="en-US"/>
            <a:t>Reads the parameters from the request</a:t>
          </a:r>
        </a:p>
      </dgm:t>
    </dgm:pt>
    <dgm:pt modelId="{A0D6102D-40F0-404B-848F-09896A5C24F7}" type="parTrans" cxnId="{80D07098-F0F2-4F67-8DF2-4C716920D98D}">
      <dgm:prSet/>
      <dgm:spPr/>
      <dgm:t>
        <a:bodyPr/>
        <a:lstStyle/>
        <a:p>
          <a:endParaRPr lang="en-US"/>
        </a:p>
      </dgm:t>
    </dgm:pt>
    <dgm:pt modelId="{2105FB00-9C48-476A-A242-01A692457C43}" type="sibTrans" cxnId="{80D07098-F0F2-4F67-8DF2-4C716920D98D}">
      <dgm:prSet/>
      <dgm:spPr>
        <a:ln w="19050">
          <a:solidFill>
            <a:schemeClr val="accent2">
              <a:shade val="80000"/>
              <a:hueOff val="0"/>
              <a:satOff val="0"/>
              <a:lumOff val="0"/>
            </a:schemeClr>
          </a:solidFill>
        </a:ln>
      </dgm:spPr>
      <dgm:t>
        <a:bodyPr/>
        <a:lstStyle/>
        <a:p>
          <a:endParaRPr lang="en-US"/>
        </a:p>
      </dgm:t>
    </dgm:pt>
    <dgm:pt modelId="{6FC0A142-87C2-4F24-AE44-DB68D66BBC86}">
      <dgm:prSet/>
      <dgm:spPr>
        <a:ln w="19050">
          <a:solidFill>
            <a:schemeClr val="accent2">
              <a:shade val="80000"/>
              <a:hueOff val="0"/>
              <a:satOff val="0"/>
              <a:lumOff val="0"/>
            </a:schemeClr>
          </a:solidFill>
        </a:ln>
      </dgm:spPr>
      <dgm:t>
        <a:bodyPr/>
        <a:lstStyle/>
        <a:p>
          <a:r>
            <a:rPr lang="en-US"/>
            <a:t>Pass the parameters to the requested action</a:t>
          </a:r>
        </a:p>
      </dgm:t>
    </dgm:pt>
    <dgm:pt modelId="{0F0D17FF-4CA4-4D3A-BB8A-BC6E3C9694BA}" type="parTrans" cxnId="{1DCDD199-5E98-46E5-8F18-635D17DE251E}">
      <dgm:prSet/>
      <dgm:spPr/>
      <dgm:t>
        <a:bodyPr/>
        <a:lstStyle/>
        <a:p>
          <a:endParaRPr lang="en-US"/>
        </a:p>
      </dgm:t>
    </dgm:pt>
    <dgm:pt modelId="{1B64CCFB-861A-4194-8EE5-7989347C89E8}" type="sibTrans" cxnId="{1DCDD199-5E98-46E5-8F18-635D17DE251E}">
      <dgm:prSet/>
      <dgm:spPr>
        <a:ln w="19050">
          <a:solidFill>
            <a:schemeClr val="accent2">
              <a:shade val="80000"/>
              <a:hueOff val="0"/>
              <a:satOff val="0"/>
              <a:lumOff val="0"/>
            </a:schemeClr>
          </a:solidFill>
        </a:ln>
      </dgm:spPr>
      <dgm:t>
        <a:bodyPr/>
        <a:lstStyle/>
        <a:p>
          <a:endParaRPr lang="en-US"/>
        </a:p>
      </dgm:t>
    </dgm:pt>
    <dgm:pt modelId="{085B620B-D755-43BE-81B6-7C4ABBE02714}">
      <dgm:prSet/>
      <dgm:spPr>
        <a:ln w="19050">
          <a:solidFill>
            <a:schemeClr val="accent2">
              <a:shade val="80000"/>
              <a:hueOff val="0"/>
              <a:satOff val="0"/>
              <a:lumOff val="0"/>
            </a:schemeClr>
          </a:solidFill>
        </a:ln>
      </dgm:spPr>
      <dgm:t>
        <a:bodyPr/>
        <a:lstStyle/>
        <a:p>
          <a:r>
            <a:rPr lang="en-US"/>
            <a:t>Convert the parameters to the requested type</a:t>
          </a:r>
        </a:p>
      </dgm:t>
    </dgm:pt>
    <dgm:pt modelId="{57FAA77F-C4D3-42BE-8550-EFD11D539806}" type="parTrans" cxnId="{56C5C8E4-5748-4269-9F8C-C0763B281606}">
      <dgm:prSet/>
      <dgm:spPr/>
      <dgm:t>
        <a:bodyPr/>
        <a:lstStyle/>
        <a:p>
          <a:endParaRPr lang="en-US"/>
        </a:p>
      </dgm:t>
    </dgm:pt>
    <dgm:pt modelId="{3233599E-5533-42C4-8AE9-E6E2FFF6D205}" type="sibTrans" cxnId="{56C5C8E4-5748-4269-9F8C-C0763B281606}">
      <dgm:prSet/>
      <dgm:spPr>
        <a:ln w="19050">
          <a:solidFill>
            <a:schemeClr val="accent2">
              <a:shade val="80000"/>
              <a:hueOff val="0"/>
              <a:satOff val="0"/>
              <a:lumOff val="0"/>
            </a:schemeClr>
          </a:solidFill>
        </a:ln>
      </dgm:spPr>
      <dgm:t>
        <a:bodyPr/>
        <a:lstStyle/>
        <a:p>
          <a:endParaRPr lang="en-US"/>
        </a:p>
      </dgm:t>
    </dgm:pt>
    <dgm:pt modelId="{E789482D-91D4-4C1F-8817-EC2EC0EA4251}">
      <dgm:prSet/>
      <dgm:spPr>
        <a:ln w="19050">
          <a:solidFill>
            <a:schemeClr val="accent2">
              <a:shade val="80000"/>
              <a:hueOff val="0"/>
              <a:satOff val="0"/>
              <a:lumOff val="0"/>
            </a:schemeClr>
          </a:solidFill>
        </a:ln>
      </dgm:spPr>
      <dgm:t>
        <a:bodyPr/>
        <a:lstStyle/>
        <a:p>
          <a:r>
            <a:rPr lang="en-US"/>
            <a:t>Update the arguments of the action method</a:t>
          </a:r>
        </a:p>
      </dgm:t>
    </dgm:pt>
    <dgm:pt modelId="{6830812B-3727-4830-B021-25D2235BFEFB}" type="parTrans" cxnId="{BBD2AAD6-A49D-4B62-A885-990F0746FA13}">
      <dgm:prSet/>
      <dgm:spPr/>
      <dgm:t>
        <a:bodyPr/>
        <a:lstStyle/>
        <a:p>
          <a:endParaRPr lang="en-US"/>
        </a:p>
      </dgm:t>
    </dgm:pt>
    <dgm:pt modelId="{7A6B1F66-F40A-4FA3-8953-03BA17078AE0}" type="sibTrans" cxnId="{BBD2AAD6-A49D-4B62-A885-990F0746FA13}">
      <dgm:prSet/>
      <dgm:spPr/>
      <dgm:t>
        <a:bodyPr/>
        <a:lstStyle/>
        <a:p>
          <a:endParaRPr lang="en-US"/>
        </a:p>
      </dgm:t>
    </dgm:pt>
    <dgm:pt modelId="{25EBB37A-ADD5-4D3E-B8AB-044AEA8302D9}" type="pres">
      <dgm:prSet presAssocID="{47C139CB-C31A-482A-A3D8-4C81703582A0}" presName="outerComposite" presStyleCnt="0">
        <dgm:presLayoutVars>
          <dgm:chMax val="5"/>
          <dgm:dir/>
          <dgm:resizeHandles val="exact"/>
        </dgm:presLayoutVars>
      </dgm:prSet>
      <dgm:spPr/>
    </dgm:pt>
    <dgm:pt modelId="{0CC3E6F7-991B-4BB4-8B17-D9A5D0AEA465}" type="pres">
      <dgm:prSet presAssocID="{47C139CB-C31A-482A-A3D8-4C81703582A0}" presName="dummyMaxCanvas" presStyleCnt="0">
        <dgm:presLayoutVars/>
      </dgm:prSet>
      <dgm:spPr/>
    </dgm:pt>
    <dgm:pt modelId="{F1B75D20-FBE2-4CEF-B254-E686AC38F4B8}" type="pres">
      <dgm:prSet presAssocID="{47C139CB-C31A-482A-A3D8-4C81703582A0}" presName="FourNodes_1" presStyleLbl="node1" presStyleIdx="0" presStyleCnt="4">
        <dgm:presLayoutVars>
          <dgm:bulletEnabled val="1"/>
        </dgm:presLayoutVars>
      </dgm:prSet>
      <dgm:spPr/>
    </dgm:pt>
    <dgm:pt modelId="{CF85CB8C-54D2-4460-A6BF-C95A4026903D}" type="pres">
      <dgm:prSet presAssocID="{47C139CB-C31A-482A-A3D8-4C81703582A0}" presName="FourNodes_2" presStyleLbl="node1" presStyleIdx="1" presStyleCnt="4">
        <dgm:presLayoutVars>
          <dgm:bulletEnabled val="1"/>
        </dgm:presLayoutVars>
      </dgm:prSet>
      <dgm:spPr/>
    </dgm:pt>
    <dgm:pt modelId="{7127EE81-5DF5-4247-BFC3-7D2B4E5A1754}" type="pres">
      <dgm:prSet presAssocID="{47C139CB-C31A-482A-A3D8-4C81703582A0}" presName="FourNodes_3" presStyleLbl="node1" presStyleIdx="2" presStyleCnt="4">
        <dgm:presLayoutVars>
          <dgm:bulletEnabled val="1"/>
        </dgm:presLayoutVars>
      </dgm:prSet>
      <dgm:spPr/>
    </dgm:pt>
    <dgm:pt modelId="{9F6CCB60-491B-45EC-AB60-DF5FC01A07FD}" type="pres">
      <dgm:prSet presAssocID="{47C139CB-C31A-482A-A3D8-4C81703582A0}" presName="FourNodes_4" presStyleLbl="node1" presStyleIdx="3" presStyleCnt="4">
        <dgm:presLayoutVars>
          <dgm:bulletEnabled val="1"/>
        </dgm:presLayoutVars>
      </dgm:prSet>
      <dgm:spPr/>
    </dgm:pt>
    <dgm:pt modelId="{DF2CC053-8E17-4199-962C-D8AC3A8C9F1A}" type="pres">
      <dgm:prSet presAssocID="{47C139CB-C31A-482A-A3D8-4C81703582A0}" presName="FourConn_1-2" presStyleLbl="fgAccFollowNode1" presStyleIdx="0" presStyleCnt="3">
        <dgm:presLayoutVars>
          <dgm:bulletEnabled val="1"/>
        </dgm:presLayoutVars>
      </dgm:prSet>
      <dgm:spPr/>
    </dgm:pt>
    <dgm:pt modelId="{598B095A-E7FF-47AC-9AC3-56FEC4947263}" type="pres">
      <dgm:prSet presAssocID="{47C139CB-C31A-482A-A3D8-4C81703582A0}" presName="FourConn_2-3" presStyleLbl="fgAccFollowNode1" presStyleIdx="1" presStyleCnt="3">
        <dgm:presLayoutVars>
          <dgm:bulletEnabled val="1"/>
        </dgm:presLayoutVars>
      </dgm:prSet>
      <dgm:spPr/>
    </dgm:pt>
    <dgm:pt modelId="{56E2AC96-AA4E-46E4-9948-E047D50499CE}" type="pres">
      <dgm:prSet presAssocID="{47C139CB-C31A-482A-A3D8-4C81703582A0}" presName="FourConn_3-4" presStyleLbl="fgAccFollowNode1" presStyleIdx="2" presStyleCnt="3">
        <dgm:presLayoutVars>
          <dgm:bulletEnabled val="1"/>
        </dgm:presLayoutVars>
      </dgm:prSet>
      <dgm:spPr/>
    </dgm:pt>
    <dgm:pt modelId="{A9B4D9EF-C5AE-4B2C-8F16-D6D7672BF7DD}" type="pres">
      <dgm:prSet presAssocID="{47C139CB-C31A-482A-A3D8-4C81703582A0}" presName="FourNodes_1_text" presStyleLbl="node1" presStyleIdx="3" presStyleCnt="4">
        <dgm:presLayoutVars>
          <dgm:bulletEnabled val="1"/>
        </dgm:presLayoutVars>
      </dgm:prSet>
      <dgm:spPr/>
    </dgm:pt>
    <dgm:pt modelId="{E12568E5-BD77-4EA0-ACB6-296FE94D1C63}" type="pres">
      <dgm:prSet presAssocID="{47C139CB-C31A-482A-A3D8-4C81703582A0}" presName="FourNodes_2_text" presStyleLbl="node1" presStyleIdx="3" presStyleCnt="4">
        <dgm:presLayoutVars>
          <dgm:bulletEnabled val="1"/>
        </dgm:presLayoutVars>
      </dgm:prSet>
      <dgm:spPr/>
    </dgm:pt>
    <dgm:pt modelId="{52098601-A291-40E9-A939-6C467A705258}" type="pres">
      <dgm:prSet presAssocID="{47C139CB-C31A-482A-A3D8-4C81703582A0}" presName="FourNodes_3_text" presStyleLbl="node1" presStyleIdx="3" presStyleCnt="4">
        <dgm:presLayoutVars>
          <dgm:bulletEnabled val="1"/>
        </dgm:presLayoutVars>
      </dgm:prSet>
      <dgm:spPr/>
    </dgm:pt>
    <dgm:pt modelId="{ACDC70D9-5DDF-40C2-AC6B-11A65BB503D6}" type="pres">
      <dgm:prSet presAssocID="{47C139CB-C31A-482A-A3D8-4C81703582A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6DF9669-995C-4116-A011-F189D80BF42B}" type="presOf" srcId="{6FC0A142-87C2-4F24-AE44-DB68D66BBC86}" destId="{CF85CB8C-54D2-4460-A6BF-C95A4026903D}" srcOrd="0" destOrd="0" presId="urn:microsoft.com/office/officeart/2005/8/layout/vProcess5"/>
    <dgm:cxn modelId="{C5CF7F4B-05FA-42DF-A25F-DAAFB6E10592}" type="presOf" srcId="{085B620B-D755-43BE-81B6-7C4ABBE02714}" destId="{7127EE81-5DF5-4247-BFC3-7D2B4E5A1754}" srcOrd="0" destOrd="0" presId="urn:microsoft.com/office/officeart/2005/8/layout/vProcess5"/>
    <dgm:cxn modelId="{3E755A52-1D98-46A6-9443-4F632CC1791D}" type="presOf" srcId="{2105FB00-9C48-476A-A242-01A692457C43}" destId="{DF2CC053-8E17-4199-962C-D8AC3A8C9F1A}" srcOrd="0" destOrd="0" presId="urn:microsoft.com/office/officeart/2005/8/layout/vProcess5"/>
    <dgm:cxn modelId="{17326688-7112-45F7-9EC6-8308AAA6303D}" type="presOf" srcId="{E789482D-91D4-4C1F-8817-EC2EC0EA4251}" destId="{ACDC70D9-5DDF-40C2-AC6B-11A65BB503D6}" srcOrd="1" destOrd="0" presId="urn:microsoft.com/office/officeart/2005/8/layout/vProcess5"/>
    <dgm:cxn modelId="{4345AE89-0EEF-4287-AD7C-B80D83E081CC}" type="presOf" srcId="{085B620B-D755-43BE-81B6-7C4ABBE02714}" destId="{52098601-A291-40E9-A939-6C467A705258}" srcOrd="1" destOrd="0" presId="urn:microsoft.com/office/officeart/2005/8/layout/vProcess5"/>
    <dgm:cxn modelId="{44AAA790-F706-49ED-861C-981980F2D63A}" type="presOf" srcId="{47C139CB-C31A-482A-A3D8-4C81703582A0}" destId="{25EBB37A-ADD5-4D3E-B8AB-044AEA8302D9}" srcOrd="0" destOrd="0" presId="urn:microsoft.com/office/officeart/2005/8/layout/vProcess5"/>
    <dgm:cxn modelId="{80D07098-F0F2-4F67-8DF2-4C716920D98D}" srcId="{47C139CB-C31A-482A-A3D8-4C81703582A0}" destId="{11E9E484-DCFD-4A1C-9E2C-10C31496DA8B}" srcOrd="0" destOrd="0" parTransId="{A0D6102D-40F0-404B-848F-09896A5C24F7}" sibTransId="{2105FB00-9C48-476A-A242-01A692457C43}"/>
    <dgm:cxn modelId="{1DCDD199-5E98-46E5-8F18-635D17DE251E}" srcId="{47C139CB-C31A-482A-A3D8-4C81703582A0}" destId="{6FC0A142-87C2-4F24-AE44-DB68D66BBC86}" srcOrd="1" destOrd="0" parTransId="{0F0D17FF-4CA4-4D3A-BB8A-BC6E3C9694BA}" sibTransId="{1B64CCFB-861A-4194-8EE5-7989347C89E8}"/>
    <dgm:cxn modelId="{D6C13F9D-3128-40C1-B20E-69B14EFF1087}" type="presOf" srcId="{6FC0A142-87C2-4F24-AE44-DB68D66BBC86}" destId="{E12568E5-BD77-4EA0-ACB6-296FE94D1C63}" srcOrd="1" destOrd="0" presId="urn:microsoft.com/office/officeart/2005/8/layout/vProcess5"/>
    <dgm:cxn modelId="{500597A7-59D5-4502-8641-BE7ED9294E14}" type="presOf" srcId="{E789482D-91D4-4C1F-8817-EC2EC0EA4251}" destId="{9F6CCB60-491B-45EC-AB60-DF5FC01A07FD}" srcOrd="0" destOrd="0" presId="urn:microsoft.com/office/officeart/2005/8/layout/vProcess5"/>
    <dgm:cxn modelId="{8C12ACAC-85A9-4B0F-98A5-D4627ABED6C5}" type="presOf" srcId="{3233599E-5533-42C4-8AE9-E6E2FFF6D205}" destId="{56E2AC96-AA4E-46E4-9948-E047D50499CE}" srcOrd="0" destOrd="0" presId="urn:microsoft.com/office/officeart/2005/8/layout/vProcess5"/>
    <dgm:cxn modelId="{0697B7AE-AC4E-449F-B31D-FB60EA92E819}" type="presOf" srcId="{11E9E484-DCFD-4A1C-9E2C-10C31496DA8B}" destId="{A9B4D9EF-C5AE-4B2C-8F16-D6D7672BF7DD}" srcOrd="1" destOrd="0" presId="urn:microsoft.com/office/officeart/2005/8/layout/vProcess5"/>
    <dgm:cxn modelId="{0DBCB5B7-5A14-477F-8425-913C667B7508}" type="presOf" srcId="{11E9E484-DCFD-4A1C-9E2C-10C31496DA8B}" destId="{F1B75D20-FBE2-4CEF-B254-E686AC38F4B8}" srcOrd="0" destOrd="0" presId="urn:microsoft.com/office/officeart/2005/8/layout/vProcess5"/>
    <dgm:cxn modelId="{BBD2AAD6-A49D-4B62-A885-990F0746FA13}" srcId="{47C139CB-C31A-482A-A3D8-4C81703582A0}" destId="{E789482D-91D4-4C1F-8817-EC2EC0EA4251}" srcOrd="3" destOrd="0" parTransId="{6830812B-3727-4830-B021-25D2235BFEFB}" sibTransId="{7A6B1F66-F40A-4FA3-8953-03BA17078AE0}"/>
    <dgm:cxn modelId="{56C5C8E4-5748-4269-9F8C-C0763B281606}" srcId="{47C139CB-C31A-482A-A3D8-4C81703582A0}" destId="{085B620B-D755-43BE-81B6-7C4ABBE02714}" srcOrd="2" destOrd="0" parTransId="{57FAA77F-C4D3-42BE-8550-EFD11D539806}" sibTransId="{3233599E-5533-42C4-8AE9-E6E2FFF6D205}"/>
    <dgm:cxn modelId="{799D2FE5-1DE2-43B5-9B1D-0A80690A7359}" type="presOf" srcId="{1B64CCFB-861A-4194-8EE5-7989347C89E8}" destId="{598B095A-E7FF-47AC-9AC3-56FEC4947263}" srcOrd="0" destOrd="0" presId="urn:microsoft.com/office/officeart/2005/8/layout/vProcess5"/>
    <dgm:cxn modelId="{7D3A4617-64FB-4298-9209-2B1DE19A6EA0}" type="presParOf" srcId="{25EBB37A-ADD5-4D3E-B8AB-044AEA8302D9}" destId="{0CC3E6F7-991B-4BB4-8B17-D9A5D0AEA465}" srcOrd="0" destOrd="0" presId="urn:microsoft.com/office/officeart/2005/8/layout/vProcess5"/>
    <dgm:cxn modelId="{6E4CE683-9466-4EFC-8E3D-C5C8B724EF68}" type="presParOf" srcId="{25EBB37A-ADD5-4D3E-B8AB-044AEA8302D9}" destId="{F1B75D20-FBE2-4CEF-B254-E686AC38F4B8}" srcOrd="1" destOrd="0" presId="urn:microsoft.com/office/officeart/2005/8/layout/vProcess5"/>
    <dgm:cxn modelId="{E03464FC-6CAD-4C2C-BD61-19A20665F0C2}" type="presParOf" srcId="{25EBB37A-ADD5-4D3E-B8AB-044AEA8302D9}" destId="{CF85CB8C-54D2-4460-A6BF-C95A4026903D}" srcOrd="2" destOrd="0" presId="urn:microsoft.com/office/officeart/2005/8/layout/vProcess5"/>
    <dgm:cxn modelId="{314E967D-DB58-4D53-9C00-BC5CD5A9A2B7}" type="presParOf" srcId="{25EBB37A-ADD5-4D3E-B8AB-044AEA8302D9}" destId="{7127EE81-5DF5-4247-BFC3-7D2B4E5A1754}" srcOrd="3" destOrd="0" presId="urn:microsoft.com/office/officeart/2005/8/layout/vProcess5"/>
    <dgm:cxn modelId="{3D1A2F4F-0B26-4655-A3FA-5C73DF3E6AA4}" type="presParOf" srcId="{25EBB37A-ADD5-4D3E-B8AB-044AEA8302D9}" destId="{9F6CCB60-491B-45EC-AB60-DF5FC01A07FD}" srcOrd="4" destOrd="0" presId="urn:microsoft.com/office/officeart/2005/8/layout/vProcess5"/>
    <dgm:cxn modelId="{99DBC7B9-4F98-4B84-9FA7-A0673F23B990}" type="presParOf" srcId="{25EBB37A-ADD5-4D3E-B8AB-044AEA8302D9}" destId="{DF2CC053-8E17-4199-962C-D8AC3A8C9F1A}" srcOrd="5" destOrd="0" presId="urn:microsoft.com/office/officeart/2005/8/layout/vProcess5"/>
    <dgm:cxn modelId="{2E93785E-C758-413F-A47F-DDC35DFBC884}" type="presParOf" srcId="{25EBB37A-ADD5-4D3E-B8AB-044AEA8302D9}" destId="{598B095A-E7FF-47AC-9AC3-56FEC4947263}" srcOrd="6" destOrd="0" presId="urn:microsoft.com/office/officeart/2005/8/layout/vProcess5"/>
    <dgm:cxn modelId="{624151CA-45CD-4B1A-B026-B22E333EE26B}" type="presParOf" srcId="{25EBB37A-ADD5-4D3E-B8AB-044AEA8302D9}" destId="{56E2AC96-AA4E-46E4-9948-E047D50499CE}" srcOrd="7" destOrd="0" presId="urn:microsoft.com/office/officeart/2005/8/layout/vProcess5"/>
    <dgm:cxn modelId="{E1486F5E-857E-4AC7-9F3F-05AC7902BEEB}" type="presParOf" srcId="{25EBB37A-ADD5-4D3E-B8AB-044AEA8302D9}" destId="{A9B4D9EF-C5AE-4B2C-8F16-D6D7672BF7DD}" srcOrd="8" destOrd="0" presId="urn:microsoft.com/office/officeart/2005/8/layout/vProcess5"/>
    <dgm:cxn modelId="{C52D8DC9-B024-406E-9D79-75A44BBFB9E9}" type="presParOf" srcId="{25EBB37A-ADD5-4D3E-B8AB-044AEA8302D9}" destId="{E12568E5-BD77-4EA0-ACB6-296FE94D1C63}" srcOrd="9" destOrd="0" presId="urn:microsoft.com/office/officeart/2005/8/layout/vProcess5"/>
    <dgm:cxn modelId="{BECF93EC-3740-4FD2-94B1-616EC739C990}" type="presParOf" srcId="{25EBB37A-ADD5-4D3E-B8AB-044AEA8302D9}" destId="{52098601-A291-40E9-A939-6C467A705258}" srcOrd="10" destOrd="0" presId="urn:microsoft.com/office/officeart/2005/8/layout/vProcess5"/>
    <dgm:cxn modelId="{15D2F965-A18F-4285-84FD-DA19BE50C15B}" type="presParOf" srcId="{25EBB37A-ADD5-4D3E-B8AB-044AEA8302D9}" destId="{ACDC70D9-5DDF-40C2-AC6B-11A65BB503D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105D159-DAD6-4473-A7C4-A91EFECDB10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03164D2-121E-4F8A-87AD-F46E88F2FDDF}">
      <dgm:prSet custT="1"/>
      <dgm:spPr/>
      <dgm:t>
        <a:bodyPr/>
        <a:lstStyle/>
        <a:p>
          <a:r>
            <a:rPr lang="en-US" sz="4000" kern="1200" dirty="0"/>
            <a:t>query 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[</a:t>
          </a:r>
          <a:r>
            <a:rPr lang="en-US" sz="2400" kern="120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FromQuery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]</a:t>
          </a:r>
          <a:endParaRPr lang="en-US" sz="2000" kern="1200" dirty="0">
            <a:solidFill>
              <a:schemeClr val="tx1">
                <a:lumMod val="50000"/>
                <a:lumOff val="50000"/>
              </a:schemeClr>
            </a:solidFill>
            <a:latin typeface="Consolas" panose="020B0609020204030204" pitchFamily="49" charset="0"/>
            <a:ea typeface="+mn-ea"/>
            <a:cs typeface="+mn-cs"/>
          </a:endParaRPr>
        </a:p>
      </dgm:t>
    </dgm:pt>
    <dgm:pt modelId="{FE9F879A-582D-46CB-9C6C-D71E605D6261}" type="parTrans" cxnId="{C8DFE217-2913-43D9-A509-371B1B25C65F}">
      <dgm:prSet/>
      <dgm:spPr/>
      <dgm:t>
        <a:bodyPr/>
        <a:lstStyle/>
        <a:p>
          <a:endParaRPr lang="en-US"/>
        </a:p>
      </dgm:t>
    </dgm:pt>
    <dgm:pt modelId="{F9D55F4F-D3C5-45AC-A1C1-DB029BC665A1}" type="sibTrans" cxnId="{C8DFE217-2913-43D9-A509-371B1B25C65F}">
      <dgm:prSet/>
      <dgm:spPr/>
      <dgm:t>
        <a:bodyPr/>
        <a:lstStyle/>
        <a:p>
          <a:endParaRPr lang="en-US"/>
        </a:p>
      </dgm:t>
    </dgm:pt>
    <dgm:pt modelId="{492C5E1A-FE8A-41BC-81A1-9ABD0F651D82}">
      <dgm:prSet custT="1"/>
      <dgm:spPr/>
      <dgm:t>
        <a:bodyPr/>
        <a:lstStyle/>
        <a:p>
          <a:r>
            <a:rPr lang="en-US" sz="4000" kern="1200" dirty="0"/>
            <a:t>route 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[</a:t>
          </a:r>
          <a:r>
            <a:rPr lang="en-US" sz="2400" kern="120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FromRoute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]</a:t>
          </a:r>
          <a:endParaRPr lang="en-US" sz="2000" kern="1200" dirty="0">
            <a:solidFill>
              <a:schemeClr val="tx1">
                <a:lumMod val="50000"/>
                <a:lumOff val="50000"/>
              </a:schemeClr>
            </a:solidFill>
            <a:latin typeface="Consolas" panose="020B0609020204030204" pitchFamily="49" charset="0"/>
            <a:ea typeface="+mn-ea"/>
            <a:cs typeface="+mn-cs"/>
          </a:endParaRPr>
        </a:p>
      </dgm:t>
    </dgm:pt>
    <dgm:pt modelId="{F7828133-FE50-43AD-BFD1-6AC46024BE06}" type="parTrans" cxnId="{24EF5B8F-A556-4C82-9A39-B2038145EEBE}">
      <dgm:prSet/>
      <dgm:spPr/>
      <dgm:t>
        <a:bodyPr/>
        <a:lstStyle/>
        <a:p>
          <a:endParaRPr lang="en-US"/>
        </a:p>
      </dgm:t>
    </dgm:pt>
    <dgm:pt modelId="{9A71763D-FED9-4021-B226-6895D01000FE}" type="sibTrans" cxnId="{24EF5B8F-A556-4C82-9A39-B2038145EEBE}">
      <dgm:prSet/>
      <dgm:spPr/>
      <dgm:t>
        <a:bodyPr/>
        <a:lstStyle/>
        <a:p>
          <a:endParaRPr lang="en-US"/>
        </a:p>
      </dgm:t>
    </dgm:pt>
    <dgm:pt modelId="{696FE314-45EF-4B98-BEFD-CBABC66F7E51}">
      <dgm:prSet custT="1"/>
      <dgm:spPr/>
      <dgm:t>
        <a:bodyPr/>
        <a:lstStyle/>
        <a:p>
          <a:r>
            <a:rPr lang="en-US" sz="4000" kern="1200" dirty="0"/>
            <a:t>body 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[</a:t>
          </a:r>
          <a:r>
            <a:rPr lang="en-US" sz="2400" kern="120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FromBody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]</a:t>
          </a:r>
        </a:p>
      </dgm:t>
    </dgm:pt>
    <dgm:pt modelId="{CDEF1F48-4354-4E1E-8A66-337BF748DB60}" type="parTrans" cxnId="{00299A27-61EA-4B69-A356-14294DE11905}">
      <dgm:prSet/>
      <dgm:spPr/>
      <dgm:t>
        <a:bodyPr/>
        <a:lstStyle/>
        <a:p>
          <a:endParaRPr lang="en-US"/>
        </a:p>
      </dgm:t>
    </dgm:pt>
    <dgm:pt modelId="{5EEAB8EF-F896-4821-B868-F16AD75DF619}" type="sibTrans" cxnId="{00299A27-61EA-4B69-A356-14294DE11905}">
      <dgm:prSet/>
      <dgm:spPr/>
      <dgm:t>
        <a:bodyPr/>
        <a:lstStyle/>
        <a:p>
          <a:endParaRPr lang="en-US"/>
        </a:p>
      </dgm:t>
    </dgm:pt>
    <dgm:pt modelId="{11D272C4-F34B-4540-BFB9-D8F214B9F5FE}">
      <dgm:prSet custT="1"/>
      <dgm:spPr/>
      <dgm:t>
        <a:bodyPr/>
        <a:lstStyle/>
        <a:p>
          <a:r>
            <a:rPr lang="en-US" sz="4000" kern="1200" dirty="0"/>
            <a:t>header 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[</a:t>
          </a:r>
          <a:r>
            <a:rPr lang="en-US" sz="2400" kern="120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FromHeader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]</a:t>
          </a:r>
        </a:p>
      </dgm:t>
    </dgm:pt>
    <dgm:pt modelId="{F7A5FA55-50E7-42F1-862C-2E0A27EED9A0}" type="parTrans" cxnId="{7B9FAFEB-A50E-47FE-803D-E724106F4BEC}">
      <dgm:prSet/>
      <dgm:spPr/>
      <dgm:t>
        <a:bodyPr/>
        <a:lstStyle/>
        <a:p>
          <a:endParaRPr lang="en-US"/>
        </a:p>
      </dgm:t>
    </dgm:pt>
    <dgm:pt modelId="{376E1985-C2C6-4E8D-900E-A51D5AC6B38A}" type="sibTrans" cxnId="{7B9FAFEB-A50E-47FE-803D-E724106F4BEC}">
      <dgm:prSet/>
      <dgm:spPr/>
      <dgm:t>
        <a:bodyPr/>
        <a:lstStyle/>
        <a:p>
          <a:endParaRPr lang="en-US"/>
        </a:p>
      </dgm:t>
    </dgm:pt>
    <dgm:pt modelId="{6C1FDDE7-3F1B-41C2-811E-74235F204F60}" type="pres">
      <dgm:prSet presAssocID="{A105D159-DAD6-4473-A7C4-A91EFECDB10B}" presName="vert0" presStyleCnt="0">
        <dgm:presLayoutVars>
          <dgm:dir/>
          <dgm:animOne val="branch"/>
          <dgm:animLvl val="lvl"/>
        </dgm:presLayoutVars>
      </dgm:prSet>
      <dgm:spPr/>
    </dgm:pt>
    <dgm:pt modelId="{FE2C6F50-B5CE-4C55-ADFD-103FF572D4FE}" type="pres">
      <dgm:prSet presAssocID="{D03164D2-121E-4F8A-87AD-F46E88F2FDDF}" presName="thickLine" presStyleLbl="alignNode1" presStyleIdx="0" presStyleCnt="4"/>
      <dgm:spPr/>
    </dgm:pt>
    <dgm:pt modelId="{8202AB48-1056-4C81-AAC2-D9CF178D7D69}" type="pres">
      <dgm:prSet presAssocID="{D03164D2-121E-4F8A-87AD-F46E88F2FDDF}" presName="horz1" presStyleCnt="0"/>
      <dgm:spPr/>
    </dgm:pt>
    <dgm:pt modelId="{D3F2D63C-6B84-478F-9CCF-14F8AC13C857}" type="pres">
      <dgm:prSet presAssocID="{D03164D2-121E-4F8A-87AD-F46E88F2FDDF}" presName="tx1" presStyleLbl="revTx" presStyleIdx="0" presStyleCnt="4"/>
      <dgm:spPr/>
    </dgm:pt>
    <dgm:pt modelId="{31A2CB84-7FD1-4D41-B5E2-1FDCE7C73B5E}" type="pres">
      <dgm:prSet presAssocID="{D03164D2-121E-4F8A-87AD-F46E88F2FDDF}" presName="vert1" presStyleCnt="0"/>
      <dgm:spPr/>
    </dgm:pt>
    <dgm:pt modelId="{A7475C3A-BBB2-4391-8107-8451DC6B29EF}" type="pres">
      <dgm:prSet presAssocID="{492C5E1A-FE8A-41BC-81A1-9ABD0F651D82}" presName="thickLine" presStyleLbl="alignNode1" presStyleIdx="1" presStyleCnt="4"/>
      <dgm:spPr/>
    </dgm:pt>
    <dgm:pt modelId="{90229694-BEED-41EF-A023-402DA48C9861}" type="pres">
      <dgm:prSet presAssocID="{492C5E1A-FE8A-41BC-81A1-9ABD0F651D82}" presName="horz1" presStyleCnt="0"/>
      <dgm:spPr/>
    </dgm:pt>
    <dgm:pt modelId="{861EF9F9-A523-4ACD-BCE4-3DF0F4F1BDF6}" type="pres">
      <dgm:prSet presAssocID="{492C5E1A-FE8A-41BC-81A1-9ABD0F651D82}" presName="tx1" presStyleLbl="revTx" presStyleIdx="1" presStyleCnt="4"/>
      <dgm:spPr/>
    </dgm:pt>
    <dgm:pt modelId="{AC304EDF-AE0B-44B6-985A-AB9CF2779D39}" type="pres">
      <dgm:prSet presAssocID="{492C5E1A-FE8A-41BC-81A1-9ABD0F651D82}" presName="vert1" presStyleCnt="0"/>
      <dgm:spPr/>
    </dgm:pt>
    <dgm:pt modelId="{D0730410-B40B-4579-B67B-513AFA508ACD}" type="pres">
      <dgm:prSet presAssocID="{696FE314-45EF-4B98-BEFD-CBABC66F7E51}" presName="thickLine" presStyleLbl="alignNode1" presStyleIdx="2" presStyleCnt="4"/>
      <dgm:spPr/>
    </dgm:pt>
    <dgm:pt modelId="{844EE772-0F55-4576-B9D3-ED2BB4828E52}" type="pres">
      <dgm:prSet presAssocID="{696FE314-45EF-4B98-BEFD-CBABC66F7E51}" presName="horz1" presStyleCnt="0"/>
      <dgm:spPr/>
    </dgm:pt>
    <dgm:pt modelId="{EC812B39-E3FB-48EA-A882-EBC053538EAD}" type="pres">
      <dgm:prSet presAssocID="{696FE314-45EF-4B98-BEFD-CBABC66F7E51}" presName="tx1" presStyleLbl="revTx" presStyleIdx="2" presStyleCnt="4"/>
      <dgm:spPr/>
    </dgm:pt>
    <dgm:pt modelId="{A414C473-4FBA-4432-8ABF-1F353FBCCE9C}" type="pres">
      <dgm:prSet presAssocID="{696FE314-45EF-4B98-BEFD-CBABC66F7E51}" presName="vert1" presStyleCnt="0"/>
      <dgm:spPr/>
    </dgm:pt>
    <dgm:pt modelId="{1C44360E-55D0-4D04-8D9B-6AE15C4EEAB1}" type="pres">
      <dgm:prSet presAssocID="{11D272C4-F34B-4540-BFB9-D8F214B9F5FE}" presName="thickLine" presStyleLbl="alignNode1" presStyleIdx="3" presStyleCnt="4"/>
      <dgm:spPr/>
    </dgm:pt>
    <dgm:pt modelId="{C28BCEF0-82C0-4EA8-86BF-48FF3C00E47F}" type="pres">
      <dgm:prSet presAssocID="{11D272C4-F34B-4540-BFB9-D8F214B9F5FE}" presName="horz1" presStyleCnt="0"/>
      <dgm:spPr/>
    </dgm:pt>
    <dgm:pt modelId="{B38B7015-E91A-400C-B878-748B4872C2C4}" type="pres">
      <dgm:prSet presAssocID="{11D272C4-F34B-4540-BFB9-D8F214B9F5FE}" presName="tx1" presStyleLbl="revTx" presStyleIdx="3" presStyleCnt="4"/>
      <dgm:spPr/>
    </dgm:pt>
    <dgm:pt modelId="{BC610C40-296C-49B2-B845-432362A2732A}" type="pres">
      <dgm:prSet presAssocID="{11D272C4-F34B-4540-BFB9-D8F214B9F5FE}" presName="vert1" presStyleCnt="0"/>
      <dgm:spPr/>
    </dgm:pt>
  </dgm:ptLst>
  <dgm:cxnLst>
    <dgm:cxn modelId="{C8DFE217-2913-43D9-A509-371B1B25C65F}" srcId="{A105D159-DAD6-4473-A7C4-A91EFECDB10B}" destId="{D03164D2-121E-4F8A-87AD-F46E88F2FDDF}" srcOrd="0" destOrd="0" parTransId="{FE9F879A-582D-46CB-9C6C-D71E605D6261}" sibTransId="{F9D55F4F-D3C5-45AC-A1C1-DB029BC665A1}"/>
    <dgm:cxn modelId="{00299A27-61EA-4B69-A356-14294DE11905}" srcId="{A105D159-DAD6-4473-A7C4-A91EFECDB10B}" destId="{696FE314-45EF-4B98-BEFD-CBABC66F7E51}" srcOrd="2" destOrd="0" parTransId="{CDEF1F48-4354-4E1E-8A66-337BF748DB60}" sibTransId="{5EEAB8EF-F896-4821-B868-F16AD75DF619}"/>
    <dgm:cxn modelId="{8E26946C-5B18-45EE-A9E3-A7BBB3396B4E}" type="presOf" srcId="{11D272C4-F34B-4540-BFB9-D8F214B9F5FE}" destId="{B38B7015-E91A-400C-B878-748B4872C2C4}" srcOrd="0" destOrd="0" presId="urn:microsoft.com/office/officeart/2008/layout/LinedList"/>
    <dgm:cxn modelId="{91EA0478-11F7-4C2E-9151-968B7526271A}" type="presOf" srcId="{696FE314-45EF-4B98-BEFD-CBABC66F7E51}" destId="{EC812B39-E3FB-48EA-A882-EBC053538EAD}" srcOrd="0" destOrd="0" presId="urn:microsoft.com/office/officeart/2008/layout/LinedList"/>
    <dgm:cxn modelId="{24EF5B8F-A556-4C82-9A39-B2038145EEBE}" srcId="{A105D159-DAD6-4473-A7C4-A91EFECDB10B}" destId="{492C5E1A-FE8A-41BC-81A1-9ABD0F651D82}" srcOrd="1" destOrd="0" parTransId="{F7828133-FE50-43AD-BFD1-6AC46024BE06}" sibTransId="{9A71763D-FED9-4021-B226-6895D01000FE}"/>
    <dgm:cxn modelId="{92AC7BAE-FFAD-41E9-8A31-9A938F27BD93}" type="presOf" srcId="{A105D159-DAD6-4473-A7C4-A91EFECDB10B}" destId="{6C1FDDE7-3F1B-41C2-811E-74235F204F60}" srcOrd="0" destOrd="0" presId="urn:microsoft.com/office/officeart/2008/layout/LinedList"/>
    <dgm:cxn modelId="{599315C0-3FAD-4A0C-BD7E-5E3AC64C791E}" type="presOf" srcId="{492C5E1A-FE8A-41BC-81A1-9ABD0F651D82}" destId="{861EF9F9-A523-4ACD-BCE4-3DF0F4F1BDF6}" srcOrd="0" destOrd="0" presId="urn:microsoft.com/office/officeart/2008/layout/LinedList"/>
    <dgm:cxn modelId="{7B9FAFEB-A50E-47FE-803D-E724106F4BEC}" srcId="{A105D159-DAD6-4473-A7C4-A91EFECDB10B}" destId="{11D272C4-F34B-4540-BFB9-D8F214B9F5FE}" srcOrd="3" destOrd="0" parTransId="{F7A5FA55-50E7-42F1-862C-2E0A27EED9A0}" sibTransId="{376E1985-C2C6-4E8D-900E-A51D5AC6B38A}"/>
    <dgm:cxn modelId="{B97065FC-EDA3-4E39-91E5-574A21B87252}" type="presOf" srcId="{D03164D2-121E-4F8A-87AD-F46E88F2FDDF}" destId="{D3F2D63C-6B84-478F-9CCF-14F8AC13C857}" srcOrd="0" destOrd="0" presId="urn:microsoft.com/office/officeart/2008/layout/LinedList"/>
    <dgm:cxn modelId="{900CB270-FD97-4E6B-BBCB-9D3FBD657FF2}" type="presParOf" srcId="{6C1FDDE7-3F1B-41C2-811E-74235F204F60}" destId="{FE2C6F50-B5CE-4C55-ADFD-103FF572D4FE}" srcOrd="0" destOrd="0" presId="urn:microsoft.com/office/officeart/2008/layout/LinedList"/>
    <dgm:cxn modelId="{9AF790B6-C2C6-4551-9566-0457CA784736}" type="presParOf" srcId="{6C1FDDE7-3F1B-41C2-811E-74235F204F60}" destId="{8202AB48-1056-4C81-AAC2-D9CF178D7D69}" srcOrd="1" destOrd="0" presId="urn:microsoft.com/office/officeart/2008/layout/LinedList"/>
    <dgm:cxn modelId="{347C9A87-9157-4AFF-B754-10F415F671C3}" type="presParOf" srcId="{8202AB48-1056-4C81-AAC2-D9CF178D7D69}" destId="{D3F2D63C-6B84-478F-9CCF-14F8AC13C857}" srcOrd="0" destOrd="0" presId="urn:microsoft.com/office/officeart/2008/layout/LinedList"/>
    <dgm:cxn modelId="{2B30CB0D-A5CF-4F64-B1B9-A8E93F05F59F}" type="presParOf" srcId="{8202AB48-1056-4C81-AAC2-D9CF178D7D69}" destId="{31A2CB84-7FD1-4D41-B5E2-1FDCE7C73B5E}" srcOrd="1" destOrd="0" presId="urn:microsoft.com/office/officeart/2008/layout/LinedList"/>
    <dgm:cxn modelId="{637DECA9-A482-4912-82CB-ED3AF5DABA51}" type="presParOf" srcId="{6C1FDDE7-3F1B-41C2-811E-74235F204F60}" destId="{A7475C3A-BBB2-4391-8107-8451DC6B29EF}" srcOrd="2" destOrd="0" presId="urn:microsoft.com/office/officeart/2008/layout/LinedList"/>
    <dgm:cxn modelId="{1624C267-FFD9-4AAD-929D-368EEED54838}" type="presParOf" srcId="{6C1FDDE7-3F1B-41C2-811E-74235F204F60}" destId="{90229694-BEED-41EF-A023-402DA48C9861}" srcOrd="3" destOrd="0" presId="urn:microsoft.com/office/officeart/2008/layout/LinedList"/>
    <dgm:cxn modelId="{D0F6B4B5-8B6D-41D2-A75B-CBEA39277EBB}" type="presParOf" srcId="{90229694-BEED-41EF-A023-402DA48C9861}" destId="{861EF9F9-A523-4ACD-BCE4-3DF0F4F1BDF6}" srcOrd="0" destOrd="0" presId="urn:microsoft.com/office/officeart/2008/layout/LinedList"/>
    <dgm:cxn modelId="{CFF2BF9D-0ABA-4A66-8BC9-F9978E41BB3D}" type="presParOf" srcId="{90229694-BEED-41EF-A023-402DA48C9861}" destId="{AC304EDF-AE0B-44B6-985A-AB9CF2779D39}" srcOrd="1" destOrd="0" presId="urn:microsoft.com/office/officeart/2008/layout/LinedList"/>
    <dgm:cxn modelId="{0A7D4C63-E423-48EE-8118-FD5AA58ADEF5}" type="presParOf" srcId="{6C1FDDE7-3F1B-41C2-811E-74235F204F60}" destId="{D0730410-B40B-4579-B67B-513AFA508ACD}" srcOrd="4" destOrd="0" presId="urn:microsoft.com/office/officeart/2008/layout/LinedList"/>
    <dgm:cxn modelId="{2C26DF10-89F1-4D56-A78C-E6997C28CD54}" type="presParOf" srcId="{6C1FDDE7-3F1B-41C2-811E-74235F204F60}" destId="{844EE772-0F55-4576-B9D3-ED2BB4828E52}" srcOrd="5" destOrd="0" presId="urn:microsoft.com/office/officeart/2008/layout/LinedList"/>
    <dgm:cxn modelId="{85EEA8AC-7F6B-486B-A62C-904DE9AA67BA}" type="presParOf" srcId="{844EE772-0F55-4576-B9D3-ED2BB4828E52}" destId="{EC812B39-E3FB-48EA-A882-EBC053538EAD}" srcOrd="0" destOrd="0" presId="urn:microsoft.com/office/officeart/2008/layout/LinedList"/>
    <dgm:cxn modelId="{8203E558-5DDC-4B62-B24D-F162BFC75D1D}" type="presParOf" srcId="{844EE772-0F55-4576-B9D3-ED2BB4828E52}" destId="{A414C473-4FBA-4432-8ABF-1F353FBCCE9C}" srcOrd="1" destOrd="0" presId="urn:microsoft.com/office/officeart/2008/layout/LinedList"/>
    <dgm:cxn modelId="{3176B69C-D75C-4AC5-95B9-D9333AD30DCF}" type="presParOf" srcId="{6C1FDDE7-3F1B-41C2-811E-74235F204F60}" destId="{1C44360E-55D0-4D04-8D9B-6AE15C4EEAB1}" srcOrd="6" destOrd="0" presId="urn:microsoft.com/office/officeart/2008/layout/LinedList"/>
    <dgm:cxn modelId="{7D73E3C4-66AA-469C-B8A7-98C9F70C437D}" type="presParOf" srcId="{6C1FDDE7-3F1B-41C2-811E-74235F204F60}" destId="{C28BCEF0-82C0-4EA8-86BF-48FF3C00E47F}" srcOrd="7" destOrd="0" presId="urn:microsoft.com/office/officeart/2008/layout/LinedList"/>
    <dgm:cxn modelId="{E220D914-B392-47D0-A757-A0404824161B}" type="presParOf" srcId="{C28BCEF0-82C0-4EA8-86BF-48FF3C00E47F}" destId="{B38B7015-E91A-400C-B878-748B4872C2C4}" srcOrd="0" destOrd="0" presId="urn:microsoft.com/office/officeart/2008/layout/LinedList"/>
    <dgm:cxn modelId="{E1AF9FBA-AF4D-42FE-A703-FA2E9FF2DA02}" type="presParOf" srcId="{C28BCEF0-82C0-4EA8-86BF-48FF3C00E47F}" destId="{BC610C40-296C-49B2-B845-432362A273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AE1545A-1E3F-4E6B-B0EF-C6B4283F8DE9}" type="doc">
      <dgm:prSet loTypeId="urn:microsoft.com/office/officeart/2008/layout/LinedList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956D3179-AF38-4A30-8D6E-E44755B981E2}">
      <dgm:prSet/>
      <dgm:spPr/>
      <dgm:t>
        <a:bodyPr/>
        <a:lstStyle/>
        <a:p>
          <a:pPr algn="l"/>
          <a:r>
            <a:rPr lang="en-US" b="0" i="0" baseline="0"/>
            <a:t>Indicates that a property or parameter should be excluded from validation.</a:t>
          </a:r>
          <a:endParaRPr lang="en-US"/>
        </a:p>
      </dgm:t>
    </dgm:pt>
    <dgm:pt modelId="{92484957-8EE6-44F8-A346-3B7AB4239B41}" type="parTrans" cxnId="{9E9447F6-E8B8-40F8-B4C6-837A5CBE11FC}">
      <dgm:prSet/>
      <dgm:spPr/>
      <dgm:t>
        <a:bodyPr/>
        <a:lstStyle/>
        <a:p>
          <a:endParaRPr lang="en-US"/>
        </a:p>
      </dgm:t>
    </dgm:pt>
    <dgm:pt modelId="{110CBC45-6DE0-4628-B9A1-4E40585B5AEF}" type="sibTrans" cxnId="{9E9447F6-E8B8-40F8-B4C6-837A5CBE11FC}">
      <dgm:prSet/>
      <dgm:spPr/>
      <dgm:t>
        <a:bodyPr/>
        <a:lstStyle/>
        <a:p>
          <a:endParaRPr lang="en-US"/>
        </a:p>
      </dgm:t>
    </dgm:pt>
    <dgm:pt modelId="{62AE54EB-4911-44AD-99E5-9AA3BEF12F65}">
      <dgm:prSet custT="1"/>
      <dgm:spPr/>
      <dgm:t>
        <a:bodyPr/>
        <a:lstStyle/>
        <a:p>
          <a:pPr algn="l"/>
          <a:r>
            <a:rPr lang="en-US" sz="1600" b="0" i="0" kern="1200" baseline="0"/>
            <a:t>[</a:t>
          </a: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CreditCard</a:t>
          </a:r>
          <a:r>
            <a:rPr lang="en-US" sz="1600" b="0" i="0" kern="1200" baseline="0"/>
            <a:t>]:</a:t>
          </a:r>
          <a:endParaRPr lang="en-US" sz="1600" kern="1200" dirty="0"/>
        </a:p>
      </dgm:t>
    </dgm:pt>
    <dgm:pt modelId="{7B06BDF8-F9D8-47F8-B875-79226BA4B232}" type="parTrans" cxnId="{8E291EB1-A5DC-4303-B7DB-0E356A2863EA}">
      <dgm:prSet/>
      <dgm:spPr/>
      <dgm:t>
        <a:bodyPr/>
        <a:lstStyle/>
        <a:p>
          <a:endParaRPr lang="en-US"/>
        </a:p>
      </dgm:t>
    </dgm:pt>
    <dgm:pt modelId="{6F9C35BF-8751-4E0E-8681-24854FEA09EC}" type="sibTrans" cxnId="{8E291EB1-A5DC-4303-B7DB-0E356A2863EA}">
      <dgm:prSet/>
      <dgm:spPr/>
      <dgm:t>
        <a:bodyPr/>
        <a:lstStyle/>
        <a:p>
          <a:endParaRPr lang="en-US"/>
        </a:p>
      </dgm:t>
    </dgm:pt>
    <dgm:pt modelId="{8AA7F9EB-594D-4899-9818-33CA74CF550D}">
      <dgm:prSet/>
      <dgm:spPr/>
      <dgm:t>
        <a:bodyPr/>
        <a:lstStyle/>
        <a:p>
          <a:pPr algn="l"/>
          <a:r>
            <a:rPr lang="en-US" b="0" i="0" baseline="0"/>
            <a:t>Validates that the property has a credit card format. Requires jQuery Validation Additional Methods.</a:t>
          </a:r>
          <a:endParaRPr lang="en-US"/>
        </a:p>
      </dgm:t>
    </dgm:pt>
    <dgm:pt modelId="{D41781D4-5BDB-4F7C-819E-D9D8DF6DDAAA}" type="parTrans" cxnId="{BE0D6149-A3AE-4F26-AC02-D9ADAB806329}">
      <dgm:prSet/>
      <dgm:spPr/>
      <dgm:t>
        <a:bodyPr/>
        <a:lstStyle/>
        <a:p>
          <a:endParaRPr lang="en-US"/>
        </a:p>
      </dgm:t>
    </dgm:pt>
    <dgm:pt modelId="{19B6054C-B72B-42D7-AAA4-76E3367B2474}" type="sibTrans" cxnId="{BE0D6149-A3AE-4F26-AC02-D9ADAB806329}">
      <dgm:prSet/>
      <dgm:spPr/>
      <dgm:t>
        <a:bodyPr/>
        <a:lstStyle/>
        <a:p>
          <a:endParaRPr lang="en-US"/>
        </a:p>
      </dgm:t>
    </dgm:pt>
    <dgm:pt modelId="{0B6389B6-B1A5-42B4-8B7D-F65AF7752D18}">
      <dgm:prSet custT="1"/>
      <dgm:spPr/>
      <dgm:t>
        <a:bodyPr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[Compare]:</a:t>
          </a:r>
        </a:p>
      </dgm:t>
    </dgm:pt>
    <dgm:pt modelId="{2FDADF67-803D-4186-9D6F-AB2346F40330}" type="parTrans" cxnId="{AB92D513-FDD4-4B68-B606-067E8941A6ED}">
      <dgm:prSet/>
      <dgm:spPr/>
      <dgm:t>
        <a:bodyPr/>
        <a:lstStyle/>
        <a:p>
          <a:endParaRPr lang="en-US"/>
        </a:p>
      </dgm:t>
    </dgm:pt>
    <dgm:pt modelId="{A69DAFFC-ACF2-4D01-8CCB-2420277745C8}" type="sibTrans" cxnId="{AB92D513-FDD4-4B68-B606-067E8941A6ED}">
      <dgm:prSet/>
      <dgm:spPr/>
      <dgm:t>
        <a:bodyPr/>
        <a:lstStyle/>
        <a:p>
          <a:endParaRPr lang="en-US"/>
        </a:p>
      </dgm:t>
    </dgm:pt>
    <dgm:pt modelId="{CC3E4EA5-F2B6-4B4C-A579-9B061EBBE5D9}">
      <dgm:prSet/>
      <dgm:spPr/>
      <dgm:t>
        <a:bodyPr/>
        <a:lstStyle/>
        <a:p>
          <a:pPr algn="l"/>
          <a:r>
            <a:rPr lang="en-US" b="0" i="0" baseline="0"/>
            <a:t>Validates that two properties in a model match.</a:t>
          </a:r>
          <a:endParaRPr lang="en-US"/>
        </a:p>
      </dgm:t>
    </dgm:pt>
    <dgm:pt modelId="{2FE422B5-D1E5-48A2-9D67-7CA004F951CB}" type="parTrans" cxnId="{2EA7FEF5-A05E-4584-AA21-A7D5DDAA3CAA}">
      <dgm:prSet/>
      <dgm:spPr/>
      <dgm:t>
        <a:bodyPr/>
        <a:lstStyle/>
        <a:p>
          <a:endParaRPr lang="en-US"/>
        </a:p>
      </dgm:t>
    </dgm:pt>
    <dgm:pt modelId="{8C824D88-B1A9-4DB4-92DC-020E468DDA9E}" type="sibTrans" cxnId="{2EA7FEF5-A05E-4584-AA21-A7D5DDAA3CAA}">
      <dgm:prSet/>
      <dgm:spPr/>
      <dgm:t>
        <a:bodyPr/>
        <a:lstStyle/>
        <a:p>
          <a:endParaRPr lang="en-US"/>
        </a:p>
      </dgm:t>
    </dgm:pt>
    <dgm:pt modelId="{85E062B9-7EFC-446A-86E3-6D2B622026AD}">
      <dgm:prSet custT="1"/>
      <dgm:spPr/>
      <dgm:t>
        <a:bodyPr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[EmailAddress]:</a:t>
          </a:r>
        </a:p>
      </dgm:t>
    </dgm:pt>
    <dgm:pt modelId="{63982A57-3F45-4E4C-944F-B21BE8613018}" type="parTrans" cxnId="{49CE574F-C81F-4650-8056-53F9FAB310FC}">
      <dgm:prSet/>
      <dgm:spPr/>
      <dgm:t>
        <a:bodyPr/>
        <a:lstStyle/>
        <a:p>
          <a:endParaRPr lang="en-US"/>
        </a:p>
      </dgm:t>
    </dgm:pt>
    <dgm:pt modelId="{4B74CC53-C0F9-4AB3-B95C-8648EDC4536A}" type="sibTrans" cxnId="{49CE574F-C81F-4650-8056-53F9FAB310FC}">
      <dgm:prSet/>
      <dgm:spPr/>
      <dgm:t>
        <a:bodyPr/>
        <a:lstStyle/>
        <a:p>
          <a:endParaRPr lang="en-US"/>
        </a:p>
      </dgm:t>
    </dgm:pt>
    <dgm:pt modelId="{25018BCC-2BE4-42BF-89B7-B3B2FC6881ED}">
      <dgm:prSet/>
      <dgm:spPr/>
      <dgm:t>
        <a:bodyPr/>
        <a:lstStyle/>
        <a:p>
          <a:pPr algn="l"/>
          <a:r>
            <a:rPr lang="en-US" b="0" i="0" baseline="0"/>
            <a:t>Validates that the property has an email format.</a:t>
          </a:r>
          <a:endParaRPr lang="en-US"/>
        </a:p>
      </dgm:t>
    </dgm:pt>
    <dgm:pt modelId="{D5688509-1F8B-46C0-8CBA-85207AAE508F}" type="parTrans" cxnId="{E4135DF3-E447-48BA-951C-D82237C7500D}">
      <dgm:prSet/>
      <dgm:spPr/>
      <dgm:t>
        <a:bodyPr/>
        <a:lstStyle/>
        <a:p>
          <a:endParaRPr lang="en-US"/>
        </a:p>
      </dgm:t>
    </dgm:pt>
    <dgm:pt modelId="{3773D05C-4428-47E1-A621-F5A4F90E1559}" type="sibTrans" cxnId="{E4135DF3-E447-48BA-951C-D82237C7500D}">
      <dgm:prSet/>
      <dgm:spPr/>
      <dgm:t>
        <a:bodyPr/>
        <a:lstStyle/>
        <a:p>
          <a:endParaRPr lang="en-US"/>
        </a:p>
      </dgm:t>
    </dgm:pt>
    <dgm:pt modelId="{06E5E1C3-1CE5-412A-9764-E775F189695D}">
      <dgm:prSet custT="1"/>
      <dgm:spPr/>
      <dgm:t>
        <a:bodyPr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[Phone]:</a:t>
          </a:r>
        </a:p>
      </dgm:t>
    </dgm:pt>
    <dgm:pt modelId="{7C7FA209-52BF-4FF6-B5A0-F9C4239E1BF2}" type="parTrans" cxnId="{B43E1BA3-2ED0-4AB0-A9F4-55A54F5DF2BC}">
      <dgm:prSet/>
      <dgm:spPr/>
      <dgm:t>
        <a:bodyPr/>
        <a:lstStyle/>
        <a:p>
          <a:endParaRPr lang="en-US"/>
        </a:p>
      </dgm:t>
    </dgm:pt>
    <dgm:pt modelId="{B1882672-0418-4DB8-9585-F6E17F913D80}" type="sibTrans" cxnId="{B43E1BA3-2ED0-4AB0-A9F4-55A54F5DF2BC}">
      <dgm:prSet/>
      <dgm:spPr/>
      <dgm:t>
        <a:bodyPr/>
        <a:lstStyle/>
        <a:p>
          <a:endParaRPr lang="en-US"/>
        </a:p>
      </dgm:t>
    </dgm:pt>
    <dgm:pt modelId="{07337283-6CDE-464D-9081-BAB6A3FE2EE3}">
      <dgm:prSet/>
      <dgm:spPr/>
      <dgm:t>
        <a:bodyPr/>
        <a:lstStyle/>
        <a:p>
          <a:pPr algn="l"/>
          <a:r>
            <a:rPr lang="en-US" b="0" i="0" baseline="0"/>
            <a:t>Validates that the property has a telephone number format.</a:t>
          </a:r>
          <a:endParaRPr lang="en-US"/>
        </a:p>
      </dgm:t>
    </dgm:pt>
    <dgm:pt modelId="{A9E1640C-8C80-43D6-B1A3-BDDB1B0F9A34}" type="parTrans" cxnId="{8ED3A673-2366-438B-A16B-65AC299946C8}">
      <dgm:prSet/>
      <dgm:spPr/>
      <dgm:t>
        <a:bodyPr/>
        <a:lstStyle/>
        <a:p>
          <a:endParaRPr lang="en-US"/>
        </a:p>
      </dgm:t>
    </dgm:pt>
    <dgm:pt modelId="{BD2EED89-0CA9-4616-AF90-73E14FA8FE9B}" type="sibTrans" cxnId="{8ED3A673-2366-438B-A16B-65AC299946C8}">
      <dgm:prSet/>
      <dgm:spPr/>
      <dgm:t>
        <a:bodyPr/>
        <a:lstStyle/>
        <a:p>
          <a:endParaRPr lang="en-US"/>
        </a:p>
      </dgm:t>
    </dgm:pt>
    <dgm:pt modelId="{D70B1C19-F455-47A6-BAD2-1B9F705AC8EA}">
      <dgm:prSet custT="1"/>
      <dgm:spPr/>
      <dgm:t>
        <a:bodyPr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[Range]:</a:t>
          </a:r>
        </a:p>
      </dgm:t>
    </dgm:pt>
    <dgm:pt modelId="{7D3C2575-B84A-4A16-84BE-D7239F116D42}" type="parTrans" cxnId="{856583C9-D369-4176-BEFB-7E68CCB8EA28}">
      <dgm:prSet/>
      <dgm:spPr/>
      <dgm:t>
        <a:bodyPr/>
        <a:lstStyle/>
        <a:p>
          <a:endParaRPr lang="en-US"/>
        </a:p>
      </dgm:t>
    </dgm:pt>
    <dgm:pt modelId="{BC188726-476C-48BF-A5B8-A91A0A247E22}" type="sibTrans" cxnId="{856583C9-D369-4176-BEFB-7E68CCB8EA28}">
      <dgm:prSet/>
      <dgm:spPr/>
      <dgm:t>
        <a:bodyPr/>
        <a:lstStyle/>
        <a:p>
          <a:endParaRPr lang="en-US"/>
        </a:p>
      </dgm:t>
    </dgm:pt>
    <dgm:pt modelId="{71F88A55-947A-4AF1-A4F4-31F58281E129}">
      <dgm:prSet/>
      <dgm:spPr/>
      <dgm:t>
        <a:bodyPr/>
        <a:lstStyle/>
        <a:p>
          <a:pPr algn="l"/>
          <a:r>
            <a:rPr lang="en-US" b="0" i="0" baseline="0"/>
            <a:t>Validates that the property value falls within a specified range.</a:t>
          </a:r>
          <a:endParaRPr lang="en-US"/>
        </a:p>
      </dgm:t>
    </dgm:pt>
    <dgm:pt modelId="{AF9C49B2-9CF0-4C18-9188-EB8D41F25D14}" type="parTrans" cxnId="{0C5AAFC3-66FF-4445-A5F3-7A744D86AE2F}">
      <dgm:prSet/>
      <dgm:spPr/>
      <dgm:t>
        <a:bodyPr/>
        <a:lstStyle/>
        <a:p>
          <a:endParaRPr lang="en-US"/>
        </a:p>
      </dgm:t>
    </dgm:pt>
    <dgm:pt modelId="{5389C39F-3043-4E24-B37A-A514130A1396}" type="sibTrans" cxnId="{0C5AAFC3-66FF-4445-A5F3-7A744D86AE2F}">
      <dgm:prSet/>
      <dgm:spPr/>
      <dgm:t>
        <a:bodyPr/>
        <a:lstStyle/>
        <a:p>
          <a:endParaRPr lang="en-US"/>
        </a:p>
      </dgm:t>
    </dgm:pt>
    <dgm:pt modelId="{28DC010A-7357-4DF6-9B25-FDDD4BE58EE8}">
      <dgm:prSet custT="1"/>
      <dgm:spPr/>
      <dgm:t>
        <a:bodyPr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[RegularExpression]:</a:t>
          </a:r>
        </a:p>
      </dgm:t>
    </dgm:pt>
    <dgm:pt modelId="{8CD34B78-B31C-4104-AFB5-9810FECEDFC7}" type="parTrans" cxnId="{8BE9ADEA-6E40-49E5-874F-89AC03E0B940}">
      <dgm:prSet/>
      <dgm:spPr/>
      <dgm:t>
        <a:bodyPr/>
        <a:lstStyle/>
        <a:p>
          <a:endParaRPr lang="en-US"/>
        </a:p>
      </dgm:t>
    </dgm:pt>
    <dgm:pt modelId="{96BCEE58-9178-45DB-93E4-8D7EF28D4C52}" type="sibTrans" cxnId="{8BE9ADEA-6E40-49E5-874F-89AC03E0B940}">
      <dgm:prSet/>
      <dgm:spPr/>
      <dgm:t>
        <a:bodyPr/>
        <a:lstStyle/>
        <a:p>
          <a:endParaRPr lang="en-US"/>
        </a:p>
      </dgm:t>
    </dgm:pt>
    <dgm:pt modelId="{D547389E-9648-45F1-82FB-75A94B20F6CA}">
      <dgm:prSet/>
      <dgm:spPr/>
      <dgm:t>
        <a:bodyPr/>
        <a:lstStyle/>
        <a:p>
          <a:pPr algn="l"/>
          <a:r>
            <a:rPr lang="en-US" b="0" i="0" baseline="0"/>
            <a:t>Validates that the property value matches a specified regular expression.</a:t>
          </a:r>
          <a:endParaRPr lang="en-US"/>
        </a:p>
      </dgm:t>
    </dgm:pt>
    <dgm:pt modelId="{D08CAEE8-220B-4E50-A547-0DC32012039C}" type="parTrans" cxnId="{B4323950-C0E9-4963-96D4-2BBF45A2BE4A}">
      <dgm:prSet/>
      <dgm:spPr/>
      <dgm:t>
        <a:bodyPr/>
        <a:lstStyle/>
        <a:p>
          <a:endParaRPr lang="en-US"/>
        </a:p>
      </dgm:t>
    </dgm:pt>
    <dgm:pt modelId="{7B0A56B4-3536-418F-A7EC-88AF1882BA64}" type="sibTrans" cxnId="{B4323950-C0E9-4963-96D4-2BBF45A2BE4A}">
      <dgm:prSet/>
      <dgm:spPr/>
      <dgm:t>
        <a:bodyPr/>
        <a:lstStyle/>
        <a:p>
          <a:endParaRPr lang="en-US"/>
        </a:p>
      </dgm:t>
    </dgm:pt>
    <dgm:pt modelId="{5572978A-871B-4B0E-BCC4-DFBE17DFF98C}">
      <dgm:prSet custT="1"/>
      <dgm:spPr/>
      <dgm:t>
        <a:bodyPr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[Required]:</a:t>
          </a:r>
        </a:p>
      </dgm:t>
    </dgm:pt>
    <dgm:pt modelId="{9FAD41C5-F83D-461B-9350-DF958AE05B3E}" type="parTrans" cxnId="{BF91DAAB-1402-4107-B43D-88B856133E03}">
      <dgm:prSet/>
      <dgm:spPr/>
      <dgm:t>
        <a:bodyPr/>
        <a:lstStyle/>
        <a:p>
          <a:endParaRPr lang="en-US"/>
        </a:p>
      </dgm:t>
    </dgm:pt>
    <dgm:pt modelId="{68B91BA7-0D0D-4E8F-BA49-CB29D6B0007D}" type="sibTrans" cxnId="{BF91DAAB-1402-4107-B43D-88B856133E03}">
      <dgm:prSet/>
      <dgm:spPr/>
      <dgm:t>
        <a:bodyPr/>
        <a:lstStyle/>
        <a:p>
          <a:endParaRPr lang="en-US"/>
        </a:p>
      </dgm:t>
    </dgm:pt>
    <dgm:pt modelId="{38220280-CC69-4F67-B35A-FFA25203C2D3}">
      <dgm:prSet/>
      <dgm:spPr/>
      <dgm:t>
        <a:bodyPr/>
        <a:lstStyle/>
        <a:p>
          <a:pPr algn="l"/>
          <a:r>
            <a:rPr lang="en-US" b="0" i="0" baseline="0"/>
            <a:t>Validates that the field isn't null. See [Required] attribute for details about this attribute's behavior.</a:t>
          </a:r>
          <a:endParaRPr lang="en-US"/>
        </a:p>
      </dgm:t>
    </dgm:pt>
    <dgm:pt modelId="{867D3053-6C5F-441E-A7F2-DC216C6793CE}" type="parTrans" cxnId="{5B494244-A1F3-47FA-A59A-C5DE5A9E7DB9}">
      <dgm:prSet/>
      <dgm:spPr/>
      <dgm:t>
        <a:bodyPr/>
        <a:lstStyle/>
        <a:p>
          <a:endParaRPr lang="en-US"/>
        </a:p>
      </dgm:t>
    </dgm:pt>
    <dgm:pt modelId="{F543BF23-D447-4526-B694-C2AF9CD54300}" type="sibTrans" cxnId="{5B494244-A1F3-47FA-A59A-C5DE5A9E7DB9}">
      <dgm:prSet/>
      <dgm:spPr/>
      <dgm:t>
        <a:bodyPr/>
        <a:lstStyle/>
        <a:p>
          <a:endParaRPr lang="en-US"/>
        </a:p>
      </dgm:t>
    </dgm:pt>
    <dgm:pt modelId="{8B8BDBEC-F536-4ADE-A9E2-145FFE247206}">
      <dgm:prSet custT="1"/>
      <dgm:spPr/>
      <dgm:t>
        <a:bodyPr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[StringLength]: </a:t>
          </a:r>
        </a:p>
      </dgm:t>
    </dgm:pt>
    <dgm:pt modelId="{5BEF1F67-D40C-4206-91F5-A3DBFE3AFD80}" type="parTrans" cxnId="{B393D515-C7DE-426A-91FC-91F6919DEF76}">
      <dgm:prSet/>
      <dgm:spPr/>
      <dgm:t>
        <a:bodyPr/>
        <a:lstStyle/>
        <a:p>
          <a:endParaRPr lang="en-US"/>
        </a:p>
      </dgm:t>
    </dgm:pt>
    <dgm:pt modelId="{EF23B953-5B13-464D-8C2B-2A7D74B22A90}" type="sibTrans" cxnId="{B393D515-C7DE-426A-91FC-91F6919DEF76}">
      <dgm:prSet/>
      <dgm:spPr/>
      <dgm:t>
        <a:bodyPr/>
        <a:lstStyle/>
        <a:p>
          <a:endParaRPr lang="en-US"/>
        </a:p>
      </dgm:t>
    </dgm:pt>
    <dgm:pt modelId="{9A63F8D6-C46E-4A07-8285-4CF938C978A1}">
      <dgm:prSet/>
      <dgm:spPr/>
      <dgm:t>
        <a:bodyPr/>
        <a:lstStyle/>
        <a:p>
          <a:pPr algn="l"/>
          <a:r>
            <a:rPr lang="en-US" b="0" i="0" baseline="0"/>
            <a:t>Validates that a string property value doesn't exceed a specified length limit.</a:t>
          </a:r>
          <a:endParaRPr lang="en-US"/>
        </a:p>
      </dgm:t>
    </dgm:pt>
    <dgm:pt modelId="{208778C0-DF8C-4A88-892A-9BF522775BA3}" type="parTrans" cxnId="{1DA8D59D-04D8-47C2-8059-93B8664C382A}">
      <dgm:prSet/>
      <dgm:spPr/>
      <dgm:t>
        <a:bodyPr/>
        <a:lstStyle/>
        <a:p>
          <a:endParaRPr lang="en-US"/>
        </a:p>
      </dgm:t>
    </dgm:pt>
    <dgm:pt modelId="{900704B2-6CEB-4AAD-A523-F6716FE5C928}" type="sibTrans" cxnId="{1DA8D59D-04D8-47C2-8059-93B8664C382A}">
      <dgm:prSet/>
      <dgm:spPr/>
      <dgm:t>
        <a:bodyPr/>
        <a:lstStyle/>
        <a:p>
          <a:endParaRPr lang="en-US"/>
        </a:p>
      </dgm:t>
    </dgm:pt>
    <dgm:pt modelId="{3C55C3FC-CB50-453D-8A7D-B07C528129DB}">
      <dgm:prSet custT="1"/>
      <dgm:spPr/>
      <dgm:t>
        <a:bodyPr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[Url]:</a:t>
          </a:r>
        </a:p>
      </dgm:t>
    </dgm:pt>
    <dgm:pt modelId="{F808A9C0-78F8-4FF9-B877-13F00805D588}" type="parTrans" cxnId="{AE2CD718-D0FE-4110-B840-3C088E0DBB71}">
      <dgm:prSet/>
      <dgm:spPr/>
      <dgm:t>
        <a:bodyPr/>
        <a:lstStyle/>
        <a:p>
          <a:endParaRPr lang="en-US"/>
        </a:p>
      </dgm:t>
    </dgm:pt>
    <dgm:pt modelId="{BB2C2AD3-5759-41F0-B67B-12D253522A03}" type="sibTrans" cxnId="{AE2CD718-D0FE-4110-B840-3C088E0DBB71}">
      <dgm:prSet/>
      <dgm:spPr/>
      <dgm:t>
        <a:bodyPr/>
        <a:lstStyle/>
        <a:p>
          <a:endParaRPr lang="en-US"/>
        </a:p>
      </dgm:t>
    </dgm:pt>
    <dgm:pt modelId="{EBC85154-21AA-465E-8D16-49192C49E8EA}">
      <dgm:prSet/>
      <dgm:spPr/>
      <dgm:t>
        <a:bodyPr/>
        <a:lstStyle/>
        <a:p>
          <a:pPr algn="l"/>
          <a:r>
            <a:rPr lang="en-US" b="0" i="0" baseline="0"/>
            <a:t>Validates that the property has a URL format.</a:t>
          </a:r>
          <a:endParaRPr lang="en-US"/>
        </a:p>
      </dgm:t>
    </dgm:pt>
    <dgm:pt modelId="{979E936C-6E64-4980-90A3-59FDCD7A24AD}" type="parTrans" cxnId="{D5F0C71C-3913-4CCB-B69A-DFB816DF0958}">
      <dgm:prSet/>
      <dgm:spPr/>
      <dgm:t>
        <a:bodyPr/>
        <a:lstStyle/>
        <a:p>
          <a:endParaRPr lang="en-US"/>
        </a:p>
      </dgm:t>
    </dgm:pt>
    <dgm:pt modelId="{F8DDFD05-0B23-436A-B638-6B77DD3D34C4}" type="sibTrans" cxnId="{D5F0C71C-3913-4CCB-B69A-DFB816DF0958}">
      <dgm:prSet/>
      <dgm:spPr/>
      <dgm:t>
        <a:bodyPr/>
        <a:lstStyle/>
        <a:p>
          <a:endParaRPr lang="en-US"/>
        </a:p>
      </dgm:t>
    </dgm:pt>
    <dgm:pt modelId="{C4076426-9A7F-4FE0-9ECD-40524F139EE6}">
      <dgm:prSet custT="1"/>
      <dgm:spPr/>
      <dgm:t>
        <a:bodyPr/>
        <a:lstStyle/>
        <a:p>
          <a:pPr algn="l"/>
          <a:r>
            <a:rPr lang="en-US" sz="1600" b="0" i="0" baseline="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rPr>
            <a:t>[</a:t>
          </a:r>
          <a:r>
            <a:rPr lang="en-US" sz="1600" b="0" i="0" baseline="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rPr>
            <a:t>ValidateNever</a:t>
          </a:r>
          <a:r>
            <a:rPr lang="en-US" sz="1600" b="0" i="0" baseline="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rPr>
            <a:t>]:</a:t>
          </a:r>
          <a:endParaRPr lang="en-US" sz="1600" dirty="0">
            <a:solidFill>
              <a:schemeClr val="tx1">
                <a:lumMod val="50000"/>
                <a:lumOff val="50000"/>
              </a:schemeClr>
            </a:solidFill>
            <a:latin typeface="Consolas" panose="020B0609020204030204" pitchFamily="49" charset="0"/>
          </a:endParaRPr>
        </a:p>
      </dgm:t>
    </dgm:pt>
    <dgm:pt modelId="{88E3F9FD-A1F4-4481-A318-208B00134FE7}" type="sibTrans" cxnId="{35993F91-2217-4ADF-A007-930038BC892B}">
      <dgm:prSet/>
      <dgm:spPr/>
      <dgm:t>
        <a:bodyPr/>
        <a:lstStyle/>
        <a:p>
          <a:endParaRPr lang="en-US"/>
        </a:p>
      </dgm:t>
    </dgm:pt>
    <dgm:pt modelId="{C3ADAFFF-116A-4098-A858-754C73C54369}" type="parTrans" cxnId="{35993F91-2217-4ADF-A007-930038BC892B}">
      <dgm:prSet/>
      <dgm:spPr/>
      <dgm:t>
        <a:bodyPr/>
        <a:lstStyle/>
        <a:p>
          <a:endParaRPr lang="en-US"/>
        </a:p>
      </dgm:t>
    </dgm:pt>
    <dgm:pt modelId="{89E7809E-0AF1-4408-AC6F-4FF247ED13FD}" type="pres">
      <dgm:prSet presAssocID="{6AE1545A-1E3F-4E6B-B0EF-C6B4283F8DE9}" presName="vert0" presStyleCnt="0">
        <dgm:presLayoutVars>
          <dgm:dir/>
          <dgm:animOne val="branch"/>
          <dgm:animLvl val="lvl"/>
        </dgm:presLayoutVars>
      </dgm:prSet>
      <dgm:spPr/>
    </dgm:pt>
    <dgm:pt modelId="{4FD927D4-55D6-42F7-BBDC-C5A2CE0E22A8}" type="pres">
      <dgm:prSet presAssocID="{C4076426-9A7F-4FE0-9ECD-40524F139EE6}" presName="thickLine" presStyleLbl="alignNode1" presStyleIdx="0" presStyleCnt="10"/>
      <dgm:spPr/>
    </dgm:pt>
    <dgm:pt modelId="{CB77A9F5-6555-4FD5-94CA-2355A0E96399}" type="pres">
      <dgm:prSet presAssocID="{C4076426-9A7F-4FE0-9ECD-40524F139EE6}" presName="horz1" presStyleCnt="0"/>
      <dgm:spPr/>
    </dgm:pt>
    <dgm:pt modelId="{2AF3B49C-ED02-4D6D-B693-574921781633}" type="pres">
      <dgm:prSet presAssocID="{C4076426-9A7F-4FE0-9ECD-40524F139EE6}" presName="tx1" presStyleLbl="revTx" presStyleIdx="0" presStyleCnt="20"/>
      <dgm:spPr/>
    </dgm:pt>
    <dgm:pt modelId="{9027226E-130D-4ED9-9D6A-2A27683400E6}" type="pres">
      <dgm:prSet presAssocID="{C4076426-9A7F-4FE0-9ECD-40524F139EE6}" presName="vert1" presStyleCnt="0"/>
      <dgm:spPr/>
    </dgm:pt>
    <dgm:pt modelId="{D5BF7175-BF26-4CCF-AB23-F331CC9641EB}" type="pres">
      <dgm:prSet presAssocID="{956D3179-AF38-4A30-8D6E-E44755B981E2}" presName="vertSpace2a" presStyleCnt="0"/>
      <dgm:spPr/>
    </dgm:pt>
    <dgm:pt modelId="{6AD896B2-EC6E-416F-89D2-668FAA9E94C9}" type="pres">
      <dgm:prSet presAssocID="{956D3179-AF38-4A30-8D6E-E44755B981E2}" presName="horz2" presStyleCnt="0"/>
      <dgm:spPr/>
    </dgm:pt>
    <dgm:pt modelId="{8E67481C-6C2D-4B69-8E5A-0C72DB3DAAE0}" type="pres">
      <dgm:prSet presAssocID="{956D3179-AF38-4A30-8D6E-E44755B981E2}" presName="horzSpace2" presStyleCnt="0"/>
      <dgm:spPr/>
    </dgm:pt>
    <dgm:pt modelId="{38F4957B-ACCE-4604-8732-75C09DF99A33}" type="pres">
      <dgm:prSet presAssocID="{956D3179-AF38-4A30-8D6E-E44755B981E2}" presName="tx2" presStyleLbl="revTx" presStyleIdx="1" presStyleCnt="20"/>
      <dgm:spPr/>
    </dgm:pt>
    <dgm:pt modelId="{20AD99FD-5EB4-4560-8B01-661CFA27E301}" type="pres">
      <dgm:prSet presAssocID="{956D3179-AF38-4A30-8D6E-E44755B981E2}" presName="vert2" presStyleCnt="0"/>
      <dgm:spPr/>
    </dgm:pt>
    <dgm:pt modelId="{F116761D-FEDF-4BF8-87EE-BD12B530E07F}" type="pres">
      <dgm:prSet presAssocID="{956D3179-AF38-4A30-8D6E-E44755B981E2}" presName="thinLine2b" presStyleLbl="callout" presStyleIdx="0" presStyleCnt="10"/>
      <dgm:spPr/>
    </dgm:pt>
    <dgm:pt modelId="{3E67C45D-3201-461A-8EFD-55D2FE48F3F2}" type="pres">
      <dgm:prSet presAssocID="{956D3179-AF38-4A30-8D6E-E44755B981E2}" presName="vertSpace2b" presStyleCnt="0"/>
      <dgm:spPr/>
    </dgm:pt>
    <dgm:pt modelId="{3400BA3E-AE16-49FE-A08A-F8792DAE65E2}" type="pres">
      <dgm:prSet presAssocID="{62AE54EB-4911-44AD-99E5-9AA3BEF12F65}" presName="thickLine" presStyleLbl="alignNode1" presStyleIdx="1" presStyleCnt="10"/>
      <dgm:spPr/>
    </dgm:pt>
    <dgm:pt modelId="{6492EF7E-6E85-4AEA-B8E1-EBC995A084AA}" type="pres">
      <dgm:prSet presAssocID="{62AE54EB-4911-44AD-99E5-9AA3BEF12F65}" presName="horz1" presStyleCnt="0"/>
      <dgm:spPr/>
    </dgm:pt>
    <dgm:pt modelId="{50EA0EC9-F2CE-4997-9130-47AF20AD71D0}" type="pres">
      <dgm:prSet presAssocID="{62AE54EB-4911-44AD-99E5-9AA3BEF12F65}" presName="tx1" presStyleLbl="revTx" presStyleIdx="2" presStyleCnt="20"/>
      <dgm:spPr/>
    </dgm:pt>
    <dgm:pt modelId="{49AF9402-1E1B-4064-B34F-6C0D3AEE0AB2}" type="pres">
      <dgm:prSet presAssocID="{62AE54EB-4911-44AD-99E5-9AA3BEF12F65}" presName="vert1" presStyleCnt="0"/>
      <dgm:spPr/>
    </dgm:pt>
    <dgm:pt modelId="{341626A3-00C1-452D-A3CD-178EEDB75573}" type="pres">
      <dgm:prSet presAssocID="{8AA7F9EB-594D-4899-9818-33CA74CF550D}" presName="vertSpace2a" presStyleCnt="0"/>
      <dgm:spPr/>
    </dgm:pt>
    <dgm:pt modelId="{0CDE1EA9-ECD3-477A-A936-6942BC036592}" type="pres">
      <dgm:prSet presAssocID="{8AA7F9EB-594D-4899-9818-33CA74CF550D}" presName="horz2" presStyleCnt="0"/>
      <dgm:spPr/>
    </dgm:pt>
    <dgm:pt modelId="{20D9D525-89C6-4BD9-B7E2-740FD7EC4355}" type="pres">
      <dgm:prSet presAssocID="{8AA7F9EB-594D-4899-9818-33CA74CF550D}" presName="horzSpace2" presStyleCnt="0"/>
      <dgm:spPr/>
    </dgm:pt>
    <dgm:pt modelId="{52CE0A00-679F-4CA3-92F5-DD831F2748DE}" type="pres">
      <dgm:prSet presAssocID="{8AA7F9EB-594D-4899-9818-33CA74CF550D}" presName="tx2" presStyleLbl="revTx" presStyleIdx="3" presStyleCnt="20"/>
      <dgm:spPr/>
    </dgm:pt>
    <dgm:pt modelId="{7F2CFDE5-5B14-4F84-BD2D-6E52BCB1A927}" type="pres">
      <dgm:prSet presAssocID="{8AA7F9EB-594D-4899-9818-33CA74CF550D}" presName="vert2" presStyleCnt="0"/>
      <dgm:spPr/>
    </dgm:pt>
    <dgm:pt modelId="{5ED44F30-7F1D-4CB3-BFCE-09F08E2F72D8}" type="pres">
      <dgm:prSet presAssocID="{8AA7F9EB-594D-4899-9818-33CA74CF550D}" presName="thinLine2b" presStyleLbl="callout" presStyleIdx="1" presStyleCnt="10"/>
      <dgm:spPr/>
    </dgm:pt>
    <dgm:pt modelId="{E21F347F-73BE-4F13-B269-74DC911AF278}" type="pres">
      <dgm:prSet presAssocID="{8AA7F9EB-594D-4899-9818-33CA74CF550D}" presName="vertSpace2b" presStyleCnt="0"/>
      <dgm:spPr/>
    </dgm:pt>
    <dgm:pt modelId="{8A5269B6-55C9-4F93-B949-E3DEAB8031FD}" type="pres">
      <dgm:prSet presAssocID="{0B6389B6-B1A5-42B4-8B7D-F65AF7752D18}" presName="thickLine" presStyleLbl="alignNode1" presStyleIdx="2" presStyleCnt="10"/>
      <dgm:spPr/>
    </dgm:pt>
    <dgm:pt modelId="{7E146158-7F14-4CB7-A1A5-7611DA516B5A}" type="pres">
      <dgm:prSet presAssocID="{0B6389B6-B1A5-42B4-8B7D-F65AF7752D18}" presName="horz1" presStyleCnt="0"/>
      <dgm:spPr/>
    </dgm:pt>
    <dgm:pt modelId="{333D0E21-5B85-4FD2-8FA8-65598655D6FD}" type="pres">
      <dgm:prSet presAssocID="{0B6389B6-B1A5-42B4-8B7D-F65AF7752D18}" presName="tx1" presStyleLbl="revTx" presStyleIdx="4" presStyleCnt="20"/>
      <dgm:spPr/>
    </dgm:pt>
    <dgm:pt modelId="{CEC396C0-F44B-46BC-89EF-09EE7429A5DC}" type="pres">
      <dgm:prSet presAssocID="{0B6389B6-B1A5-42B4-8B7D-F65AF7752D18}" presName="vert1" presStyleCnt="0"/>
      <dgm:spPr/>
    </dgm:pt>
    <dgm:pt modelId="{26D655DD-CC3C-442F-BBB0-77FB39D557F5}" type="pres">
      <dgm:prSet presAssocID="{CC3E4EA5-F2B6-4B4C-A579-9B061EBBE5D9}" presName="vertSpace2a" presStyleCnt="0"/>
      <dgm:spPr/>
    </dgm:pt>
    <dgm:pt modelId="{E90A8CE5-1923-4B08-8278-11F9D756C41A}" type="pres">
      <dgm:prSet presAssocID="{CC3E4EA5-F2B6-4B4C-A579-9B061EBBE5D9}" presName="horz2" presStyleCnt="0"/>
      <dgm:spPr/>
    </dgm:pt>
    <dgm:pt modelId="{654F0997-5F5E-4839-AE7D-8722F7B56D63}" type="pres">
      <dgm:prSet presAssocID="{CC3E4EA5-F2B6-4B4C-A579-9B061EBBE5D9}" presName="horzSpace2" presStyleCnt="0"/>
      <dgm:spPr/>
    </dgm:pt>
    <dgm:pt modelId="{1B42098B-5A9C-4740-928F-D4FBD1B5859C}" type="pres">
      <dgm:prSet presAssocID="{CC3E4EA5-F2B6-4B4C-A579-9B061EBBE5D9}" presName="tx2" presStyleLbl="revTx" presStyleIdx="5" presStyleCnt="20"/>
      <dgm:spPr/>
    </dgm:pt>
    <dgm:pt modelId="{2F02AF75-D57B-41CF-B00D-F76810A71833}" type="pres">
      <dgm:prSet presAssocID="{CC3E4EA5-F2B6-4B4C-A579-9B061EBBE5D9}" presName="vert2" presStyleCnt="0"/>
      <dgm:spPr/>
    </dgm:pt>
    <dgm:pt modelId="{F19DE724-5FF0-4F6D-9608-50AEE02CAA86}" type="pres">
      <dgm:prSet presAssocID="{CC3E4EA5-F2B6-4B4C-A579-9B061EBBE5D9}" presName="thinLine2b" presStyleLbl="callout" presStyleIdx="2" presStyleCnt="10"/>
      <dgm:spPr/>
    </dgm:pt>
    <dgm:pt modelId="{70C58316-32DF-4585-A97B-84FA73699FA8}" type="pres">
      <dgm:prSet presAssocID="{CC3E4EA5-F2B6-4B4C-A579-9B061EBBE5D9}" presName="vertSpace2b" presStyleCnt="0"/>
      <dgm:spPr/>
    </dgm:pt>
    <dgm:pt modelId="{3D8AD49A-AD0E-4E1E-9BA6-47664FB7C890}" type="pres">
      <dgm:prSet presAssocID="{85E062B9-7EFC-446A-86E3-6D2B622026AD}" presName="thickLine" presStyleLbl="alignNode1" presStyleIdx="3" presStyleCnt="10"/>
      <dgm:spPr/>
    </dgm:pt>
    <dgm:pt modelId="{6B4C0E61-ADB7-4C42-9C92-4AC6CD362901}" type="pres">
      <dgm:prSet presAssocID="{85E062B9-7EFC-446A-86E3-6D2B622026AD}" presName="horz1" presStyleCnt="0"/>
      <dgm:spPr/>
    </dgm:pt>
    <dgm:pt modelId="{070675D0-52A2-44FC-92E3-A628A6BD6B29}" type="pres">
      <dgm:prSet presAssocID="{85E062B9-7EFC-446A-86E3-6D2B622026AD}" presName="tx1" presStyleLbl="revTx" presStyleIdx="6" presStyleCnt="20"/>
      <dgm:spPr/>
    </dgm:pt>
    <dgm:pt modelId="{2AA25BB2-A4D8-4E35-87AC-7CE40D0A7784}" type="pres">
      <dgm:prSet presAssocID="{85E062B9-7EFC-446A-86E3-6D2B622026AD}" presName="vert1" presStyleCnt="0"/>
      <dgm:spPr/>
    </dgm:pt>
    <dgm:pt modelId="{AE06EA62-8583-441D-9A44-0A6C8793B115}" type="pres">
      <dgm:prSet presAssocID="{25018BCC-2BE4-42BF-89B7-B3B2FC6881ED}" presName="vertSpace2a" presStyleCnt="0"/>
      <dgm:spPr/>
    </dgm:pt>
    <dgm:pt modelId="{AC3F9366-0F64-422E-B37B-BB79B08880DC}" type="pres">
      <dgm:prSet presAssocID="{25018BCC-2BE4-42BF-89B7-B3B2FC6881ED}" presName="horz2" presStyleCnt="0"/>
      <dgm:spPr/>
    </dgm:pt>
    <dgm:pt modelId="{81834E2C-B286-4584-968C-3B34E67613DA}" type="pres">
      <dgm:prSet presAssocID="{25018BCC-2BE4-42BF-89B7-B3B2FC6881ED}" presName="horzSpace2" presStyleCnt="0"/>
      <dgm:spPr/>
    </dgm:pt>
    <dgm:pt modelId="{D91B21C8-967D-4BA9-AE21-3C0838942618}" type="pres">
      <dgm:prSet presAssocID="{25018BCC-2BE4-42BF-89B7-B3B2FC6881ED}" presName="tx2" presStyleLbl="revTx" presStyleIdx="7" presStyleCnt="20"/>
      <dgm:spPr/>
    </dgm:pt>
    <dgm:pt modelId="{B6127B90-3EC1-49B0-BE05-60E7F9D6E4C7}" type="pres">
      <dgm:prSet presAssocID="{25018BCC-2BE4-42BF-89B7-B3B2FC6881ED}" presName="vert2" presStyleCnt="0"/>
      <dgm:spPr/>
    </dgm:pt>
    <dgm:pt modelId="{F2504A67-0264-42C3-AD3C-DA7C982F2DDB}" type="pres">
      <dgm:prSet presAssocID="{25018BCC-2BE4-42BF-89B7-B3B2FC6881ED}" presName="thinLine2b" presStyleLbl="callout" presStyleIdx="3" presStyleCnt="10"/>
      <dgm:spPr/>
    </dgm:pt>
    <dgm:pt modelId="{B61451EF-01A5-4855-8F40-0E0CDE8A324E}" type="pres">
      <dgm:prSet presAssocID="{25018BCC-2BE4-42BF-89B7-B3B2FC6881ED}" presName="vertSpace2b" presStyleCnt="0"/>
      <dgm:spPr/>
    </dgm:pt>
    <dgm:pt modelId="{E65B5B43-954B-4160-BF3D-6D2395AA8DF0}" type="pres">
      <dgm:prSet presAssocID="{06E5E1C3-1CE5-412A-9764-E775F189695D}" presName="thickLine" presStyleLbl="alignNode1" presStyleIdx="4" presStyleCnt="10"/>
      <dgm:spPr/>
    </dgm:pt>
    <dgm:pt modelId="{57A94ACE-FB38-450F-9EA7-F9DC50FD2866}" type="pres">
      <dgm:prSet presAssocID="{06E5E1C3-1CE5-412A-9764-E775F189695D}" presName="horz1" presStyleCnt="0"/>
      <dgm:spPr/>
    </dgm:pt>
    <dgm:pt modelId="{C8F81A25-095C-4C42-9C5E-4E4EFFC92E9D}" type="pres">
      <dgm:prSet presAssocID="{06E5E1C3-1CE5-412A-9764-E775F189695D}" presName="tx1" presStyleLbl="revTx" presStyleIdx="8" presStyleCnt="20"/>
      <dgm:spPr/>
    </dgm:pt>
    <dgm:pt modelId="{98C1FF78-56D7-4DD3-9D7D-D44037D3CD89}" type="pres">
      <dgm:prSet presAssocID="{06E5E1C3-1CE5-412A-9764-E775F189695D}" presName="vert1" presStyleCnt="0"/>
      <dgm:spPr/>
    </dgm:pt>
    <dgm:pt modelId="{1E2451A6-F1D2-45D7-AE44-4FDB38579503}" type="pres">
      <dgm:prSet presAssocID="{07337283-6CDE-464D-9081-BAB6A3FE2EE3}" presName="vertSpace2a" presStyleCnt="0"/>
      <dgm:spPr/>
    </dgm:pt>
    <dgm:pt modelId="{D469D9BF-0E94-408B-A76A-E4CBFFF925C8}" type="pres">
      <dgm:prSet presAssocID="{07337283-6CDE-464D-9081-BAB6A3FE2EE3}" presName="horz2" presStyleCnt="0"/>
      <dgm:spPr/>
    </dgm:pt>
    <dgm:pt modelId="{70894013-702B-4F74-BB97-88E6A4BB8CF3}" type="pres">
      <dgm:prSet presAssocID="{07337283-6CDE-464D-9081-BAB6A3FE2EE3}" presName="horzSpace2" presStyleCnt="0"/>
      <dgm:spPr/>
    </dgm:pt>
    <dgm:pt modelId="{5465A74D-C221-497B-993D-AFE77AE73C53}" type="pres">
      <dgm:prSet presAssocID="{07337283-6CDE-464D-9081-BAB6A3FE2EE3}" presName="tx2" presStyleLbl="revTx" presStyleIdx="9" presStyleCnt="20"/>
      <dgm:spPr/>
    </dgm:pt>
    <dgm:pt modelId="{343E72AD-4873-4A59-990E-6997DD88A6DB}" type="pres">
      <dgm:prSet presAssocID="{07337283-6CDE-464D-9081-BAB6A3FE2EE3}" presName="vert2" presStyleCnt="0"/>
      <dgm:spPr/>
    </dgm:pt>
    <dgm:pt modelId="{4525F8F5-82E1-4C5A-8CC3-39238D972968}" type="pres">
      <dgm:prSet presAssocID="{07337283-6CDE-464D-9081-BAB6A3FE2EE3}" presName="thinLine2b" presStyleLbl="callout" presStyleIdx="4" presStyleCnt="10"/>
      <dgm:spPr/>
    </dgm:pt>
    <dgm:pt modelId="{EB10CA85-DA44-4CA9-9B28-AB8FA9BEA624}" type="pres">
      <dgm:prSet presAssocID="{07337283-6CDE-464D-9081-BAB6A3FE2EE3}" presName="vertSpace2b" presStyleCnt="0"/>
      <dgm:spPr/>
    </dgm:pt>
    <dgm:pt modelId="{C9DE3AFA-D5A8-4E2F-8D8C-43CD40733219}" type="pres">
      <dgm:prSet presAssocID="{D70B1C19-F455-47A6-BAD2-1B9F705AC8EA}" presName="thickLine" presStyleLbl="alignNode1" presStyleIdx="5" presStyleCnt="10"/>
      <dgm:spPr/>
    </dgm:pt>
    <dgm:pt modelId="{6A962D7F-8539-4047-9378-BF8EB453435A}" type="pres">
      <dgm:prSet presAssocID="{D70B1C19-F455-47A6-BAD2-1B9F705AC8EA}" presName="horz1" presStyleCnt="0"/>
      <dgm:spPr/>
    </dgm:pt>
    <dgm:pt modelId="{744E6063-89BA-4D8C-9261-1F73E50ADBD9}" type="pres">
      <dgm:prSet presAssocID="{D70B1C19-F455-47A6-BAD2-1B9F705AC8EA}" presName="tx1" presStyleLbl="revTx" presStyleIdx="10" presStyleCnt="20"/>
      <dgm:spPr/>
    </dgm:pt>
    <dgm:pt modelId="{0DD8EC41-5261-43BC-AD22-20F0AD7751F1}" type="pres">
      <dgm:prSet presAssocID="{D70B1C19-F455-47A6-BAD2-1B9F705AC8EA}" presName="vert1" presStyleCnt="0"/>
      <dgm:spPr/>
    </dgm:pt>
    <dgm:pt modelId="{245B6D29-7362-4207-A412-953E188A86E8}" type="pres">
      <dgm:prSet presAssocID="{71F88A55-947A-4AF1-A4F4-31F58281E129}" presName="vertSpace2a" presStyleCnt="0"/>
      <dgm:spPr/>
    </dgm:pt>
    <dgm:pt modelId="{7238AD7E-0472-4701-BF73-8156336BCA22}" type="pres">
      <dgm:prSet presAssocID="{71F88A55-947A-4AF1-A4F4-31F58281E129}" presName="horz2" presStyleCnt="0"/>
      <dgm:spPr/>
    </dgm:pt>
    <dgm:pt modelId="{109E3593-3925-4A52-B10C-2CDDAC32BC51}" type="pres">
      <dgm:prSet presAssocID="{71F88A55-947A-4AF1-A4F4-31F58281E129}" presName="horzSpace2" presStyleCnt="0"/>
      <dgm:spPr/>
    </dgm:pt>
    <dgm:pt modelId="{9E3E1789-A4EF-4271-87B3-D7F84B9007D0}" type="pres">
      <dgm:prSet presAssocID="{71F88A55-947A-4AF1-A4F4-31F58281E129}" presName="tx2" presStyleLbl="revTx" presStyleIdx="11" presStyleCnt="20"/>
      <dgm:spPr/>
    </dgm:pt>
    <dgm:pt modelId="{BD39F045-D754-4DF2-87B6-E99E757E94C0}" type="pres">
      <dgm:prSet presAssocID="{71F88A55-947A-4AF1-A4F4-31F58281E129}" presName="vert2" presStyleCnt="0"/>
      <dgm:spPr/>
    </dgm:pt>
    <dgm:pt modelId="{E68F6B96-2013-4A24-8252-DB1A4D645BEC}" type="pres">
      <dgm:prSet presAssocID="{71F88A55-947A-4AF1-A4F4-31F58281E129}" presName="thinLine2b" presStyleLbl="callout" presStyleIdx="5" presStyleCnt="10"/>
      <dgm:spPr/>
    </dgm:pt>
    <dgm:pt modelId="{AAF94FA0-4380-4092-81D6-477EAF5C9B40}" type="pres">
      <dgm:prSet presAssocID="{71F88A55-947A-4AF1-A4F4-31F58281E129}" presName="vertSpace2b" presStyleCnt="0"/>
      <dgm:spPr/>
    </dgm:pt>
    <dgm:pt modelId="{5D0168F4-52E1-4365-B224-7041A4C90DB1}" type="pres">
      <dgm:prSet presAssocID="{28DC010A-7357-4DF6-9B25-FDDD4BE58EE8}" presName="thickLine" presStyleLbl="alignNode1" presStyleIdx="6" presStyleCnt="10"/>
      <dgm:spPr/>
    </dgm:pt>
    <dgm:pt modelId="{968BE107-8824-4B52-A926-3A379E75C7A6}" type="pres">
      <dgm:prSet presAssocID="{28DC010A-7357-4DF6-9B25-FDDD4BE58EE8}" presName="horz1" presStyleCnt="0"/>
      <dgm:spPr/>
    </dgm:pt>
    <dgm:pt modelId="{977BD2F9-2164-4D7A-81AE-F0379F5478C4}" type="pres">
      <dgm:prSet presAssocID="{28DC010A-7357-4DF6-9B25-FDDD4BE58EE8}" presName="tx1" presStyleLbl="revTx" presStyleIdx="12" presStyleCnt="20"/>
      <dgm:spPr/>
    </dgm:pt>
    <dgm:pt modelId="{BEF9B803-3F77-4AB9-BEFC-45F2CA793895}" type="pres">
      <dgm:prSet presAssocID="{28DC010A-7357-4DF6-9B25-FDDD4BE58EE8}" presName="vert1" presStyleCnt="0"/>
      <dgm:spPr/>
    </dgm:pt>
    <dgm:pt modelId="{E853D905-1324-4612-AE47-A8CFCCA54C2A}" type="pres">
      <dgm:prSet presAssocID="{D547389E-9648-45F1-82FB-75A94B20F6CA}" presName="vertSpace2a" presStyleCnt="0"/>
      <dgm:spPr/>
    </dgm:pt>
    <dgm:pt modelId="{5D25082F-6634-4EAA-8767-DA36C4E1A6C5}" type="pres">
      <dgm:prSet presAssocID="{D547389E-9648-45F1-82FB-75A94B20F6CA}" presName="horz2" presStyleCnt="0"/>
      <dgm:spPr/>
    </dgm:pt>
    <dgm:pt modelId="{A8F51C6C-E10C-4BEE-B624-42DCB7F54959}" type="pres">
      <dgm:prSet presAssocID="{D547389E-9648-45F1-82FB-75A94B20F6CA}" presName="horzSpace2" presStyleCnt="0"/>
      <dgm:spPr/>
    </dgm:pt>
    <dgm:pt modelId="{5314F8F3-5852-4CCA-BE55-3D58946FA2D7}" type="pres">
      <dgm:prSet presAssocID="{D547389E-9648-45F1-82FB-75A94B20F6CA}" presName="tx2" presStyleLbl="revTx" presStyleIdx="13" presStyleCnt="20"/>
      <dgm:spPr/>
    </dgm:pt>
    <dgm:pt modelId="{1885A637-9B85-49A7-88E4-9ABCDFF13260}" type="pres">
      <dgm:prSet presAssocID="{D547389E-9648-45F1-82FB-75A94B20F6CA}" presName="vert2" presStyleCnt="0"/>
      <dgm:spPr/>
    </dgm:pt>
    <dgm:pt modelId="{13DDBCB5-0206-4559-B4F4-AF92E35F9775}" type="pres">
      <dgm:prSet presAssocID="{D547389E-9648-45F1-82FB-75A94B20F6CA}" presName="thinLine2b" presStyleLbl="callout" presStyleIdx="6" presStyleCnt="10"/>
      <dgm:spPr/>
    </dgm:pt>
    <dgm:pt modelId="{57FB8134-62EE-45A2-BE66-1755A075244D}" type="pres">
      <dgm:prSet presAssocID="{D547389E-9648-45F1-82FB-75A94B20F6CA}" presName="vertSpace2b" presStyleCnt="0"/>
      <dgm:spPr/>
    </dgm:pt>
    <dgm:pt modelId="{372EB3B2-B478-4A51-9F5C-456A76D8A45F}" type="pres">
      <dgm:prSet presAssocID="{5572978A-871B-4B0E-BCC4-DFBE17DFF98C}" presName="thickLine" presStyleLbl="alignNode1" presStyleIdx="7" presStyleCnt="10"/>
      <dgm:spPr/>
    </dgm:pt>
    <dgm:pt modelId="{AA3A4194-FD5B-4F04-9EEE-BED2F7E06D06}" type="pres">
      <dgm:prSet presAssocID="{5572978A-871B-4B0E-BCC4-DFBE17DFF98C}" presName="horz1" presStyleCnt="0"/>
      <dgm:spPr/>
    </dgm:pt>
    <dgm:pt modelId="{56C82A98-C04A-4A2E-B959-95033CD7F04D}" type="pres">
      <dgm:prSet presAssocID="{5572978A-871B-4B0E-BCC4-DFBE17DFF98C}" presName="tx1" presStyleLbl="revTx" presStyleIdx="14" presStyleCnt="20"/>
      <dgm:spPr/>
    </dgm:pt>
    <dgm:pt modelId="{AF47F661-572F-4857-8839-9BDEE023AD4A}" type="pres">
      <dgm:prSet presAssocID="{5572978A-871B-4B0E-BCC4-DFBE17DFF98C}" presName="vert1" presStyleCnt="0"/>
      <dgm:spPr/>
    </dgm:pt>
    <dgm:pt modelId="{99137F24-F5A7-4527-AFB8-F81F69C61133}" type="pres">
      <dgm:prSet presAssocID="{38220280-CC69-4F67-B35A-FFA25203C2D3}" presName="vertSpace2a" presStyleCnt="0"/>
      <dgm:spPr/>
    </dgm:pt>
    <dgm:pt modelId="{ADD5FBD7-F255-460B-BC79-6DB6F84BE5E1}" type="pres">
      <dgm:prSet presAssocID="{38220280-CC69-4F67-B35A-FFA25203C2D3}" presName="horz2" presStyleCnt="0"/>
      <dgm:spPr/>
    </dgm:pt>
    <dgm:pt modelId="{1198B8AA-E7BD-4C33-9606-8EDAE7F3D5EB}" type="pres">
      <dgm:prSet presAssocID="{38220280-CC69-4F67-B35A-FFA25203C2D3}" presName="horzSpace2" presStyleCnt="0"/>
      <dgm:spPr/>
    </dgm:pt>
    <dgm:pt modelId="{F7426ABB-0952-4C38-9E13-727F96B154A4}" type="pres">
      <dgm:prSet presAssocID="{38220280-CC69-4F67-B35A-FFA25203C2D3}" presName="tx2" presStyleLbl="revTx" presStyleIdx="15" presStyleCnt="20"/>
      <dgm:spPr/>
    </dgm:pt>
    <dgm:pt modelId="{801336B0-5A57-4F28-A76D-A3FEF8850DB9}" type="pres">
      <dgm:prSet presAssocID="{38220280-CC69-4F67-B35A-FFA25203C2D3}" presName="vert2" presStyleCnt="0"/>
      <dgm:spPr/>
    </dgm:pt>
    <dgm:pt modelId="{AFE5DD2E-5865-46D4-9D17-1187E1EFC63D}" type="pres">
      <dgm:prSet presAssocID="{38220280-CC69-4F67-B35A-FFA25203C2D3}" presName="thinLine2b" presStyleLbl="callout" presStyleIdx="7" presStyleCnt="10"/>
      <dgm:spPr/>
    </dgm:pt>
    <dgm:pt modelId="{A72F8AB7-84ED-4A05-92A5-DC927A7CC489}" type="pres">
      <dgm:prSet presAssocID="{38220280-CC69-4F67-B35A-FFA25203C2D3}" presName="vertSpace2b" presStyleCnt="0"/>
      <dgm:spPr/>
    </dgm:pt>
    <dgm:pt modelId="{6D2B3D42-57B0-42B1-8A44-5FF26B984833}" type="pres">
      <dgm:prSet presAssocID="{8B8BDBEC-F536-4ADE-A9E2-145FFE247206}" presName="thickLine" presStyleLbl="alignNode1" presStyleIdx="8" presStyleCnt="10"/>
      <dgm:spPr/>
    </dgm:pt>
    <dgm:pt modelId="{C9A75FED-5808-4156-85AF-B38748BBC01A}" type="pres">
      <dgm:prSet presAssocID="{8B8BDBEC-F536-4ADE-A9E2-145FFE247206}" presName="horz1" presStyleCnt="0"/>
      <dgm:spPr/>
    </dgm:pt>
    <dgm:pt modelId="{066557D3-F694-4AC5-9375-A23ACBE03188}" type="pres">
      <dgm:prSet presAssocID="{8B8BDBEC-F536-4ADE-A9E2-145FFE247206}" presName="tx1" presStyleLbl="revTx" presStyleIdx="16" presStyleCnt="20"/>
      <dgm:spPr/>
    </dgm:pt>
    <dgm:pt modelId="{D4F2507B-3161-4C73-864F-3ADE89ED6FFE}" type="pres">
      <dgm:prSet presAssocID="{8B8BDBEC-F536-4ADE-A9E2-145FFE247206}" presName="vert1" presStyleCnt="0"/>
      <dgm:spPr/>
    </dgm:pt>
    <dgm:pt modelId="{5E2BBB0C-B790-4281-818F-E6E3B45DB1DA}" type="pres">
      <dgm:prSet presAssocID="{9A63F8D6-C46E-4A07-8285-4CF938C978A1}" presName="vertSpace2a" presStyleCnt="0"/>
      <dgm:spPr/>
    </dgm:pt>
    <dgm:pt modelId="{57646FFD-D62B-44AB-9C12-58A11A0D5023}" type="pres">
      <dgm:prSet presAssocID="{9A63F8D6-C46E-4A07-8285-4CF938C978A1}" presName="horz2" presStyleCnt="0"/>
      <dgm:spPr/>
    </dgm:pt>
    <dgm:pt modelId="{3957E25B-D61D-4292-82FF-BD13F51C867B}" type="pres">
      <dgm:prSet presAssocID="{9A63F8D6-C46E-4A07-8285-4CF938C978A1}" presName="horzSpace2" presStyleCnt="0"/>
      <dgm:spPr/>
    </dgm:pt>
    <dgm:pt modelId="{F89D4B2E-858F-4263-A221-17822E151C55}" type="pres">
      <dgm:prSet presAssocID="{9A63F8D6-C46E-4A07-8285-4CF938C978A1}" presName="tx2" presStyleLbl="revTx" presStyleIdx="17" presStyleCnt="20"/>
      <dgm:spPr/>
    </dgm:pt>
    <dgm:pt modelId="{FA9CC4A7-72E8-4F81-96E3-70504B3EAEBB}" type="pres">
      <dgm:prSet presAssocID="{9A63F8D6-C46E-4A07-8285-4CF938C978A1}" presName="vert2" presStyleCnt="0"/>
      <dgm:spPr/>
    </dgm:pt>
    <dgm:pt modelId="{5C87F1E7-B9E3-4257-A70F-71AD08ADFD80}" type="pres">
      <dgm:prSet presAssocID="{9A63F8D6-C46E-4A07-8285-4CF938C978A1}" presName="thinLine2b" presStyleLbl="callout" presStyleIdx="8" presStyleCnt="10"/>
      <dgm:spPr/>
    </dgm:pt>
    <dgm:pt modelId="{921B76BC-9480-4E5E-B805-FDE5CED867D9}" type="pres">
      <dgm:prSet presAssocID="{9A63F8D6-C46E-4A07-8285-4CF938C978A1}" presName="vertSpace2b" presStyleCnt="0"/>
      <dgm:spPr/>
    </dgm:pt>
    <dgm:pt modelId="{96515DD3-38B3-4E5E-92F6-DA8FB21C7865}" type="pres">
      <dgm:prSet presAssocID="{3C55C3FC-CB50-453D-8A7D-B07C528129DB}" presName="thickLine" presStyleLbl="alignNode1" presStyleIdx="9" presStyleCnt="10"/>
      <dgm:spPr/>
    </dgm:pt>
    <dgm:pt modelId="{1659F23B-1F3F-4385-BE74-C620962F2838}" type="pres">
      <dgm:prSet presAssocID="{3C55C3FC-CB50-453D-8A7D-B07C528129DB}" presName="horz1" presStyleCnt="0"/>
      <dgm:spPr/>
    </dgm:pt>
    <dgm:pt modelId="{BFF3D48E-8588-48CB-9F2A-A9C932528325}" type="pres">
      <dgm:prSet presAssocID="{3C55C3FC-CB50-453D-8A7D-B07C528129DB}" presName="tx1" presStyleLbl="revTx" presStyleIdx="18" presStyleCnt="20"/>
      <dgm:spPr/>
    </dgm:pt>
    <dgm:pt modelId="{2F88D663-FE7C-4A2F-BC4E-815FDF6C0922}" type="pres">
      <dgm:prSet presAssocID="{3C55C3FC-CB50-453D-8A7D-B07C528129DB}" presName="vert1" presStyleCnt="0"/>
      <dgm:spPr/>
    </dgm:pt>
    <dgm:pt modelId="{9E359419-0BD5-46E5-B567-C0048B5D5D4C}" type="pres">
      <dgm:prSet presAssocID="{EBC85154-21AA-465E-8D16-49192C49E8EA}" presName="vertSpace2a" presStyleCnt="0"/>
      <dgm:spPr/>
    </dgm:pt>
    <dgm:pt modelId="{8BAC0191-49B1-4734-868D-7CF8A0150C5E}" type="pres">
      <dgm:prSet presAssocID="{EBC85154-21AA-465E-8D16-49192C49E8EA}" presName="horz2" presStyleCnt="0"/>
      <dgm:spPr/>
    </dgm:pt>
    <dgm:pt modelId="{22889B33-E106-4A78-B9F0-FBD44E946526}" type="pres">
      <dgm:prSet presAssocID="{EBC85154-21AA-465E-8D16-49192C49E8EA}" presName="horzSpace2" presStyleCnt="0"/>
      <dgm:spPr/>
    </dgm:pt>
    <dgm:pt modelId="{BECD1C2D-895F-4C04-8A76-9FF442260334}" type="pres">
      <dgm:prSet presAssocID="{EBC85154-21AA-465E-8D16-49192C49E8EA}" presName="tx2" presStyleLbl="revTx" presStyleIdx="19" presStyleCnt="20"/>
      <dgm:spPr/>
    </dgm:pt>
    <dgm:pt modelId="{31C2D894-6B8C-45D7-ADB1-C06E2E474D2A}" type="pres">
      <dgm:prSet presAssocID="{EBC85154-21AA-465E-8D16-49192C49E8EA}" presName="vert2" presStyleCnt="0"/>
      <dgm:spPr/>
    </dgm:pt>
    <dgm:pt modelId="{F9CC1823-0E7D-44A2-AB8C-C55117ED11BD}" type="pres">
      <dgm:prSet presAssocID="{EBC85154-21AA-465E-8D16-49192C49E8EA}" presName="thinLine2b" presStyleLbl="callout" presStyleIdx="9" presStyleCnt="10"/>
      <dgm:spPr/>
    </dgm:pt>
    <dgm:pt modelId="{E95A4F73-60CC-44F3-9A28-09967E00CCE9}" type="pres">
      <dgm:prSet presAssocID="{EBC85154-21AA-465E-8D16-49192C49E8EA}" presName="vertSpace2b" presStyleCnt="0"/>
      <dgm:spPr/>
    </dgm:pt>
  </dgm:ptLst>
  <dgm:cxnLst>
    <dgm:cxn modelId="{AB92D513-FDD4-4B68-B606-067E8941A6ED}" srcId="{6AE1545A-1E3F-4E6B-B0EF-C6B4283F8DE9}" destId="{0B6389B6-B1A5-42B4-8B7D-F65AF7752D18}" srcOrd="2" destOrd="0" parTransId="{2FDADF67-803D-4186-9D6F-AB2346F40330}" sibTransId="{A69DAFFC-ACF2-4D01-8CCB-2420277745C8}"/>
    <dgm:cxn modelId="{B393D515-C7DE-426A-91FC-91F6919DEF76}" srcId="{6AE1545A-1E3F-4E6B-B0EF-C6B4283F8DE9}" destId="{8B8BDBEC-F536-4ADE-A9E2-145FFE247206}" srcOrd="8" destOrd="0" parTransId="{5BEF1F67-D40C-4206-91F5-A3DBFE3AFD80}" sibTransId="{EF23B953-5B13-464D-8C2B-2A7D74B22A90}"/>
    <dgm:cxn modelId="{AE2CD718-D0FE-4110-B840-3C088E0DBB71}" srcId="{6AE1545A-1E3F-4E6B-B0EF-C6B4283F8DE9}" destId="{3C55C3FC-CB50-453D-8A7D-B07C528129DB}" srcOrd="9" destOrd="0" parTransId="{F808A9C0-78F8-4FF9-B877-13F00805D588}" sibTransId="{BB2C2AD3-5759-41F0-B67B-12D253522A03}"/>
    <dgm:cxn modelId="{36EBBA19-6C5A-42C6-85DA-4F86EE3B1382}" type="presOf" srcId="{0B6389B6-B1A5-42B4-8B7D-F65AF7752D18}" destId="{333D0E21-5B85-4FD2-8FA8-65598655D6FD}" srcOrd="0" destOrd="0" presId="urn:microsoft.com/office/officeart/2008/layout/LinedList"/>
    <dgm:cxn modelId="{D5F0C71C-3913-4CCB-B69A-DFB816DF0958}" srcId="{3C55C3FC-CB50-453D-8A7D-B07C528129DB}" destId="{EBC85154-21AA-465E-8D16-49192C49E8EA}" srcOrd="0" destOrd="0" parTransId="{979E936C-6E64-4980-90A3-59FDCD7A24AD}" sibTransId="{F8DDFD05-0B23-436A-B638-6B77DD3D34C4}"/>
    <dgm:cxn modelId="{2D1DEC1C-6AA2-4048-B953-25CDB743A75B}" type="presOf" srcId="{C4076426-9A7F-4FE0-9ECD-40524F139EE6}" destId="{2AF3B49C-ED02-4D6D-B693-574921781633}" srcOrd="0" destOrd="0" presId="urn:microsoft.com/office/officeart/2008/layout/LinedList"/>
    <dgm:cxn modelId="{01DDF921-6336-4409-946E-3E20411FCF6C}" type="presOf" srcId="{EBC85154-21AA-465E-8D16-49192C49E8EA}" destId="{BECD1C2D-895F-4C04-8A76-9FF442260334}" srcOrd="0" destOrd="0" presId="urn:microsoft.com/office/officeart/2008/layout/LinedList"/>
    <dgm:cxn modelId="{D9EB522A-9448-4CCF-91D1-71804D5D5AA8}" type="presOf" srcId="{5572978A-871B-4B0E-BCC4-DFBE17DFF98C}" destId="{56C82A98-C04A-4A2E-B959-95033CD7F04D}" srcOrd="0" destOrd="0" presId="urn:microsoft.com/office/officeart/2008/layout/LinedList"/>
    <dgm:cxn modelId="{AB2C5338-BB10-4A6C-90A7-0CE1954FC25D}" type="presOf" srcId="{28DC010A-7357-4DF6-9B25-FDDD4BE58EE8}" destId="{977BD2F9-2164-4D7A-81AE-F0379F5478C4}" srcOrd="0" destOrd="0" presId="urn:microsoft.com/office/officeart/2008/layout/LinedList"/>
    <dgm:cxn modelId="{5B494244-A1F3-47FA-A59A-C5DE5A9E7DB9}" srcId="{5572978A-871B-4B0E-BCC4-DFBE17DFF98C}" destId="{38220280-CC69-4F67-B35A-FFA25203C2D3}" srcOrd="0" destOrd="0" parTransId="{867D3053-6C5F-441E-A7F2-DC216C6793CE}" sibTransId="{F543BF23-D447-4526-B694-C2AF9CD54300}"/>
    <dgm:cxn modelId="{465BAB45-7E01-4C4D-A14C-443ACB90A29B}" type="presOf" srcId="{956D3179-AF38-4A30-8D6E-E44755B981E2}" destId="{38F4957B-ACCE-4604-8732-75C09DF99A33}" srcOrd="0" destOrd="0" presId="urn:microsoft.com/office/officeart/2008/layout/LinedList"/>
    <dgm:cxn modelId="{03DAC466-C3F2-4023-A504-C2527B865631}" type="presOf" srcId="{06E5E1C3-1CE5-412A-9764-E775F189695D}" destId="{C8F81A25-095C-4C42-9C5E-4E4EFFC92E9D}" srcOrd="0" destOrd="0" presId="urn:microsoft.com/office/officeart/2008/layout/LinedList"/>
    <dgm:cxn modelId="{BE0D6149-A3AE-4F26-AC02-D9ADAB806329}" srcId="{62AE54EB-4911-44AD-99E5-9AA3BEF12F65}" destId="{8AA7F9EB-594D-4899-9818-33CA74CF550D}" srcOrd="0" destOrd="0" parTransId="{D41781D4-5BDB-4F7C-819E-D9D8DF6DDAAA}" sibTransId="{19B6054C-B72B-42D7-AAA4-76E3367B2474}"/>
    <dgm:cxn modelId="{72CDEF49-A018-4995-9A53-A4DB4303239E}" type="presOf" srcId="{D547389E-9648-45F1-82FB-75A94B20F6CA}" destId="{5314F8F3-5852-4CCA-BE55-3D58946FA2D7}" srcOrd="0" destOrd="0" presId="urn:microsoft.com/office/officeart/2008/layout/LinedList"/>
    <dgm:cxn modelId="{49CE574F-C81F-4650-8056-53F9FAB310FC}" srcId="{6AE1545A-1E3F-4E6B-B0EF-C6B4283F8DE9}" destId="{85E062B9-7EFC-446A-86E3-6D2B622026AD}" srcOrd="3" destOrd="0" parTransId="{63982A57-3F45-4E4C-944F-B21BE8613018}" sibTransId="{4B74CC53-C0F9-4AB3-B95C-8648EDC4536A}"/>
    <dgm:cxn modelId="{B4323950-C0E9-4963-96D4-2BBF45A2BE4A}" srcId="{28DC010A-7357-4DF6-9B25-FDDD4BE58EE8}" destId="{D547389E-9648-45F1-82FB-75A94B20F6CA}" srcOrd="0" destOrd="0" parTransId="{D08CAEE8-220B-4E50-A547-0DC32012039C}" sibTransId="{7B0A56B4-3536-418F-A7EC-88AF1882BA64}"/>
    <dgm:cxn modelId="{1811F472-DA3A-4114-96E9-37DD550387C1}" type="presOf" srcId="{3C55C3FC-CB50-453D-8A7D-B07C528129DB}" destId="{BFF3D48E-8588-48CB-9F2A-A9C932528325}" srcOrd="0" destOrd="0" presId="urn:microsoft.com/office/officeart/2008/layout/LinedList"/>
    <dgm:cxn modelId="{8ED3A673-2366-438B-A16B-65AC299946C8}" srcId="{06E5E1C3-1CE5-412A-9764-E775F189695D}" destId="{07337283-6CDE-464D-9081-BAB6A3FE2EE3}" srcOrd="0" destOrd="0" parTransId="{A9E1640C-8C80-43D6-B1A3-BDDB1B0F9A34}" sibTransId="{BD2EED89-0CA9-4616-AF90-73E14FA8FE9B}"/>
    <dgm:cxn modelId="{11B36476-473A-47F3-BFE0-826DB2E3EBAD}" type="presOf" srcId="{25018BCC-2BE4-42BF-89B7-B3B2FC6881ED}" destId="{D91B21C8-967D-4BA9-AE21-3C0838942618}" srcOrd="0" destOrd="0" presId="urn:microsoft.com/office/officeart/2008/layout/LinedList"/>
    <dgm:cxn modelId="{47AE4576-1EF6-4F52-B356-98235B48E924}" type="presOf" srcId="{CC3E4EA5-F2B6-4B4C-A579-9B061EBBE5D9}" destId="{1B42098B-5A9C-4740-928F-D4FBD1B5859C}" srcOrd="0" destOrd="0" presId="urn:microsoft.com/office/officeart/2008/layout/LinedList"/>
    <dgm:cxn modelId="{AAEB1282-585E-4F6C-A2F6-6A02925813E9}" type="presOf" srcId="{38220280-CC69-4F67-B35A-FFA25203C2D3}" destId="{F7426ABB-0952-4C38-9E13-727F96B154A4}" srcOrd="0" destOrd="0" presId="urn:microsoft.com/office/officeart/2008/layout/LinedList"/>
    <dgm:cxn modelId="{35993F91-2217-4ADF-A007-930038BC892B}" srcId="{6AE1545A-1E3F-4E6B-B0EF-C6B4283F8DE9}" destId="{C4076426-9A7F-4FE0-9ECD-40524F139EE6}" srcOrd="0" destOrd="0" parTransId="{C3ADAFFF-116A-4098-A858-754C73C54369}" sibTransId="{88E3F9FD-A1F4-4481-A318-208B00134FE7}"/>
    <dgm:cxn modelId="{E7B51F96-1CE2-4414-8045-34577D59352C}" type="presOf" srcId="{6AE1545A-1E3F-4E6B-B0EF-C6B4283F8DE9}" destId="{89E7809E-0AF1-4408-AC6F-4FF247ED13FD}" srcOrd="0" destOrd="0" presId="urn:microsoft.com/office/officeart/2008/layout/LinedList"/>
    <dgm:cxn modelId="{1DA8D59D-04D8-47C2-8059-93B8664C382A}" srcId="{8B8BDBEC-F536-4ADE-A9E2-145FFE247206}" destId="{9A63F8D6-C46E-4A07-8285-4CF938C978A1}" srcOrd="0" destOrd="0" parTransId="{208778C0-DF8C-4A88-892A-9BF522775BA3}" sibTransId="{900704B2-6CEB-4AAD-A523-F6716FE5C928}"/>
    <dgm:cxn modelId="{B43E1BA3-2ED0-4AB0-A9F4-55A54F5DF2BC}" srcId="{6AE1545A-1E3F-4E6B-B0EF-C6B4283F8DE9}" destId="{06E5E1C3-1CE5-412A-9764-E775F189695D}" srcOrd="4" destOrd="0" parTransId="{7C7FA209-52BF-4FF6-B5A0-F9C4239E1BF2}" sibTransId="{B1882672-0418-4DB8-9585-F6E17F913D80}"/>
    <dgm:cxn modelId="{BF91DAAB-1402-4107-B43D-88B856133E03}" srcId="{6AE1545A-1E3F-4E6B-B0EF-C6B4283F8DE9}" destId="{5572978A-871B-4B0E-BCC4-DFBE17DFF98C}" srcOrd="7" destOrd="0" parTransId="{9FAD41C5-F83D-461B-9350-DF958AE05B3E}" sibTransId="{68B91BA7-0D0D-4E8F-BA49-CB29D6B0007D}"/>
    <dgm:cxn modelId="{8E291EB1-A5DC-4303-B7DB-0E356A2863EA}" srcId="{6AE1545A-1E3F-4E6B-B0EF-C6B4283F8DE9}" destId="{62AE54EB-4911-44AD-99E5-9AA3BEF12F65}" srcOrd="1" destOrd="0" parTransId="{7B06BDF8-F9D8-47F8-B875-79226BA4B232}" sibTransId="{6F9C35BF-8751-4E0E-8681-24854FEA09EC}"/>
    <dgm:cxn modelId="{0C5AAFC3-66FF-4445-A5F3-7A744D86AE2F}" srcId="{D70B1C19-F455-47A6-BAD2-1B9F705AC8EA}" destId="{71F88A55-947A-4AF1-A4F4-31F58281E129}" srcOrd="0" destOrd="0" parTransId="{AF9C49B2-9CF0-4C18-9188-EB8D41F25D14}" sibTransId="{5389C39F-3043-4E24-B37A-A514130A1396}"/>
    <dgm:cxn modelId="{856583C9-D369-4176-BEFB-7E68CCB8EA28}" srcId="{6AE1545A-1E3F-4E6B-B0EF-C6B4283F8DE9}" destId="{D70B1C19-F455-47A6-BAD2-1B9F705AC8EA}" srcOrd="5" destOrd="0" parTransId="{7D3C2575-B84A-4A16-84BE-D7239F116D42}" sibTransId="{BC188726-476C-48BF-A5B8-A91A0A247E22}"/>
    <dgm:cxn modelId="{765349CA-B5D4-4930-9B00-1F779C0D3A0B}" type="presOf" srcId="{8B8BDBEC-F536-4ADE-A9E2-145FFE247206}" destId="{066557D3-F694-4AC5-9375-A23ACBE03188}" srcOrd="0" destOrd="0" presId="urn:microsoft.com/office/officeart/2008/layout/LinedList"/>
    <dgm:cxn modelId="{DA8C65CE-E686-459C-A412-26CFD7B53314}" type="presOf" srcId="{85E062B9-7EFC-446A-86E3-6D2B622026AD}" destId="{070675D0-52A2-44FC-92E3-A628A6BD6B29}" srcOrd="0" destOrd="0" presId="urn:microsoft.com/office/officeart/2008/layout/LinedList"/>
    <dgm:cxn modelId="{5328F1D0-87B5-4ABD-BC2C-1C7C9B412473}" type="presOf" srcId="{71F88A55-947A-4AF1-A4F4-31F58281E129}" destId="{9E3E1789-A4EF-4271-87B3-D7F84B9007D0}" srcOrd="0" destOrd="0" presId="urn:microsoft.com/office/officeart/2008/layout/LinedList"/>
    <dgm:cxn modelId="{A5E485DB-73B2-44FF-883D-C98A1C5C8983}" type="presOf" srcId="{07337283-6CDE-464D-9081-BAB6A3FE2EE3}" destId="{5465A74D-C221-497B-993D-AFE77AE73C53}" srcOrd="0" destOrd="0" presId="urn:microsoft.com/office/officeart/2008/layout/LinedList"/>
    <dgm:cxn modelId="{41A301E4-7383-4BB9-8953-FCB1210BCC9D}" type="presOf" srcId="{62AE54EB-4911-44AD-99E5-9AA3BEF12F65}" destId="{50EA0EC9-F2CE-4997-9130-47AF20AD71D0}" srcOrd="0" destOrd="0" presId="urn:microsoft.com/office/officeart/2008/layout/LinedList"/>
    <dgm:cxn modelId="{1DE308E7-059F-44E3-97F5-9FEFFFD6C60C}" type="presOf" srcId="{D70B1C19-F455-47A6-BAD2-1B9F705AC8EA}" destId="{744E6063-89BA-4D8C-9261-1F73E50ADBD9}" srcOrd="0" destOrd="0" presId="urn:microsoft.com/office/officeart/2008/layout/LinedList"/>
    <dgm:cxn modelId="{8BE9ADEA-6E40-49E5-874F-89AC03E0B940}" srcId="{6AE1545A-1E3F-4E6B-B0EF-C6B4283F8DE9}" destId="{28DC010A-7357-4DF6-9B25-FDDD4BE58EE8}" srcOrd="6" destOrd="0" parTransId="{8CD34B78-B31C-4104-AFB5-9810FECEDFC7}" sibTransId="{96BCEE58-9178-45DB-93E4-8D7EF28D4C52}"/>
    <dgm:cxn modelId="{023DA8EF-5FD2-4A52-B494-8C55563C66EE}" type="presOf" srcId="{8AA7F9EB-594D-4899-9818-33CA74CF550D}" destId="{52CE0A00-679F-4CA3-92F5-DD831F2748DE}" srcOrd="0" destOrd="0" presId="urn:microsoft.com/office/officeart/2008/layout/LinedList"/>
    <dgm:cxn modelId="{46A285F2-C2FF-465C-B03B-2301116EB6B8}" type="presOf" srcId="{9A63F8D6-C46E-4A07-8285-4CF938C978A1}" destId="{F89D4B2E-858F-4263-A221-17822E151C55}" srcOrd="0" destOrd="0" presId="urn:microsoft.com/office/officeart/2008/layout/LinedList"/>
    <dgm:cxn modelId="{E4135DF3-E447-48BA-951C-D82237C7500D}" srcId="{85E062B9-7EFC-446A-86E3-6D2B622026AD}" destId="{25018BCC-2BE4-42BF-89B7-B3B2FC6881ED}" srcOrd="0" destOrd="0" parTransId="{D5688509-1F8B-46C0-8CBA-85207AAE508F}" sibTransId="{3773D05C-4428-47E1-A621-F5A4F90E1559}"/>
    <dgm:cxn modelId="{2EA7FEF5-A05E-4584-AA21-A7D5DDAA3CAA}" srcId="{0B6389B6-B1A5-42B4-8B7D-F65AF7752D18}" destId="{CC3E4EA5-F2B6-4B4C-A579-9B061EBBE5D9}" srcOrd="0" destOrd="0" parTransId="{2FE422B5-D1E5-48A2-9D67-7CA004F951CB}" sibTransId="{8C824D88-B1A9-4DB4-92DC-020E468DDA9E}"/>
    <dgm:cxn modelId="{9E9447F6-E8B8-40F8-B4C6-837A5CBE11FC}" srcId="{C4076426-9A7F-4FE0-9ECD-40524F139EE6}" destId="{956D3179-AF38-4A30-8D6E-E44755B981E2}" srcOrd="0" destOrd="0" parTransId="{92484957-8EE6-44F8-A346-3B7AB4239B41}" sibTransId="{110CBC45-6DE0-4628-B9A1-4E40585B5AEF}"/>
    <dgm:cxn modelId="{16C7F16A-894D-45AD-8142-FF2A8AF57D64}" type="presParOf" srcId="{89E7809E-0AF1-4408-AC6F-4FF247ED13FD}" destId="{4FD927D4-55D6-42F7-BBDC-C5A2CE0E22A8}" srcOrd="0" destOrd="0" presId="urn:microsoft.com/office/officeart/2008/layout/LinedList"/>
    <dgm:cxn modelId="{8084AB47-8A68-41E2-959C-5079E52B9B41}" type="presParOf" srcId="{89E7809E-0AF1-4408-AC6F-4FF247ED13FD}" destId="{CB77A9F5-6555-4FD5-94CA-2355A0E96399}" srcOrd="1" destOrd="0" presId="urn:microsoft.com/office/officeart/2008/layout/LinedList"/>
    <dgm:cxn modelId="{1E306F08-45CF-434B-96B7-CB8695E548CF}" type="presParOf" srcId="{CB77A9F5-6555-4FD5-94CA-2355A0E96399}" destId="{2AF3B49C-ED02-4D6D-B693-574921781633}" srcOrd="0" destOrd="0" presId="urn:microsoft.com/office/officeart/2008/layout/LinedList"/>
    <dgm:cxn modelId="{9C6EBB9F-4187-4BDF-83EF-5A6D1FF2CDF8}" type="presParOf" srcId="{CB77A9F5-6555-4FD5-94CA-2355A0E96399}" destId="{9027226E-130D-4ED9-9D6A-2A27683400E6}" srcOrd="1" destOrd="0" presId="urn:microsoft.com/office/officeart/2008/layout/LinedList"/>
    <dgm:cxn modelId="{E6F206FC-EF9A-4BD0-88F7-60AE953F8BE8}" type="presParOf" srcId="{9027226E-130D-4ED9-9D6A-2A27683400E6}" destId="{D5BF7175-BF26-4CCF-AB23-F331CC9641EB}" srcOrd="0" destOrd="0" presId="urn:microsoft.com/office/officeart/2008/layout/LinedList"/>
    <dgm:cxn modelId="{234AF0D0-DDFF-4001-988B-1733194888C0}" type="presParOf" srcId="{9027226E-130D-4ED9-9D6A-2A27683400E6}" destId="{6AD896B2-EC6E-416F-89D2-668FAA9E94C9}" srcOrd="1" destOrd="0" presId="urn:microsoft.com/office/officeart/2008/layout/LinedList"/>
    <dgm:cxn modelId="{9A5740F5-A4F3-40BA-9527-69E5BF3E142C}" type="presParOf" srcId="{6AD896B2-EC6E-416F-89D2-668FAA9E94C9}" destId="{8E67481C-6C2D-4B69-8E5A-0C72DB3DAAE0}" srcOrd="0" destOrd="0" presId="urn:microsoft.com/office/officeart/2008/layout/LinedList"/>
    <dgm:cxn modelId="{4CA68F19-091A-4740-82CB-A6B68CAFB1B4}" type="presParOf" srcId="{6AD896B2-EC6E-416F-89D2-668FAA9E94C9}" destId="{38F4957B-ACCE-4604-8732-75C09DF99A33}" srcOrd="1" destOrd="0" presId="urn:microsoft.com/office/officeart/2008/layout/LinedList"/>
    <dgm:cxn modelId="{02B267AE-3C39-412C-A3A0-2EB1276AD36C}" type="presParOf" srcId="{6AD896B2-EC6E-416F-89D2-668FAA9E94C9}" destId="{20AD99FD-5EB4-4560-8B01-661CFA27E301}" srcOrd="2" destOrd="0" presId="urn:microsoft.com/office/officeart/2008/layout/LinedList"/>
    <dgm:cxn modelId="{13F2615E-12B7-494F-9D84-C8412221DAAA}" type="presParOf" srcId="{9027226E-130D-4ED9-9D6A-2A27683400E6}" destId="{F116761D-FEDF-4BF8-87EE-BD12B530E07F}" srcOrd="2" destOrd="0" presId="urn:microsoft.com/office/officeart/2008/layout/LinedList"/>
    <dgm:cxn modelId="{30A9C59C-794B-45AD-A13D-A0416491FC18}" type="presParOf" srcId="{9027226E-130D-4ED9-9D6A-2A27683400E6}" destId="{3E67C45D-3201-461A-8EFD-55D2FE48F3F2}" srcOrd="3" destOrd="0" presId="urn:microsoft.com/office/officeart/2008/layout/LinedList"/>
    <dgm:cxn modelId="{001AECED-7754-4C56-95E8-D7B05D512D87}" type="presParOf" srcId="{89E7809E-0AF1-4408-AC6F-4FF247ED13FD}" destId="{3400BA3E-AE16-49FE-A08A-F8792DAE65E2}" srcOrd="2" destOrd="0" presId="urn:microsoft.com/office/officeart/2008/layout/LinedList"/>
    <dgm:cxn modelId="{A5408BC5-C216-4B50-83D8-FE9C48F7ED2B}" type="presParOf" srcId="{89E7809E-0AF1-4408-AC6F-4FF247ED13FD}" destId="{6492EF7E-6E85-4AEA-B8E1-EBC995A084AA}" srcOrd="3" destOrd="0" presId="urn:microsoft.com/office/officeart/2008/layout/LinedList"/>
    <dgm:cxn modelId="{2DBB0BF7-2A31-4C37-9A96-F9BB6092F0CD}" type="presParOf" srcId="{6492EF7E-6E85-4AEA-B8E1-EBC995A084AA}" destId="{50EA0EC9-F2CE-4997-9130-47AF20AD71D0}" srcOrd="0" destOrd="0" presId="urn:microsoft.com/office/officeart/2008/layout/LinedList"/>
    <dgm:cxn modelId="{559F55B3-6D28-40E0-9F1E-608BC8A633D0}" type="presParOf" srcId="{6492EF7E-6E85-4AEA-B8E1-EBC995A084AA}" destId="{49AF9402-1E1B-4064-B34F-6C0D3AEE0AB2}" srcOrd="1" destOrd="0" presId="urn:microsoft.com/office/officeart/2008/layout/LinedList"/>
    <dgm:cxn modelId="{D3094F9B-0407-4CF7-8377-06A4425626AE}" type="presParOf" srcId="{49AF9402-1E1B-4064-B34F-6C0D3AEE0AB2}" destId="{341626A3-00C1-452D-A3CD-178EEDB75573}" srcOrd="0" destOrd="0" presId="urn:microsoft.com/office/officeart/2008/layout/LinedList"/>
    <dgm:cxn modelId="{3BFF3E04-DE8B-453D-A911-66AAB54BF884}" type="presParOf" srcId="{49AF9402-1E1B-4064-B34F-6C0D3AEE0AB2}" destId="{0CDE1EA9-ECD3-477A-A936-6942BC036592}" srcOrd="1" destOrd="0" presId="urn:microsoft.com/office/officeart/2008/layout/LinedList"/>
    <dgm:cxn modelId="{B5EDC490-B6B7-4E7C-BDD3-707D67BCBEA8}" type="presParOf" srcId="{0CDE1EA9-ECD3-477A-A936-6942BC036592}" destId="{20D9D525-89C6-4BD9-B7E2-740FD7EC4355}" srcOrd="0" destOrd="0" presId="urn:microsoft.com/office/officeart/2008/layout/LinedList"/>
    <dgm:cxn modelId="{C52220F0-7FAF-4E6C-85BA-F2E9CBCFFA85}" type="presParOf" srcId="{0CDE1EA9-ECD3-477A-A936-6942BC036592}" destId="{52CE0A00-679F-4CA3-92F5-DD831F2748DE}" srcOrd="1" destOrd="0" presId="urn:microsoft.com/office/officeart/2008/layout/LinedList"/>
    <dgm:cxn modelId="{5C4FBF74-F1F8-46A6-9247-94BF56780EAA}" type="presParOf" srcId="{0CDE1EA9-ECD3-477A-A936-6942BC036592}" destId="{7F2CFDE5-5B14-4F84-BD2D-6E52BCB1A927}" srcOrd="2" destOrd="0" presId="urn:microsoft.com/office/officeart/2008/layout/LinedList"/>
    <dgm:cxn modelId="{43E9BBF7-F6DC-4303-8987-8CBB98BE75E1}" type="presParOf" srcId="{49AF9402-1E1B-4064-B34F-6C0D3AEE0AB2}" destId="{5ED44F30-7F1D-4CB3-BFCE-09F08E2F72D8}" srcOrd="2" destOrd="0" presId="urn:microsoft.com/office/officeart/2008/layout/LinedList"/>
    <dgm:cxn modelId="{2769921D-DBD6-4F98-BB7D-0C07DC015C4D}" type="presParOf" srcId="{49AF9402-1E1B-4064-B34F-6C0D3AEE0AB2}" destId="{E21F347F-73BE-4F13-B269-74DC911AF278}" srcOrd="3" destOrd="0" presId="urn:microsoft.com/office/officeart/2008/layout/LinedList"/>
    <dgm:cxn modelId="{C52CCEFD-F971-4BFC-837A-028DEBF7E21B}" type="presParOf" srcId="{89E7809E-0AF1-4408-AC6F-4FF247ED13FD}" destId="{8A5269B6-55C9-4F93-B949-E3DEAB8031FD}" srcOrd="4" destOrd="0" presId="urn:microsoft.com/office/officeart/2008/layout/LinedList"/>
    <dgm:cxn modelId="{89A6FA49-DBC7-477C-88B9-A96606FBC2C2}" type="presParOf" srcId="{89E7809E-0AF1-4408-AC6F-4FF247ED13FD}" destId="{7E146158-7F14-4CB7-A1A5-7611DA516B5A}" srcOrd="5" destOrd="0" presId="urn:microsoft.com/office/officeart/2008/layout/LinedList"/>
    <dgm:cxn modelId="{5E1AB407-E9FF-4302-AEB6-BED0349E0EDD}" type="presParOf" srcId="{7E146158-7F14-4CB7-A1A5-7611DA516B5A}" destId="{333D0E21-5B85-4FD2-8FA8-65598655D6FD}" srcOrd="0" destOrd="0" presId="urn:microsoft.com/office/officeart/2008/layout/LinedList"/>
    <dgm:cxn modelId="{FE35624A-91DD-4907-9F1E-FA39E23371FE}" type="presParOf" srcId="{7E146158-7F14-4CB7-A1A5-7611DA516B5A}" destId="{CEC396C0-F44B-46BC-89EF-09EE7429A5DC}" srcOrd="1" destOrd="0" presId="urn:microsoft.com/office/officeart/2008/layout/LinedList"/>
    <dgm:cxn modelId="{20036780-0196-45C4-8AD0-B7583AAF4D10}" type="presParOf" srcId="{CEC396C0-F44B-46BC-89EF-09EE7429A5DC}" destId="{26D655DD-CC3C-442F-BBB0-77FB39D557F5}" srcOrd="0" destOrd="0" presId="urn:microsoft.com/office/officeart/2008/layout/LinedList"/>
    <dgm:cxn modelId="{3A782F37-26B8-4C8D-8611-198846064D01}" type="presParOf" srcId="{CEC396C0-F44B-46BC-89EF-09EE7429A5DC}" destId="{E90A8CE5-1923-4B08-8278-11F9D756C41A}" srcOrd="1" destOrd="0" presId="urn:microsoft.com/office/officeart/2008/layout/LinedList"/>
    <dgm:cxn modelId="{228933B9-ACF2-49D6-952B-6E40AEE2140F}" type="presParOf" srcId="{E90A8CE5-1923-4B08-8278-11F9D756C41A}" destId="{654F0997-5F5E-4839-AE7D-8722F7B56D63}" srcOrd="0" destOrd="0" presId="urn:microsoft.com/office/officeart/2008/layout/LinedList"/>
    <dgm:cxn modelId="{40F37794-AE03-40C5-AF38-651B5E59F476}" type="presParOf" srcId="{E90A8CE5-1923-4B08-8278-11F9D756C41A}" destId="{1B42098B-5A9C-4740-928F-D4FBD1B5859C}" srcOrd="1" destOrd="0" presId="urn:microsoft.com/office/officeart/2008/layout/LinedList"/>
    <dgm:cxn modelId="{E019B8D6-770B-4CCB-84FC-1170DE4CBAAB}" type="presParOf" srcId="{E90A8CE5-1923-4B08-8278-11F9D756C41A}" destId="{2F02AF75-D57B-41CF-B00D-F76810A71833}" srcOrd="2" destOrd="0" presId="urn:microsoft.com/office/officeart/2008/layout/LinedList"/>
    <dgm:cxn modelId="{50BEE399-13B0-421D-8BDB-2B81B12506FE}" type="presParOf" srcId="{CEC396C0-F44B-46BC-89EF-09EE7429A5DC}" destId="{F19DE724-5FF0-4F6D-9608-50AEE02CAA86}" srcOrd="2" destOrd="0" presId="urn:microsoft.com/office/officeart/2008/layout/LinedList"/>
    <dgm:cxn modelId="{7AF655F2-5CBC-42C6-AA43-4D767135A493}" type="presParOf" srcId="{CEC396C0-F44B-46BC-89EF-09EE7429A5DC}" destId="{70C58316-32DF-4585-A97B-84FA73699FA8}" srcOrd="3" destOrd="0" presId="urn:microsoft.com/office/officeart/2008/layout/LinedList"/>
    <dgm:cxn modelId="{2F69756C-6788-4CF0-9BAE-38287D26BC47}" type="presParOf" srcId="{89E7809E-0AF1-4408-AC6F-4FF247ED13FD}" destId="{3D8AD49A-AD0E-4E1E-9BA6-47664FB7C890}" srcOrd="6" destOrd="0" presId="urn:microsoft.com/office/officeart/2008/layout/LinedList"/>
    <dgm:cxn modelId="{578CDF2A-192C-459F-9626-98D27A503BE9}" type="presParOf" srcId="{89E7809E-0AF1-4408-AC6F-4FF247ED13FD}" destId="{6B4C0E61-ADB7-4C42-9C92-4AC6CD362901}" srcOrd="7" destOrd="0" presId="urn:microsoft.com/office/officeart/2008/layout/LinedList"/>
    <dgm:cxn modelId="{EDA149AF-3BE1-4657-98F2-E0A962E9FFDE}" type="presParOf" srcId="{6B4C0E61-ADB7-4C42-9C92-4AC6CD362901}" destId="{070675D0-52A2-44FC-92E3-A628A6BD6B29}" srcOrd="0" destOrd="0" presId="urn:microsoft.com/office/officeart/2008/layout/LinedList"/>
    <dgm:cxn modelId="{735D5ABA-7BDF-44FC-8E98-7C7DC85324A2}" type="presParOf" srcId="{6B4C0E61-ADB7-4C42-9C92-4AC6CD362901}" destId="{2AA25BB2-A4D8-4E35-87AC-7CE40D0A7784}" srcOrd="1" destOrd="0" presId="urn:microsoft.com/office/officeart/2008/layout/LinedList"/>
    <dgm:cxn modelId="{4859B615-2125-48B9-AFB6-30C96B553C22}" type="presParOf" srcId="{2AA25BB2-A4D8-4E35-87AC-7CE40D0A7784}" destId="{AE06EA62-8583-441D-9A44-0A6C8793B115}" srcOrd="0" destOrd="0" presId="urn:microsoft.com/office/officeart/2008/layout/LinedList"/>
    <dgm:cxn modelId="{DF00C014-5D8F-4456-8706-7C19DCC2E5A8}" type="presParOf" srcId="{2AA25BB2-A4D8-4E35-87AC-7CE40D0A7784}" destId="{AC3F9366-0F64-422E-B37B-BB79B08880DC}" srcOrd="1" destOrd="0" presId="urn:microsoft.com/office/officeart/2008/layout/LinedList"/>
    <dgm:cxn modelId="{8BEE5916-8E5D-4F5B-B936-9671237E1CC4}" type="presParOf" srcId="{AC3F9366-0F64-422E-B37B-BB79B08880DC}" destId="{81834E2C-B286-4584-968C-3B34E67613DA}" srcOrd="0" destOrd="0" presId="urn:microsoft.com/office/officeart/2008/layout/LinedList"/>
    <dgm:cxn modelId="{3D75569B-F5F5-4A65-A633-88E995F720B2}" type="presParOf" srcId="{AC3F9366-0F64-422E-B37B-BB79B08880DC}" destId="{D91B21C8-967D-4BA9-AE21-3C0838942618}" srcOrd="1" destOrd="0" presId="urn:microsoft.com/office/officeart/2008/layout/LinedList"/>
    <dgm:cxn modelId="{71B913B3-ADDC-4BF2-B9ED-FA7805CDA29B}" type="presParOf" srcId="{AC3F9366-0F64-422E-B37B-BB79B08880DC}" destId="{B6127B90-3EC1-49B0-BE05-60E7F9D6E4C7}" srcOrd="2" destOrd="0" presId="urn:microsoft.com/office/officeart/2008/layout/LinedList"/>
    <dgm:cxn modelId="{27786B39-C212-4BCF-8F2F-A32C9FB5545B}" type="presParOf" srcId="{2AA25BB2-A4D8-4E35-87AC-7CE40D0A7784}" destId="{F2504A67-0264-42C3-AD3C-DA7C982F2DDB}" srcOrd="2" destOrd="0" presId="urn:microsoft.com/office/officeart/2008/layout/LinedList"/>
    <dgm:cxn modelId="{0BAA538C-FE5C-4F17-9E06-7D422B64A74D}" type="presParOf" srcId="{2AA25BB2-A4D8-4E35-87AC-7CE40D0A7784}" destId="{B61451EF-01A5-4855-8F40-0E0CDE8A324E}" srcOrd="3" destOrd="0" presId="urn:microsoft.com/office/officeart/2008/layout/LinedList"/>
    <dgm:cxn modelId="{5E47DC07-6CE7-4546-8D6F-7B77A76AC0BE}" type="presParOf" srcId="{89E7809E-0AF1-4408-AC6F-4FF247ED13FD}" destId="{E65B5B43-954B-4160-BF3D-6D2395AA8DF0}" srcOrd="8" destOrd="0" presId="urn:microsoft.com/office/officeart/2008/layout/LinedList"/>
    <dgm:cxn modelId="{4FF9A7E7-6EA9-43DD-8FCA-505B031564E6}" type="presParOf" srcId="{89E7809E-0AF1-4408-AC6F-4FF247ED13FD}" destId="{57A94ACE-FB38-450F-9EA7-F9DC50FD2866}" srcOrd="9" destOrd="0" presId="urn:microsoft.com/office/officeart/2008/layout/LinedList"/>
    <dgm:cxn modelId="{889306BF-7E64-4716-9C50-C97A9269768B}" type="presParOf" srcId="{57A94ACE-FB38-450F-9EA7-F9DC50FD2866}" destId="{C8F81A25-095C-4C42-9C5E-4E4EFFC92E9D}" srcOrd="0" destOrd="0" presId="urn:microsoft.com/office/officeart/2008/layout/LinedList"/>
    <dgm:cxn modelId="{000EEAA9-54BF-41A9-9DD0-5D55502F62CF}" type="presParOf" srcId="{57A94ACE-FB38-450F-9EA7-F9DC50FD2866}" destId="{98C1FF78-56D7-4DD3-9D7D-D44037D3CD89}" srcOrd="1" destOrd="0" presId="urn:microsoft.com/office/officeart/2008/layout/LinedList"/>
    <dgm:cxn modelId="{EA6151FD-D99C-4199-BC60-C147E47B190B}" type="presParOf" srcId="{98C1FF78-56D7-4DD3-9D7D-D44037D3CD89}" destId="{1E2451A6-F1D2-45D7-AE44-4FDB38579503}" srcOrd="0" destOrd="0" presId="urn:microsoft.com/office/officeart/2008/layout/LinedList"/>
    <dgm:cxn modelId="{7CE3A1EB-09EE-4CD5-B8AD-F1EF1E1B4D18}" type="presParOf" srcId="{98C1FF78-56D7-4DD3-9D7D-D44037D3CD89}" destId="{D469D9BF-0E94-408B-A76A-E4CBFFF925C8}" srcOrd="1" destOrd="0" presId="urn:microsoft.com/office/officeart/2008/layout/LinedList"/>
    <dgm:cxn modelId="{A1ADB324-44FC-4E8A-B419-19F1A498496D}" type="presParOf" srcId="{D469D9BF-0E94-408B-A76A-E4CBFFF925C8}" destId="{70894013-702B-4F74-BB97-88E6A4BB8CF3}" srcOrd="0" destOrd="0" presId="urn:microsoft.com/office/officeart/2008/layout/LinedList"/>
    <dgm:cxn modelId="{F4BDF631-C7BB-4FBD-891E-29CCA4CB44D7}" type="presParOf" srcId="{D469D9BF-0E94-408B-A76A-E4CBFFF925C8}" destId="{5465A74D-C221-497B-993D-AFE77AE73C53}" srcOrd="1" destOrd="0" presId="urn:microsoft.com/office/officeart/2008/layout/LinedList"/>
    <dgm:cxn modelId="{27C08DF7-BA5B-4E06-9789-585520D6D534}" type="presParOf" srcId="{D469D9BF-0E94-408B-A76A-E4CBFFF925C8}" destId="{343E72AD-4873-4A59-990E-6997DD88A6DB}" srcOrd="2" destOrd="0" presId="urn:microsoft.com/office/officeart/2008/layout/LinedList"/>
    <dgm:cxn modelId="{41FE5DF5-8B39-453C-A552-93FA0BD8BBA2}" type="presParOf" srcId="{98C1FF78-56D7-4DD3-9D7D-D44037D3CD89}" destId="{4525F8F5-82E1-4C5A-8CC3-39238D972968}" srcOrd="2" destOrd="0" presId="urn:microsoft.com/office/officeart/2008/layout/LinedList"/>
    <dgm:cxn modelId="{592B1564-4BD1-485D-A1D7-15D2008ADB50}" type="presParOf" srcId="{98C1FF78-56D7-4DD3-9D7D-D44037D3CD89}" destId="{EB10CA85-DA44-4CA9-9B28-AB8FA9BEA624}" srcOrd="3" destOrd="0" presId="urn:microsoft.com/office/officeart/2008/layout/LinedList"/>
    <dgm:cxn modelId="{CB6B2268-0E52-47C4-9F39-58528F385A05}" type="presParOf" srcId="{89E7809E-0AF1-4408-AC6F-4FF247ED13FD}" destId="{C9DE3AFA-D5A8-4E2F-8D8C-43CD40733219}" srcOrd="10" destOrd="0" presId="urn:microsoft.com/office/officeart/2008/layout/LinedList"/>
    <dgm:cxn modelId="{2047B247-4A2A-45CC-8A64-3B43FC1F6A64}" type="presParOf" srcId="{89E7809E-0AF1-4408-AC6F-4FF247ED13FD}" destId="{6A962D7F-8539-4047-9378-BF8EB453435A}" srcOrd="11" destOrd="0" presId="urn:microsoft.com/office/officeart/2008/layout/LinedList"/>
    <dgm:cxn modelId="{D3B229F1-4F6E-4CFD-BD3A-947BF7970765}" type="presParOf" srcId="{6A962D7F-8539-4047-9378-BF8EB453435A}" destId="{744E6063-89BA-4D8C-9261-1F73E50ADBD9}" srcOrd="0" destOrd="0" presId="urn:microsoft.com/office/officeart/2008/layout/LinedList"/>
    <dgm:cxn modelId="{CC3149F2-56B5-4490-82DE-452ADF86B239}" type="presParOf" srcId="{6A962D7F-8539-4047-9378-BF8EB453435A}" destId="{0DD8EC41-5261-43BC-AD22-20F0AD7751F1}" srcOrd="1" destOrd="0" presId="urn:microsoft.com/office/officeart/2008/layout/LinedList"/>
    <dgm:cxn modelId="{41718F8C-ACA7-400F-B7AB-87C38BA8990B}" type="presParOf" srcId="{0DD8EC41-5261-43BC-AD22-20F0AD7751F1}" destId="{245B6D29-7362-4207-A412-953E188A86E8}" srcOrd="0" destOrd="0" presId="urn:microsoft.com/office/officeart/2008/layout/LinedList"/>
    <dgm:cxn modelId="{03C4F1C9-FBE9-48B2-B110-9CFAF1DD40CC}" type="presParOf" srcId="{0DD8EC41-5261-43BC-AD22-20F0AD7751F1}" destId="{7238AD7E-0472-4701-BF73-8156336BCA22}" srcOrd="1" destOrd="0" presId="urn:microsoft.com/office/officeart/2008/layout/LinedList"/>
    <dgm:cxn modelId="{40E9DC80-0546-45B2-8C2C-98F2490FFACB}" type="presParOf" srcId="{7238AD7E-0472-4701-BF73-8156336BCA22}" destId="{109E3593-3925-4A52-B10C-2CDDAC32BC51}" srcOrd="0" destOrd="0" presId="urn:microsoft.com/office/officeart/2008/layout/LinedList"/>
    <dgm:cxn modelId="{C3A397A5-A69A-4D0C-AECE-3C31E7958712}" type="presParOf" srcId="{7238AD7E-0472-4701-BF73-8156336BCA22}" destId="{9E3E1789-A4EF-4271-87B3-D7F84B9007D0}" srcOrd="1" destOrd="0" presId="urn:microsoft.com/office/officeart/2008/layout/LinedList"/>
    <dgm:cxn modelId="{99102681-5CB8-43C9-8FD6-01FBBB3F2194}" type="presParOf" srcId="{7238AD7E-0472-4701-BF73-8156336BCA22}" destId="{BD39F045-D754-4DF2-87B6-E99E757E94C0}" srcOrd="2" destOrd="0" presId="urn:microsoft.com/office/officeart/2008/layout/LinedList"/>
    <dgm:cxn modelId="{2AE3E2FC-A3B9-4D36-BA19-8BD3FEFDA820}" type="presParOf" srcId="{0DD8EC41-5261-43BC-AD22-20F0AD7751F1}" destId="{E68F6B96-2013-4A24-8252-DB1A4D645BEC}" srcOrd="2" destOrd="0" presId="urn:microsoft.com/office/officeart/2008/layout/LinedList"/>
    <dgm:cxn modelId="{518B78DA-59F7-4CE0-892E-7A752C7999E8}" type="presParOf" srcId="{0DD8EC41-5261-43BC-AD22-20F0AD7751F1}" destId="{AAF94FA0-4380-4092-81D6-477EAF5C9B40}" srcOrd="3" destOrd="0" presId="urn:microsoft.com/office/officeart/2008/layout/LinedList"/>
    <dgm:cxn modelId="{FC48C804-93FF-4421-AFC5-DE07C2104D98}" type="presParOf" srcId="{89E7809E-0AF1-4408-AC6F-4FF247ED13FD}" destId="{5D0168F4-52E1-4365-B224-7041A4C90DB1}" srcOrd="12" destOrd="0" presId="urn:microsoft.com/office/officeart/2008/layout/LinedList"/>
    <dgm:cxn modelId="{FCB07C6A-FD62-41FB-A5E9-59DEC120D216}" type="presParOf" srcId="{89E7809E-0AF1-4408-AC6F-4FF247ED13FD}" destId="{968BE107-8824-4B52-A926-3A379E75C7A6}" srcOrd="13" destOrd="0" presId="urn:microsoft.com/office/officeart/2008/layout/LinedList"/>
    <dgm:cxn modelId="{744A1C99-7D84-4724-90FE-46A2248AA4B3}" type="presParOf" srcId="{968BE107-8824-4B52-A926-3A379E75C7A6}" destId="{977BD2F9-2164-4D7A-81AE-F0379F5478C4}" srcOrd="0" destOrd="0" presId="urn:microsoft.com/office/officeart/2008/layout/LinedList"/>
    <dgm:cxn modelId="{785976C6-D03F-49D6-B557-85BF554D56AE}" type="presParOf" srcId="{968BE107-8824-4B52-A926-3A379E75C7A6}" destId="{BEF9B803-3F77-4AB9-BEFC-45F2CA793895}" srcOrd="1" destOrd="0" presId="urn:microsoft.com/office/officeart/2008/layout/LinedList"/>
    <dgm:cxn modelId="{9912170F-8817-4996-AFE8-FEFB29A2DE99}" type="presParOf" srcId="{BEF9B803-3F77-4AB9-BEFC-45F2CA793895}" destId="{E853D905-1324-4612-AE47-A8CFCCA54C2A}" srcOrd="0" destOrd="0" presId="urn:microsoft.com/office/officeart/2008/layout/LinedList"/>
    <dgm:cxn modelId="{79D1540D-8B60-4C1D-94BD-E4B85465B324}" type="presParOf" srcId="{BEF9B803-3F77-4AB9-BEFC-45F2CA793895}" destId="{5D25082F-6634-4EAA-8767-DA36C4E1A6C5}" srcOrd="1" destOrd="0" presId="urn:microsoft.com/office/officeart/2008/layout/LinedList"/>
    <dgm:cxn modelId="{FCA411DF-4F3A-4401-849F-615D44694313}" type="presParOf" srcId="{5D25082F-6634-4EAA-8767-DA36C4E1A6C5}" destId="{A8F51C6C-E10C-4BEE-B624-42DCB7F54959}" srcOrd="0" destOrd="0" presId="urn:microsoft.com/office/officeart/2008/layout/LinedList"/>
    <dgm:cxn modelId="{C0FA04EB-EFA7-4D1C-A05C-49A02138BB75}" type="presParOf" srcId="{5D25082F-6634-4EAA-8767-DA36C4E1A6C5}" destId="{5314F8F3-5852-4CCA-BE55-3D58946FA2D7}" srcOrd="1" destOrd="0" presId="urn:microsoft.com/office/officeart/2008/layout/LinedList"/>
    <dgm:cxn modelId="{CD8BADCF-64C1-4D55-B9E6-4066C9146410}" type="presParOf" srcId="{5D25082F-6634-4EAA-8767-DA36C4E1A6C5}" destId="{1885A637-9B85-49A7-88E4-9ABCDFF13260}" srcOrd="2" destOrd="0" presId="urn:microsoft.com/office/officeart/2008/layout/LinedList"/>
    <dgm:cxn modelId="{ACEDCC4E-5DBB-45DA-AF0D-18713209A280}" type="presParOf" srcId="{BEF9B803-3F77-4AB9-BEFC-45F2CA793895}" destId="{13DDBCB5-0206-4559-B4F4-AF92E35F9775}" srcOrd="2" destOrd="0" presId="urn:microsoft.com/office/officeart/2008/layout/LinedList"/>
    <dgm:cxn modelId="{D8CBB390-5E99-4D04-A64C-33D9E191B943}" type="presParOf" srcId="{BEF9B803-3F77-4AB9-BEFC-45F2CA793895}" destId="{57FB8134-62EE-45A2-BE66-1755A075244D}" srcOrd="3" destOrd="0" presId="urn:microsoft.com/office/officeart/2008/layout/LinedList"/>
    <dgm:cxn modelId="{6C912F4B-A35E-4B97-BA29-4FD3CE08959C}" type="presParOf" srcId="{89E7809E-0AF1-4408-AC6F-4FF247ED13FD}" destId="{372EB3B2-B478-4A51-9F5C-456A76D8A45F}" srcOrd="14" destOrd="0" presId="urn:microsoft.com/office/officeart/2008/layout/LinedList"/>
    <dgm:cxn modelId="{36A06AB9-C0FF-4314-A762-87DCDC239656}" type="presParOf" srcId="{89E7809E-0AF1-4408-AC6F-4FF247ED13FD}" destId="{AA3A4194-FD5B-4F04-9EEE-BED2F7E06D06}" srcOrd="15" destOrd="0" presId="urn:microsoft.com/office/officeart/2008/layout/LinedList"/>
    <dgm:cxn modelId="{205958A9-1B7A-42F0-B6BF-B9192C1E3E6E}" type="presParOf" srcId="{AA3A4194-FD5B-4F04-9EEE-BED2F7E06D06}" destId="{56C82A98-C04A-4A2E-B959-95033CD7F04D}" srcOrd="0" destOrd="0" presId="urn:microsoft.com/office/officeart/2008/layout/LinedList"/>
    <dgm:cxn modelId="{81E6B379-3EEB-4E88-B93F-FFF4E8651259}" type="presParOf" srcId="{AA3A4194-FD5B-4F04-9EEE-BED2F7E06D06}" destId="{AF47F661-572F-4857-8839-9BDEE023AD4A}" srcOrd="1" destOrd="0" presId="urn:microsoft.com/office/officeart/2008/layout/LinedList"/>
    <dgm:cxn modelId="{75A11A70-D6D1-4061-A191-B5E826297F74}" type="presParOf" srcId="{AF47F661-572F-4857-8839-9BDEE023AD4A}" destId="{99137F24-F5A7-4527-AFB8-F81F69C61133}" srcOrd="0" destOrd="0" presId="urn:microsoft.com/office/officeart/2008/layout/LinedList"/>
    <dgm:cxn modelId="{240A72EB-8CDE-44F8-AB86-C588010CD4F5}" type="presParOf" srcId="{AF47F661-572F-4857-8839-9BDEE023AD4A}" destId="{ADD5FBD7-F255-460B-BC79-6DB6F84BE5E1}" srcOrd="1" destOrd="0" presId="urn:microsoft.com/office/officeart/2008/layout/LinedList"/>
    <dgm:cxn modelId="{1A5BBC89-8D32-4A8D-B72F-9B3C001BAD4C}" type="presParOf" srcId="{ADD5FBD7-F255-460B-BC79-6DB6F84BE5E1}" destId="{1198B8AA-E7BD-4C33-9606-8EDAE7F3D5EB}" srcOrd="0" destOrd="0" presId="urn:microsoft.com/office/officeart/2008/layout/LinedList"/>
    <dgm:cxn modelId="{9F844401-924A-4103-ABCF-05CAFB3B970A}" type="presParOf" srcId="{ADD5FBD7-F255-460B-BC79-6DB6F84BE5E1}" destId="{F7426ABB-0952-4C38-9E13-727F96B154A4}" srcOrd="1" destOrd="0" presId="urn:microsoft.com/office/officeart/2008/layout/LinedList"/>
    <dgm:cxn modelId="{72BB5F2E-307B-4833-A6E3-2F42114FDFC7}" type="presParOf" srcId="{ADD5FBD7-F255-460B-BC79-6DB6F84BE5E1}" destId="{801336B0-5A57-4F28-A76D-A3FEF8850DB9}" srcOrd="2" destOrd="0" presId="urn:microsoft.com/office/officeart/2008/layout/LinedList"/>
    <dgm:cxn modelId="{FEE6C84B-EADC-465F-8A5F-A224BADF2DEC}" type="presParOf" srcId="{AF47F661-572F-4857-8839-9BDEE023AD4A}" destId="{AFE5DD2E-5865-46D4-9D17-1187E1EFC63D}" srcOrd="2" destOrd="0" presId="urn:microsoft.com/office/officeart/2008/layout/LinedList"/>
    <dgm:cxn modelId="{3878CDBD-F3EC-4FB3-B7B3-73585708FAE9}" type="presParOf" srcId="{AF47F661-572F-4857-8839-9BDEE023AD4A}" destId="{A72F8AB7-84ED-4A05-92A5-DC927A7CC489}" srcOrd="3" destOrd="0" presId="urn:microsoft.com/office/officeart/2008/layout/LinedList"/>
    <dgm:cxn modelId="{6E7884B7-754F-448D-997E-7793F6B2C4A9}" type="presParOf" srcId="{89E7809E-0AF1-4408-AC6F-4FF247ED13FD}" destId="{6D2B3D42-57B0-42B1-8A44-5FF26B984833}" srcOrd="16" destOrd="0" presId="urn:microsoft.com/office/officeart/2008/layout/LinedList"/>
    <dgm:cxn modelId="{99F01F35-CF7A-4FD3-97E2-18FADB52AF8D}" type="presParOf" srcId="{89E7809E-0AF1-4408-AC6F-4FF247ED13FD}" destId="{C9A75FED-5808-4156-85AF-B38748BBC01A}" srcOrd="17" destOrd="0" presId="urn:microsoft.com/office/officeart/2008/layout/LinedList"/>
    <dgm:cxn modelId="{F3C1F666-E835-49F8-AB7E-CC0FA64DB82A}" type="presParOf" srcId="{C9A75FED-5808-4156-85AF-B38748BBC01A}" destId="{066557D3-F694-4AC5-9375-A23ACBE03188}" srcOrd="0" destOrd="0" presId="urn:microsoft.com/office/officeart/2008/layout/LinedList"/>
    <dgm:cxn modelId="{80E61CE9-7D27-4A20-A73D-427A05073F74}" type="presParOf" srcId="{C9A75FED-5808-4156-85AF-B38748BBC01A}" destId="{D4F2507B-3161-4C73-864F-3ADE89ED6FFE}" srcOrd="1" destOrd="0" presId="urn:microsoft.com/office/officeart/2008/layout/LinedList"/>
    <dgm:cxn modelId="{D815A2E9-9CD0-4954-98AD-8FA07793B600}" type="presParOf" srcId="{D4F2507B-3161-4C73-864F-3ADE89ED6FFE}" destId="{5E2BBB0C-B790-4281-818F-E6E3B45DB1DA}" srcOrd="0" destOrd="0" presId="urn:microsoft.com/office/officeart/2008/layout/LinedList"/>
    <dgm:cxn modelId="{C3A1742E-ADF4-4465-ABEE-4D1CC7F2263E}" type="presParOf" srcId="{D4F2507B-3161-4C73-864F-3ADE89ED6FFE}" destId="{57646FFD-D62B-44AB-9C12-58A11A0D5023}" srcOrd="1" destOrd="0" presId="urn:microsoft.com/office/officeart/2008/layout/LinedList"/>
    <dgm:cxn modelId="{C26BC3A3-69F4-4930-BDF8-EBC2A0EF5277}" type="presParOf" srcId="{57646FFD-D62B-44AB-9C12-58A11A0D5023}" destId="{3957E25B-D61D-4292-82FF-BD13F51C867B}" srcOrd="0" destOrd="0" presId="urn:microsoft.com/office/officeart/2008/layout/LinedList"/>
    <dgm:cxn modelId="{29480129-ECBF-459A-8875-D31073590FB9}" type="presParOf" srcId="{57646FFD-D62B-44AB-9C12-58A11A0D5023}" destId="{F89D4B2E-858F-4263-A221-17822E151C55}" srcOrd="1" destOrd="0" presId="urn:microsoft.com/office/officeart/2008/layout/LinedList"/>
    <dgm:cxn modelId="{2F194B6E-773D-44B9-898D-1416997F18CC}" type="presParOf" srcId="{57646FFD-D62B-44AB-9C12-58A11A0D5023}" destId="{FA9CC4A7-72E8-4F81-96E3-70504B3EAEBB}" srcOrd="2" destOrd="0" presId="urn:microsoft.com/office/officeart/2008/layout/LinedList"/>
    <dgm:cxn modelId="{A770F1D2-BFCD-4DDF-A392-C8F52A611695}" type="presParOf" srcId="{D4F2507B-3161-4C73-864F-3ADE89ED6FFE}" destId="{5C87F1E7-B9E3-4257-A70F-71AD08ADFD80}" srcOrd="2" destOrd="0" presId="urn:microsoft.com/office/officeart/2008/layout/LinedList"/>
    <dgm:cxn modelId="{7BFF226E-A8A0-4A27-8991-A42007364A4F}" type="presParOf" srcId="{D4F2507B-3161-4C73-864F-3ADE89ED6FFE}" destId="{921B76BC-9480-4E5E-B805-FDE5CED867D9}" srcOrd="3" destOrd="0" presId="urn:microsoft.com/office/officeart/2008/layout/LinedList"/>
    <dgm:cxn modelId="{AC1069E3-BD71-4E36-A523-46D359E89DE2}" type="presParOf" srcId="{89E7809E-0AF1-4408-AC6F-4FF247ED13FD}" destId="{96515DD3-38B3-4E5E-92F6-DA8FB21C7865}" srcOrd="18" destOrd="0" presId="urn:microsoft.com/office/officeart/2008/layout/LinedList"/>
    <dgm:cxn modelId="{1A1C5A0B-E4FD-4048-A1A0-123175B103B2}" type="presParOf" srcId="{89E7809E-0AF1-4408-AC6F-4FF247ED13FD}" destId="{1659F23B-1F3F-4385-BE74-C620962F2838}" srcOrd="19" destOrd="0" presId="urn:microsoft.com/office/officeart/2008/layout/LinedList"/>
    <dgm:cxn modelId="{81E377F1-D27F-4B87-86C0-E25329D6A8F0}" type="presParOf" srcId="{1659F23B-1F3F-4385-BE74-C620962F2838}" destId="{BFF3D48E-8588-48CB-9F2A-A9C932528325}" srcOrd="0" destOrd="0" presId="urn:microsoft.com/office/officeart/2008/layout/LinedList"/>
    <dgm:cxn modelId="{74DF5998-209B-4A92-91C2-AC5969A2114F}" type="presParOf" srcId="{1659F23B-1F3F-4385-BE74-C620962F2838}" destId="{2F88D663-FE7C-4A2F-BC4E-815FDF6C0922}" srcOrd="1" destOrd="0" presId="urn:microsoft.com/office/officeart/2008/layout/LinedList"/>
    <dgm:cxn modelId="{BF3F908B-3D5A-4F20-BF8D-E03A1FD776D7}" type="presParOf" srcId="{2F88D663-FE7C-4A2F-BC4E-815FDF6C0922}" destId="{9E359419-0BD5-46E5-B567-C0048B5D5D4C}" srcOrd="0" destOrd="0" presId="urn:microsoft.com/office/officeart/2008/layout/LinedList"/>
    <dgm:cxn modelId="{B70EF819-E610-4D30-B88F-3139CE70E7DF}" type="presParOf" srcId="{2F88D663-FE7C-4A2F-BC4E-815FDF6C0922}" destId="{8BAC0191-49B1-4734-868D-7CF8A0150C5E}" srcOrd="1" destOrd="0" presId="urn:microsoft.com/office/officeart/2008/layout/LinedList"/>
    <dgm:cxn modelId="{FC40A194-8F48-4C1D-9411-B360BBA05EE1}" type="presParOf" srcId="{8BAC0191-49B1-4734-868D-7CF8A0150C5E}" destId="{22889B33-E106-4A78-B9F0-FBD44E946526}" srcOrd="0" destOrd="0" presId="urn:microsoft.com/office/officeart/2008/layout/LinedList"/>
    <dgm:cxn modelId="{39013028-E90F-47AC-A125-BDCF88466087}" type="presParOf" srcId="{8BAC0191-49B1-4734-868D-7CF8A0150C5E}" destId="{BECD1C2D-895F-4C04-8A76-9FF442260334}" srcOrd="1" destOrd="0" presId="urn:microsoft.com/office/officeart/2008/layout/LinedList"/>
    <dgm:cxn modelId="{A41AF40F-1AC7-40ED-955A-FAE4045CD3F1}" type="presParOf" srcId="{8BAC0191-49B1-4734-868D-7CF8A0150C5E}" destId="{31C2D894-6B8C-45D7-ADB1-C06E2E474D2A}" srcOrd="2" destOrd="0" presId="urn:microsoft.com/office/officeart/2008/layout/LinedList"/>
    <dgm:cxn modelId="{6EB2BB42-8C81-480C-896B-22396D9AAA15}" type="presParOf" srcId="{2F88D663-FE7C-4A2F-BC4E-815FDF6C0922}" destId="{F9CC1823-0E7D-44A2-AB8C-C55117ED11BD}" srcOrd="2" destOrd="0" presId="urn:microsoft.com/office/officeart/2008/layout/LinedList"/>
    <dgm:cxn modelId="{B52D038D-1C9D-4528-B551-CA3F1488FA38}" type="presParOf" srcId="{2F88D663-FE7C-4A2F-BC4E-815FDF6C0922}" destId="{E95A4F73-60CC-44F3-9A28-09967E00CCE9}" srcOrd="3" destOrd="0" presId="urn:microsoft.com/office/officeart/2008/layout/LinedList"/>
  </dgm:cxnLst>
  <dgm:bg/>
  <dgm:whole>
    <a:ln w="28575">
      <a:solidFill>
        <a:schemeClr val="accent2">
          <a:lumMod val="75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E3DC5-DD06-4992-9103-9B4424B842BC}">
      <dsp:nvSpPr>
        <dsp:cNvPr id="0" name=""/>
        <dsp:cNvSpPr/>
      </dsp:nvSpPr>
      <dsp:spPr>
        <a:xfrm>
          <a:off x="973190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F92564-B038-496F-9E3F-4E5608364FFB}">
      <dsp:nvSpPr>
        <dsp:cNvPr id="0" name=""/>
        <dsp:cNvSpPr/>
      </dsp:nvSpPr>
      <dsp:spPr>
        <a:xfrm>
          <a:off x="1242597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9EF5E-54D4-4136-8D5C-615F8E1E880C}">
      <dsp:nvSpPr>
        <dsp:cNvPr id="0" name=""/>
        <dsp:cNvSpPr/>
      </dsp:nvSpPr>
      <dsp:spPr>
        <a:xfrm>
          <a:off x="569079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Reading requests</a:t>
          </a:r>
        </a:p>
      </dsp:txBody>
      <dsp:txXfrm>
        <a:off x="569079" y="2443382"/>
        <a:ext cx="2072362" cy="720000"/>
      </dsp:txXfrm>
    </dsp:sp>
    <dsp:sp modelId="{B0F5EEC6-E431-44D0-AA4E-2EBF13196E07}">
      <dsp:nvSpPr>
        <dsp:cNvPr id="0" name=""/>
        <dsp:cNvSpPr/>
      </dsp:nvSpPr>
      <dsp:spPr>
        <a:xfrm>
          <a:off x="3408216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CD14C7-C1F3-4F79-BDF0-5A1C5AF4BCD1}">
      <dsp:nvSpPr>
        <dsp:cNvPr id="0" name=""/>
        <dsp:cNvSpPr/>
      </dsp:nvSpPr>
      <dsp:spPr>
        <a:xfrm>
          <a:off x="3677623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194F2-D68A-4D5C-8530-C615A06D3E22}">
      <dsp:nvSpPr>
        <dsp:cNvPr id="0" name=""/>
        <dsp:cNvSpPr/>
      </dsp:nvSpPr>
      <dsp:spPr>
        <a:xfrm>
          <a:off x="3004105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Validation</a:t>
          </a:r>
        </a:p>
      </dsp:txBody>
      <dsp:txXfrm>
        <a:off x="3004105" y="2443382"/>
        <a:ext cx="2072362" cy="720000"/>
      </dsp:txXfrm>
    </dsp:sp>
    <dsp:sp modelId="{68B7E1E0-8FA3-43C5-A1F4-89F8764590E2}">
      <dsp:nvSpPr>
        <dsp:cNvPr id="0" name=""/>
        <dsp:cNvSpPr/>
      </dsp:nvSpPr>
      <dsp:spPr>
        <a:xfrm>
          <a:off x="5843242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CED589-55C9-4F20-AFAE-C218A87D5277}">
      <dsp:nvSpPr>
        <dsp:cNvPr id="0" name=""/>
        <dsp:cNvSpPr/>
      </dsp:nvSpPr>
      <dsp:spPr>
        <a:xfrm>
          <a:off x="6112649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D2375-5573-491C-AA0C-100E9058C7CE}">
      <dsp:nvSpPr>
        <dsp:cNvPr id="0" name=""/>
        <dsp:cNvSpPr/>
      </dsp:nvSpPr>
      <dsp:spPr>
        <a:xfrm>
          <a:off x="5439131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Invoking SERVICES</a:t>
          </a:r>
        </a:p>
      </dsp:txBody>
      <dsp:txXfrm>
        <a:off x="5439131" y="2443382"/>
        <a:ext cx="2072362" cy="720000"/>
      </dsp:txXfrm>
    </dsp:sp>
    <dsp:sp modelId="{85BA4CDC-611B-4E8F-9723-0C7F91B93808}">
      <dsp:nvSpPr>
        <dsp:cNvPr id="0" name=""/>
        <dsp:cNvSpPr/>
      </dsp:nvSpPr>
      <dsp:spPr>
        <a:xfrm>
          <a:off x="8278268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D5999-28FB-4BAA-A62C-58CBE60CEDF8}">
      <dsp:nvSpPr>
        <dsp:cNvPr id="0" name=""/>
        <dsp:cNvSpPr/>
      </dsp:nvSpPr>
      <dsp:spPr>
        <a:xfrm>
          <a:off x="8547675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747A5-8A4C-447F-904C-209930F6304F}">
      <dsp:nvSpPr>
        <dsp:cNvPr id="0" name=""/>
        <dsp:cNvSpPr/>
      </dsp:nvSpPr>
      <dsp:spPr>
        <a:xfrm>
          <a:off x="7874157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Preparing response</a:t>
          </a:r>
        </a:p>
      </dsp:txBody>
      <dsp:txXfrm>
        <a:off x="7874157" y="2443382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3EE4D-87D6-4BA2-B3A4-9AE497BE4345}">
      <dsp:nvSpPr>
        <dsp:cNvPr id="0" name=""/>
        <dsp:cNvSpPr/>
      </dsp:nvSpPr>
      <dsp:spPr>
        <a:xfrm>
          <a:off x="2169914" y="73384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493DF-5FBA-4C4A-A5DC-6521E4FE9132}">
      <dsp:nvSpPr>
        <dsp:cNvPr id="0" name=""/>
        <dsp:cNvSpPr/>
      </dsp:nvSpPr>
      <dsp:spPr>
        <a:xfrm>
          <a:off x="765914" y="236302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rPr>
            <a:t>/api/books</a:t>
          </a:r>
        </a:p>
      </dsp:txBody>
      <dsp:txXfrm>
        <a:off x="765914" y="2363023"/>
        <a:ext cx="4320000" cy="648000"/>
      </dsp:txXfrm>
    </dsp:sp>
    <dsp:sp modelId="{5587116D-E281-4EE0-9699-62421368210F}">
      <dsp:nvSpPr>
        <dsp:cNvPr id="0" name=""/>
        <dsp:cNvSpPr/>
      </dsp:nvSpPr>
      <dsp:spPr>
        <a:xfrm>
          <a:off x="765914" y="3065525"/>
          <a:ext cx="4320000" cy="393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Return all books</a:t>
          </a:r>
        </a:p>
      </dsp:txBody>
      <dsp:txXfrm>
        <a:off x="765914" y="3065525"/>
        <a:ext cx="4320000" cy="393436"/>
      </dsp:txXfrm>
    </dsp:sp>
    <dsp:sp modelId="{C1659F16-F0B4-4CD4-9BBB-90041CEEF12E}">
      <dsp:nvSpPr>
        <dsp:cNvPr id="0" name=""/>
        <dsp:cNvSpPr/>
      </dsp:nvSpPr>
      <dsp:spPr>
        <a:xfrm>
          <a:off x="7245914" y="73384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04226-3626-4936-8093-9E69B47D7182}">
      <dsp:nvSpPr>
        <dsp:cNvPr id="0" name=""/>
        <dsp:cNvSpPr/>
      </dsp:nvSpPr>
      <dsp:spPr>
        <a:xfrm>
          <a:off x="5841914" y="236302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/api/books/{id}</a:t>
          </a:r>
        </a:p>
      </dsp:txBody>
      <dsp:txXfrm>
        <a:off x="5841914" y="2363023"/>
        <a:ext cx="4320000" cy="648000"/>
      </dsp:txXfrm>
    </dsp:sp>
    <dsp:sp modelId="{A54A380A-016B-4FAA-B450-B9AB8EFC5437}">
      <dsp:nvSpPr>
        <dsp:cNvPr id="0" name=""/>
        <dsp:cNvSpPr/>
      </dsp:nvSpPr>
      <dsp:spPr>
        <a:xfrm>
          <a:off x="5841914" y="3065525"/>
          <a:ext cx="4320000" cy="393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Return specific book</a:t>
          </a:r>
        </a:p>
      </dsp:txBody>
      <dsp:txXfrm>
        <a:off x="5841914" y="3065525"/>
        <a:ext cx="4320000" cy="3934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DAA82-3455-4FE0-A469-153152BE8671}">
      <dsp:nvSpPr>
        <dsp:cNvPr id="0" name=""/>
        <dsp:cNvSpPr/>
      </dsp:nvSpPr>
      <dsp:spPr>
        <a:xfrm>
          <a:off x="0" y="0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75E85E-7EAA-4737-B699-064B5088AD8D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402D5A-1EA2-4766-A606-CFF378547D6E}">
      <dsp:nvSpPr>
        <dsp:cNvPr id="0" name=""/>
        <dsp:cNvSpPr/>
      </dsp:nvSpPr>
      <dsp:spPr>
        <a:xfrm>
          <a:off x="1057183" y="1805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Default route parameter</a:t>
          </a:r>
        </a:p>
      </dsp:txBody>
      <dsp:txXfrm>
        <a:off x="1057183" y="1805"/>
        <a:ext cx="4732020" cy="915310"/>
      </dsp:txXfrm>
    </dsp:sp>
    <dsp:sp modelId="{89065E1E-AB47-4F61-9EFB-44139BF7800F}">
      <dsp:nvSpPr>
        <dsp:cNvPr id="0" name=""/>
        <dsp:cNvSpPr/>
      </dsp:nvSpPr>
      <dsp:spPr>
        <a:xfrm>
          <a:off x="5789203" y="1805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onsolas" panose="020B0609020204030204" pitchFamily="49" charset="0"/>
              <a:ea typeface="+mn-ea"/>
              <a:cs typeface="+mn-cs"/>
            </a:rPr>
            <a:t>{parameter=defaultValue}</a:t>
          </a:r>
        </a:p>
      </dsp:txBody>
      <dsp:txXfrm>
        <a:off x="5789203" y="1805"/>
        <a:ext cx="4726396" cy="915310"/>
      </dsp:txXfrm>
    </dsp:sp>
    <dsp:sp modelId="{2F12D368-4E4F-4864-B69E-BA9BB394313A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070C1A5-E5FB-4138-8D62-7E91F8D3E99A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3B08ED-C7EF-4A23-8D17-0737B546C9A2}">
      <dsp:nvSpPr>
        <dsp:cNvPr id="0" name=""/>
        <dsp:cNvSpPr/>
      </dsp:nvSpPr>
      <dsp:spPr>
        <a:xfrm>
          <a:off x="1057183" y="1145944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Optional route parameter</a:t>
          </a:r>
        </a:p>
      </dsp:txBody>
      <dsp:txXfrm>
        <a:off x="1057183" y="1145944"/>
        <a:ext cx="4732020" cy="915310"/>
      </dsp:txXfrm>
    </dsp:sp>
    <dsp:sp modelId="{9DEC59B3-716E-49F9-8E9B-F972A2B145E2}">
      <dsp:nvSpPr>
        <dsp:cNvPr id="0" name=""/>
        <dsp:cNvSpPr/>
      </dsp:nvSpPr>
      <dsp:spPr>
        <a:xfrm>
          <a:off x="5789203" y="1145944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onsolas" panose="020B0609020204030204" pitchFamily="49" charset="0"/>
              <a:ea typeface="+mn-ea"/>
              <a:cs typeface="+mn-cs"/>
            </a:rPr>
            <a:t>{parameter?}</a:t>
          </a:r>
        </a:p>
      </dsp:txBody>
      <dsp:txXfrm>
        <a:off x="5789203" y="1145944"/>
        <a:ext cx="4726396" cy="915310"/>
      </dsp:txXfrm>
    </dsp:sp>
    <dsp:sp modelId="{4F2CC18D-F5E7-4120-B1B9-0DA7D7FF849E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DB79B61-9C71-475C-983E-16280E08203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277042-3C36-4E1C-B38F-D971D834DB03}">
      <dsp:nvSpPr>
        <dsp:cNvPr id="0" name=""/>
        <dsp:cNvSpPr/>
      </dsp:nvSpPr>
      <dsp:spPr>
        <a:xfrm>
          <a:off x="1057183" y="2290082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Route constraint</a:t>
          </a:r>
        </a:p>
      </dsp:txBody>
      <dsp:txXfrm>
        <a:off x="1057183" y="2290082"/>
        <a:ext cx="4732020" cy="915310"/>
      </dsp:txXfrm>
    </dsp:sp>
    <dsp:sp modelId="{E72A3F9B-8885-4F3D-9831-E1AAE9134343}">
      <dsp:nvSpPr>
        <dsp:cNvPr id="0" name=""/>
        <dsp:cNvSpPr/>
      </dsp:nvSpPr>
      <dsp:spPr>
        <a:xfrm>
          <a:off x="5789203" y="2290082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onsolas" panose="020B0609020204030204" pitchFamily="49" charset="0"/>
              <a:ea typeface="+mn-ea"/>
              <a:cs typeface="+mn-cs"/>
            </a:rPr>
            <a:t>{</a:t>
          </a:r>
          <a:r>
            <a:rPr lang="en-US" sz="2000" kern="1200" dirty="0" err="1">
              <a:latin typeface="Consolas" panose="020B0609020204030204" pitchFamily="49" charset="0"/>
              <a:ea typeface="+mn-ea"/>
              <a:cs typeface="+mn-cs"/>
            </a:rPr>
            <a:t>parameter:constraint</a:t>
          </a:r>
          <a:r>
            <a:rPr lang="en-US" sz="2000" kern="1200" dirty="0">
              <a:latin typeface="Consolas" panose="020B0609020204030204" pitchFamily="49" charset="0"/>
              <a:ea typeface="+mn-ea"/>
              <a:cs typeface="+mn-cs"/>
            </a:rPr>
            <a:t>}</a:t>
          </a:r>
        </a:p>
      </dsp:txBody>
      <dsp:txXfrm>
        <a:off x="5789203" y="2290082"/>
        <a:ext cx="4726396" cy="915310"/>
      </dsp:txXfrm>
    </dsp:sp>
    <dsp:sp modelId="{609C5F22-7796-420E-991C-089307D9BE1F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049203E-AF77-4B57-B15E-CB028718798D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4C534A-0144-4DDE-BF7C-414A94107748}">
      <dsp:nvSpPr>
        <dsp:cNvPr id="0" name=""/>
        <dsp:cNvSpPr/>
      </dsp:nvSpPr>
      <dsp:spPr>
        <a:xfrm>
          <a:off x="1057183" y="3434221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Route template</a:t>
          </a:r>
        </a:p>
      </dsp:txBody>
      <dsp:txXfrm>
        <a:off x="1057183" y="3434221"/>
        <a:ext cx="4732020" cy="915310"/>
      </dsp:txXfrm>
    </dsp:sp>
    <dsp:sp modelId="{D38A29C0-B5BE-4902-A198-79B9EBF89A61}">
      <dsp:nvSpPr>
        <dsp:cNvPr id="0" name=""/>
        <dsp:cNvSpPr/>
      </dsp:nvSpPr>
      <dsp:spPr>
        <a:xfrm>
          <a:off x="5789203" y="3434221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nsolas" panose="020B0609020204030204" pitchFamily="49" charset="0"/>
              <a:ea typeface="+mn-ea"/>
              <a:cs typeface="+mn-cs"/>
            </a:rPr>
            <a:t>{[controller]}</a:t>
          </a:r>
          <a:endParaRPr lang="en-US" sz="1800" kern="1200" dirty="0"/>
        </a:p>
      </dsp:txBody>
      <dsp:txXfrm>
        <a:off x="5789203" y="3434221"/>
        <a:ext cx="4726396" cy="915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9DA6D-12F5-4AA9-91E3-B47630DCDB68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Get</a:t>
          </a:r>
        </a:p>
      </dsp:txBody>
      <dsp:txXfrm>
        <a:off x="0" y="39687"/>
        <a:ext cx="3286125" cy="1971675"/>
      </dsp:txXfrm>
    </dsp:sp>
    <dsp:sp modelId="{EB5CDC17-0107-4ED0-9CC4-26FB24303866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Get by ID</a:t>
          </a:r>
        </a:p>
      </dsp:txBody>
      <dsp:txXfrm>
        <a:off x="3614737" y="39687"/>
        <a:ext cx="3286125" cy="1971675"/>
      </dsp:txXfrm>
    </dsp:sp>
    <dsp:sp modelId="{F8131BE5-BF26-4D6E-A8EB-C9F1DD8FDC58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Post</a:t>
          </a:r>
        </a:p>
      </dsp:txBody>
      <dsp:txXfrm>
        <a:off x="7229475" y="39687"/>
        <a:ext cx="3286125" cy="1971675"/>
      </dsp:txXfrm>
    </dsp:sp>
    <dsp:sp modelId="{4934B0A9-2CD5-400F-BE34-02E919E93FA5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Put</a:t>
          </a:r>
        </a:p>
      </dsp:txBody>
      <dsp:txXfrm>
        <a:off x="1807368" y="2339975"/>
        <a:ext cx="3286125" cy="1971675"/>
      </dsp:txXfrm>
    </dsp:sp>
    <dsp:sp modelId="{3176A5C4-2606-42AB-9AC2-3A189094020E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Delete</a:t>
          </a:r>
        </a:p>
      </dsp:txBody>
      <dsp:txXfrm>
        <a:off x="5422106" y="2339975"/>
        <a:ext cx="3286125" cy="1971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75D20-FBE2-4CEF-B254-E686AC38F4B8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Reads the parameters from the request</a:t>
          </a:r>
        </a:p>
      </dsp:txBody>
      <dsp:txXfrm>
        <a:off x="28038" y="28038"/>
        <a:ext cx="7298593" cy="901218"/>
      </dsp:txXfrm>
    </dsp:sp>
    <dsp:sp modelId="{CF85CB8C-54D2-4460-A6BF-C95A4026903D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Pass the parameters to the requested action</a:t>
          </a:r>
        </a:p>
      </dsp:txBody>
      <dsp:txXfrm>
        <a:off x="732583" y="1159385"/>
        <a:ext cx="7029617" cy="901218"/>
      </dsp:txXfrm>
    </dsp:sp>
    <dsp:sp modelId="{7127EE81-5DF5-4247-BFC3-7D2B4E5A1754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Convert the parameters to the requested type</a:t>
          </a:r>
        </a:p>
      </dsp:txBody>
      <dsp:txXfrm>
        <a:off x="1426612" y="2290733"/>
        <a:ext cx="7040133" cy="901218"/>
      </dsp:txXfrm>
    </dsp:sp>
    <dsp:sp modelId="{9F6CCB60-491B-45EC-AB60-DF5FC01A07FD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Update the arguments of the action method</a:t>
          </a:r>
        </a:p>
      </dsp:txBody>
      <dsp:txXfrm>
        <a:off x="2131157" y="3422081"/>
        <a:ext cx="7029617" cy="901218"/>
      </dsp:txXfrm>
    </dsp:sp>
    <dsp:sp modelId="{DF2CC053-8E17-4199-962C-D8AC3A8C9F1A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598B095A-E7FF-47AC-9AC3-56FEC4947263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56E2AC96-AA4E-46E4-9948-E047D50499CE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C6F50-B5CE-4C55-ADFD-103FF572D4F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2D63C-6B84-478F-9CCF-14F8AC13C857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query 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[</a:t>
          </a:r>
          <a:r>
            <a:rPr lang="en-US" sz="2400" kern="120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FromQuery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]</a:t>
          </a:r>
          <a:endParaRPr lang="en-US" sz="2000" kern="1200" dirty="0">
            <a:solidFill>
              <a:schemeClr val="tx1">
                <a:lumMod val="50000"/>
                <a:lumOff val="50000"/>
              </a:schemeClr>
            </a:solidFill>
            <a:latin typeface="Consolas" panose="020B0609020204030204" pitchFamily="49" charset="0"/>
            <a:ea typeface="+mn-ea"/>
            <a:cs typeface="+mn-cs"/>
          </a:endParaRPr>
        </a:p>
      </dsp:txBody>
      <dsp:txXfrm>
        <a:off x="0" y="0"/>
        <a:ext cx="10515600" cy="1087834"/>
      </dsp:txXfrm>
    </dsp:sp>
    <dsp:sp modelId="{A7475C3A-BBB2-4391-8107-8451DC6B29EF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EF9F9-A523-4ACD-BCE4-3DF0F4F1BDF6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route 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[</a:t>
          </a:r>
          <a:r>
            <a:rPr lang="en-US" sz="2400" kern="120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FromRoute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]</a:t>
          </a:r>
          <a:endParaRPr lang="en-US" sz="2000" kern="1200" dirty="0">
            <a:solidFill>
              <a:schemeClr val="tx1">
                <a:lumMod val="50000"/>
                <a:lumOff val="50000"/>
              </a:schemeClr>
            </a:solidFill>
            <a:latin typeface="Consolas" panose="020B0609020204030204" pitchFamily="49" charset="0"/>
            <a:ea typeface="+mn-ea"/>
            <a:cs typeface="+mn-cs"/>
          </a:endParaRPr>
        </a:p>
      </dsp:txBody>
      <dsp:txXfrm>
        <a:off x="0" y="1087834"/>
        <a:ext cx="10515600" cy="1087834"/>
      </dsp:txXfrm>
    </dsp:sp>
    <dsp:sp modelId="{D0730410-B40B-4579-B67B-513AFA508ACD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12B39-E3FB-48EA-A882-EBC053538EAD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body 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[</a:t>
          </a:r>
          <a:r>
            <a:rPr lang="en-US" sz="2400" kern="120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FromBody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]</a:t>
          </a:r>
        </a:p>
      </dsp:txBody>
      <dsp:txXfrm>
        <a:off x="0" y="2175669"/>
        <a:ext cx="10515600" cy="1087834"/>
      </dsp:txXfrm>
    </dsp:sp>
    <dsp:sp modelId="{1C44360E-55D0-4D04-8D9B-6AE15C4EEAB1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B7015-E91A-400C-B878-748B4872C2C4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header 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[</a:t>
          </a:r>
          <a:r>
            <a:rPr lang="en-US" sz="2400" kern="120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FromHeader</a:t>
          </a:r>
          <a:r>
            <a:rPr lang="en-US" sz="2400" kern="1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+mn-ea"/>
              <a:cs typeface="+mn-cs"/>
            </a:rPr>
            <a:t>]</a:t>
          </a:r>
        </a:p>
      </dsp:txBody>
      <dsp:txXfrm>
        <a:off x="0" y="3263503"/>
        <a:ext cx="10515600" cy="10878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927D4-55D6-42F7-BBDC-C5A2CE0E22A8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3B49C-ED02-4D6D-B693-574921781633}">
      <dsp:nvSpPr>
        <dsp:cNvPr id="0" name=""/>
        <dsp:cNvSpPr/>
      </dsp:nvSpPr>
      <dsp:spPr>
        <a:xfrm>
          <a:off x="0" y="531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rPr>
            <a:t>[</a:t>
          </a:r>
          <a:r>
            <a:rPr lang="en-US" sz="1600" b="0" i="0" kern="1200" baseline="0" dirty="0" err="1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rPr>
            <a:t>ValidateNever</a:t>
          </a:r>
          <a:r>
            <a:rPr lang="en-US" sz="1600" b="0" i="0" kern="1200" baseline="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rPr>
            <a:t>]:</a:t>
          </a:r>
          <a:endParaRPr lang="en-US" sz="1600" kern="1200" dirty="0">
            <a:solidFill>
              <a:schemeClr val="tx1">
                <a:lumMod val="50000"/>
                <a:lumOff val="50000"/>
              </a:schemeClr>
            </a:solidFill>
            <a:latin typeface="Consolas" panose="020B0609020204030204" pitchFamily="49" charset="0"/>
          </a:endParaRPr>
        </a:p>
      </dsp:txBody>
      <dsp:txXfrm>
        <a:off x="0" y="531"/>
        <a:ext cx="2103120" cy="435027"/>
      </dsp:txXfrm>
    </dsp:sp>
    <dsp:sp modelId="{38F4957B-ACCE-4604-8732-75C09DF99A33}">
      <dsp:nvSpPr>
        <dsp:cNvPr id="0" name=""/>
        <dsp:cNvSpPr/>
      </dsp:nvSpPr>
      <dsp:spPr>
        <a:xfrm>
          <a:off x="2260854" y="20285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Indicates that a property or parameter should be excluded from validation.</a:t>
          </a:r>
          <a:endParaRPr lang="en-US" sz="1500" kern="1200"/>
        </a:p>
      </dsp:txBody>
      <dsp:txXfrm>
        <a:off x="2260854" y="20285"/>
        <a:ext cx="8254746" cy="395093"/>
      </dsp:txXfrm>
    </dsp:sp>
    <dsp:sp modelId="{F116761D-FEDF-4BF8-87EE-BD12B530E07F}">
      <dsp:nvSpPr>
        <dsp:cNvPr id="0" name=""/>
        <dsp:cNvSpPr/>
      </dsp:nvSpPr>
      <dsp:spPr>
        <a:xfrm>
          <a:off x="2103120" y="415379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0BA3E-AE16-49FE-A08A-F8792DAE65E2}">
      <dsp:nvSpPr>
        <dsp:cNvPr id="0" name=""/>
        <dsp:cNvSpPr/>
      </dsp:nvSpPr>
      <dsp:spPr>
        <a:xfrm>
          <a:off x="0" y="435558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A0EC9-F2CE-4997-9130-47AF20AD71D0}">
      <dsp:nvSpPr>
        <dsp:cNvPr id="0" name=""/>
        <dsp:cNvSpPr/>
      </dsp:nvSpPr>
      <dsp:spPr>
        <a:xfrm>
          <a:off x="0" y="435558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[</a:t>
          </a: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CreditCard</a:t>
          </a:r>
          <a:r>
            <a:rPr lang="en-US" sz="1600" b="0" i="0" kern="1200" baseline="0"/>
            <a:t>]:</a:t>
          </a:r>
          <a:endParaRPr lang="en-US" sz="1600" kern="1200" dirty="0"/>
        </a:p>
      </dsp:txBody>
      <dsp:txXfrm>
        <a:off x="0" y="435558"/>
        <a:ext cx="2103120" cy="435027"/>
      </dsp:txXfrm>
    </dsp:sp>
    <dsp:sp modelId="{52CE0A00-679F-4CA3-92F5-DD831F2748DE}">
      <dsp:nvSpPr>
        <dsp:cNvPr id="0" name=""/>
        <dsp:cNvSpPr/>
      </dsp:nvSpPr>
      <dsp:spPr>
        <a:xfrm>
          <a:off x="2260854" y="455313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the property has a credit card format. Requires jQuery Validation Additional Methods.</a:t>
          </a:r>
          <a:endParaRPr lang="en-US" sz="1500" kern="1200"/>
        </a:p>
      </dsp:txBody>
      <dsp:txXfrm>
        <a:off x="2260854" y="455313"/>
        <a:ext cx="8254746" cy="395093"/>
      </dsp:txXfrm>
    </dsp:sp>
    <dsp:sp modelId="{5ED44F30-7F1D-4CB3-BFCE-09F08E2F72D8}">
      <dsp:nvSpPr>
        <dsp:cNvPr id="0" name=""/>
        <dsp:cNvSpPr/>
      </dsp:nvSpPr>
      <dsp:spPr>
        <a:xfrm>
          <a:off x="2103120" y="850406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269B6-55C9-4F93-B949-E3DEAB8031FD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D0E21-5B85-4FD2-8FA8-65598655D6FD}">
      <dsp:nvSpPr>
        <dsp:cNvPr id="0" name=""/>
        <dsp:cNvSpPr/>
      </dsp:nvSpPr>
      <dsp:spPr>
        <a:xfrm>
          <a:off x="0" y="870586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[Compare]:</a:t>
          </a:r>
        </a:p>
      </dsp:txBody>
      <dsp:txXfrm>
        <a:off x="0" y="870586"/>
        <a:ext cx="2103120" cy="435027"/>
      </dsp:txXfrm>
    </dsp:sp>
    <dsp:sp modelId="{1B42098B-5A9C-4740-928F-D4FBD1B5859C}">
      <dsp:nvSpPr>
        <dsp:cNvPr id="0" name=""/>
        <dsp:cNvSpPr/>
      </dsp:nvSpPr>
      <dsp:spPr>
        <a:xfrm>
          <a:off x="2260854" y="890340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two properties in a model match.</a:t>
          </a:r>
          <a:endParaRPr lang="en-US" sz="1500" kern="1200"/>
        </a:p>
      </dsp:txBody>
      <dsp:txXfrm>
        <a:off x="2260854" y="890340"/>
        <a:ext cx="8254746" cy="395093"/>
      </dsp:txXfrm>
    </dsp:sp>
    <dsp:sp modelId="{F19DE724-5FF0-4F6D-9608-50AEE02CAA86}">
      <dsp:nvSpPr>
        <dsp:cNvPr id="0" name=""/>
        <dsp:cNvSpPr/>
      </dsp:nvSpPr>
      <dsp:spPr>
        <a:xfrm>
          <a:off x="2103120" y="1285434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AD49A-AD0E-4E1E-9BA6-47664FB7C890}">
      <dsp:nvSpPr>
        <dsp:cNvPr id="0" name=""/>
        <dsp:cNvSpPr/>
      </dsp:nvSpPr>
      <dsp:spPr>
        <a:xfrm>
          <a:off x="0" y="1305613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675D0-52A2-44FC-92E3-A628A6BD6B29}">
      <dsp:nvSpPr>
        <dsp:cNvPr id="0" name=""/>
        <dsp:cNvSpPr/>
      </dsp:nvSpPr>
      <dsp:spPr>
        <a:xfrm>
          <a:off x="0" y="1305613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[EmailAddress]:</a:t>
          </a:r>
        </a:p>
      </dsp:txBody>
      <dsp:txXfrm>
        <a:off x="0" y="1305613"/>
        <a:ext cx="2103120" cy="435027"/>
      </dsp:txXfrm>
    </dsp:sp>
    <dsp:sp modelId="{D91B21C8-967D-4BA9-AE21-3C0838942618}">
      <dsp:nvSpPr>
        <dsp:cNvPr id="0" name=""/>
        <dsp:cNvSpPr/>
      </dsp:nvSpPr>
      <dsp:spPr>
        <a:xfrm>
          <a:off x="2260854" y="1325368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the property has an email format.</a:t>
          </a:r>
          <a:endParaRPr lang="en-US" sz="1500" kern="1200"/>
        </a:p>
      </dsp:txBody>
      <dsp:txXfrm>
        <a:off x="2260854" y="1325368"/>
        <a:ext cx="8254746" cy="395093"/>
      </dsp:txXfrm>
    </dsp:sp>
    <dsp:sp modelId="{F2504A67-0264-42C3-AD3C-DA7C982F2DDB}">
      <dsp:nvSpPr>
        <dsp:cNvPr id="0" name=""/>
        <dsp:cNvSpPr/>
      </dsp:nvSpPr>
      <dsp:spPr>
        <a:xfrm>
          <a:off x="2103120" y="1720461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B5B43-954B-4160-BF3D-6D2395AA8DF0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81A25-095C-4C42-9C5E-4E4EFFC92E9D}">
      <dsp:nvSpPr>
        <dsp:cNvPr id="0" name=""/>
        <dsp:cNvSpPr/>
      </dsp:nvSpPr>
      <dsp:spPr>
        <a:xfrm>
          <a:off x="0" y="1740641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[Phone]:</a:t>
          </a:r>
        </a:p>
      </dsp:txBody>
      <dsp:txXfrm>
        <a:off x="0" y="1740641"/>
        <a:ext cx="2103120" cy="435027"/>
      </dsp:txXfrm>
    </dsp:sp>
    <dsp:sp modelId="{5465A74D-C221-497B-993D-AFE77AE73C53}">
      <dsp:nvSpPr>
        <dsp:cNvPr id="0" name=""/>
        <dsp:cNvSpPr/>
      </dsp:nvSpPr>
      <dsp:spPr>
        <a:xfrm>
          <a:off x="2260854" y="1760396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the property has a telephone number format.</a:t>
          </a:r>
          <a:endParaRPr lang="en-US" sz="1500" kern="1200"/>
        </a:p>
      </dsp:txBody>
      <dsp:txXfrm>
        <a:off x="2260854" y="1760396"/>
        <a:ext cx="8254746" cy="395093"/>
      </dsp:txXfrm>
    </dsp:sp>
    <dsp:sp modelId="{4525F8F5-82E1-4C5A-8CC3-39238D972968}">
      <dsp:nvSpPr>
        <dsp:cNvPr id="0" name=""/>
        <dsp:cNvSpPr/>
      </dsp:nvSpPr>
      <dsp:spPr>
        <a:xfrm>
          <a:off x="2103120" y="2155489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DE3AFA-D5A8-4E2F-8D8C-43CD40733219}">
      <dsp:nvSpPr>
        <dsp:cNvPr id="0" name=""/>
        <dsp:cNvSpPr/>
      </dsp:nvSpPr>
      <dsp:spPr>
        <a:xfrm>
          <a:off x="0" y="2175668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E6063-89BA-4D8C-9261-1F73E50ADBD9}">
      <dsp:nvSpPr>
        <dsp:cNvPr id="0" name=""/>
        <dsp:cNvSpPr/>
      </dsp:nvSpPr>
      <dsp:spPr>
        <a:xfrm>
          <a:off x="0" y="2175669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[Range]:</a:t>
          </a:r>
        </a:p>
      </dsp:txBody>
      <dsp:txXfrm>
        <a:off x="0" y="2175669"/>
        <a:ext cx="2103120" cy="435027"/>
      </dsp:txXfrm>
    </dsp:sp>
    <dsp:sp modelId="{9E3E1789-A4EF-4271-87B3-D7F84B9007D0}">
      <dsp:nvSpPr>
        <dsp:cNvPr id="0" name=""/>
        <dsp:cNvSpPr/>
      </dsp:nvSpPr>
      <dsp:spPr>
        <a:xfrm>
          <a:off x="2260854" y="2195423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the property value falls within a specified range.</a:t>
          </a:r>
          <a:endParaRPr lang="en-US" sz="1500" kern="1200"/>
        </a:p>
      </dsp:txBody>
      <dsp:txXfrm>
        <a:off x="2260854" y="2195423"/>
        <a:ext cx="8254746" cy="395093"/>
      </dsp:txXfrm>
    </dsp:sp>
    <dsp:sp modelId="{E68F6B96-2013-4A24-8252-DB1A4D645BEC}">
      <dsp:nvSpPr>
        <dsp:cNvPr id="0" name=""/>
        <dsp:cNvSpPr/>
      </dsp:nvSpPr>
      <dsp:spPr>
        <a:xfrm>
          <a:off x="2103120" y="2590517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0168F4-52E1-4365-B224-7041A4C90DB1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BD2F9-2164-4D7A-81AE-F0379F5478C4}">
      <dsp:nvSpPr>
        <dsp:cNvPr id="0" name=""/>
        <dsp:cNvSpPr/>
      </dsp:nvSpPr>
      <dsp:spPr>
        <a:xfrm>
          <a:off x="0" y="2610696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[RegularExpression]:</a:t>
          </a:r>
        </a:p>
      </dsp:txBody>
      <dsp:txXfrm>
        <a:off x="0" y="2610696"/>
        <a:ext cx="2103120" cy="435027"/>
      </dsp:txXfrm>
    </dsp:sp>
    <dsp:sp modelId="{5314F8F3-5852-4CCA-BE55-3D58946FA2D7}">
      <dsp:nvSpPr>
        <dsp:cNvPr id="0" name=""/>
        <dsp:cNvSpPr/>
      </dsp:nvSpPr>
      <dsp:spPr>
        <a:xfrm>
          <a:off x="2260854" y="2630451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the property value matches a specified regular expression.</a:t>
          </a:r>
          <a:endParaRPr lang="en-US" sz="1500" kern="1200"/>
        </a:p>
      </dsp:txBody>
      <dsp:txXfrm>
        <a:off x="2260854" y="2630451"/>
        <a:ext cx="8254746" cy="395093"/>
      </dsp:txXfrm>
    </dsp:sp>
    <dsp:sp modelId="{13DDBCB5-0206-4559-B4F4-AF92E35F9775}">
      <dsp:nvSpPr>
        <dsp:cNvPr id="0" name=""/>
        <dsp:cNvSpPr/>
      </dsp:nvSpPr>
      <dsp:spPr>
        <a:xfrm>
          <a:off x="2103120" y="3025544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EB3B2-B478-4A51-9F5C-456A76D8A45F}">
      <dsp:nvSpPr>
        <dsp:cNvPr id="0" name=""/>
        <dsp:cNvSpPr/>
      </dsp:nvSpPr>
      <dsp:spPr>
        <a:xfrm>
          <a:off x="0" y="3045724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C82A98-C04A-4A2E-B959-95033CD7F04D}">
      <dsp:nvSpPr>
        <dsp:cNvPr id="0" name=""/>
        <dsp:cNvSpPr/>
      </dsp:nvSpPr>
      <dsp:spPr>
        <a:xfrm>
          <a:off x="0" y="3045724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[Required]:</a:t>
          </a:r>
        </a:p>
      </dsp:txBody>
      <dsp:txXfrm>
        <a:off x="0" y="3045724"/>
        <a:ext cx="2103120" cy="435027"/>
      </dsp:txXfrm>
    </dsp:sp>
    <dsp:sp modelId="{F7426ABB-0952-4C38-9E13-727F96B154A4}">
      <dsp:nvSpPr>
        <dsp:cNvPr id="0" name=""/>
        <dsp:cNvSpPr/>
      </dsp:nvSpPr>
      <dsp:spPr>
        <a:xfrm>
          <a:off x="2260854" y="3065478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the field isn't null. See [Required] attribute for details about this attribute's behavior.</a:t>
          </a:r>
          <a:endParaRPr lang="en-US" sz="1500" kern="1200"/>
        </a:p>
      </dsp:txBody>
      <dsp:txXfrm>
        <a:off x="2260854" y="3065478"/>
        <a:ext cx="8254746" cy="395093"/>
      </dsp:txXfrm>
    </dsp:sp>
    <dsp:sp modelId="{AFE5DD2E-5865-46D4-9D17-1187E1EFC63D}">
      <dsp:nvSpPr>
        <dsp:cNvPr id="0" name=""/>
        <dsp:cNvSpPr/>
      </dsp:nvSpPr>
      <dsp:spPr>
        <a:xfrm>
          <a:off x="2103120" y="3460572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B3D42-57B0-42B1-8A44-5FF26B984833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557D3-F694-4AC5-9375-A23ACBE03188}">
      <dsp:nvSpPr>
        <dsp:cNvPr id="0" name=""/>
        <dsp:cNvSpPr/>
      </dsp:nvSpPr>
      <dsp:spPr>
        <a:xfrm>
          <a:off x="0" y="3480751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[StringLength]: </a:t>
          </a:r>
        </a:p>
      </dsp:txBody>
      <dsp:txXfrm>
        <a:off x="0" y="3480751"/>
        <a:ext cx="2103120" cy="435027"/>
      </dsp:txXfrm>
    </dsp:sp>
    <dsp:sp modelId="{F89D4B2E-858F-4263-A221-17822E151C55}">
      <dsp:nvSpPr>
        <dsp:cNvPr id="0" name=""/>
        <dsp:cNvSpPr/>
      </dsp:nvSpPr>
      <dsp:spPr>
        <a:xfrm>
          <a:off x="2260854" y="3500506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a string property value doesn't exceed a specified length limit.</a:t>
          </a:r>
          <a:endParaRPr lang="en-US" sz="1500" kern="1200"/>
        </a:p>
      </dsp:txBody>
      <dsp:txXfrm>
        <a:off x="2260854" y="3500506"/>
        <a:ext cx="8254746" cy="395093"/>
      </dsp:txXfrm>
    </dsp:sp>
    <dsp:sp modelId="{5C87F1E7-B9E3-4257-A70F-71AD08ADFD80}">
      <dsp:nvSpPr>
        <dsp:cNvPr id="0" name=""/>
        <dsp:cNvSpPr/>
      </dsp:nvSpPr>
      <dsp:spPr>
        <a:xfrm>
          <a:off x="2103120" y="3895599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515DD3-38B3-4E5E-92F6-DA8FB21C7865}">
      <dsp:nvSpPr>
        <dsp:cNvPr id="0" name=""/>
        <dsp:cNvSpPr/>
      </dsp:nvSpPr>
      <dsp:spPr>
        <a:xfrm>
          <a:off x="0" y="3915779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3D48E-8588-48CB-9F2A-A9C932528325}">
      <dsp:nvSpPr>
        <dsp:cNvPr id="0" name=""/>
        <dsp:cNvSpPr/>
      </dsp:nvSpPr>
      <dsp:spPr>
        <a:xfrm>
          <a:off x="0" y="3915779"/>
          <a:ext cx="210312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prstClr val="black">
                  <a:lumMod val="50000"/>
                  <a:lumOff val="50000"/>
                </a:prstClr>
              </a:solidFill>
              <a:latin typeface="Consolas" panose="020B0609020204030204" pitchFamily="49" charset="0"/>
              <a:ea typeface="+mn-ea"/>
              <a:cs typeface="+mn-cs"/>
            </a:rPr>
            <a:t>[Url]:</a:t>
          </a:r>
        </a:p>
      </dsp:txBody>
      <dsp:txXfrm>
        <a:off x="0" y="3915779"/>
        <a:ext cx="2103120" cy="435027"/>
      </dsp:txXfrm>
    </dsp:sp>
    <dsp:sp modelId="{BECD1C2D-895F-4C04-8A76-9FF442260334}">
      <dsp:nvSpPr>
        <dsp:cNvPr id="0" name=""/>
        <dsp:cNvSpPr/>
      </dsp:nvSpPr>
      <dsp:spPr>
        <a:xfrm>
          <a:off x="2260854" y="3935533"/>
          <a:ext cx="8254746" cy="39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Validates that the property has a URL format.</a:t>
          </a:r>
          <a:endParaRPr lang="en-US" sz="1500" kern="1200"/>
        </a:p>
      </dsp:txBody>
      <dsp:txXfrm>
        <a:off x="2260854" y="3935533"/>
        <a:ext cx="8254746" cy="395093"/>
      </dsp:txXfrm>
    </dsp:sp>
    <dsp:sp modelId="{F9CC1823-0E7D-44A2-AB8C-C55117ED11BD}">
      <dsp:nvSpPr>
        <dsp:cNvPr id="0" name=""/>
        <dsp:cNvSpPr/>
      </dsp:nvSpPr>
      <dsp:spPr>
        <a:xfrm>
          <a:off x="2103120" y="4330627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0ADB8-63B2-4012-A5DA-AC84B9AF428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F58B4-3812-4F47-8775-2FC878A785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310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146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6010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491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80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263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2539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995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997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351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7025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90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7EBDA-F52E-47E6-A31F-E4FC03608FD3}" type="datetimeFigureOut">
              <a:rPr lang="LID4096" smtClean="0"/>
              <a:t>02/15/2026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50AB0-9A2B-4EFC-98F3-83B1A33FF81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919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AEAD6-10A6-1517-7C11-32B823263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170880"/>
            <a:ext cx="10134600" cy="3920338"/>
          </a:xfrm>
        </p:spPr>
        <p:txBody>
          <a:bodyPr anchor="b">
            <a:normAutofit/>
          </a:bodyPr>
          <a:lstStyle/>
          <a:p>
            <a:pPr algn="l" defTabSz="877824"/>
            <a:r>
              <a:rPr lang="en-US" sz="6336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Controllers</a:t>
            </a:r>
            <a:endParaRPr lang="LID4096" sz="6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4A6E1-7634-3424-C8CC-916009FD4E29}"/>
              </a:ext>
            </a:extLst>
          </p:cNvPr>
          <p:cNvSpPr txBox="1"/>
          <p:nvPr/>
        </p:nvSpPr>
        <p:spPr>
          <a:xfrm>
            <a:off x="1093445" y="5034659"/>
            <a:ext cx="860956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38912">
              <a:spcAft>
                <a:spcPts val="600"/>
              </a:spcAft>
            </a:pPr>
            <a:r>
              <a:rPr lang="en-US" sz="2400" kern="1200" dirty="0">
                <a:latin typeface="+mn-lt"/>
                <a:ea typeface="+mn-ea"/>
                <a:cs typeface="+mn-cs"/>
              </a:rPr>
              <a:t>ASP .NET course – lesson 1</a:t>
            </a:r>
            <a:endParaRPr lang="LID4096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4051C-DDAA-0FC6-CE5A-9425E4968600}"/>
              </a:ext>
            </a:extLst>
          </p:cNvPr>
          <p:cNvSpPr txBox="1"/>
          <p:nvPr/>
        </p:nvSpPr>
        <p:spPr>
          <a:xfrm>
            <a:off x="9703007" y="6097413"/>
            <a:ext cx="8609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8912">
              <a:spcAft>
                <a:spcPts val="600"/>
              </a:spcAft>
            </a:pPr>
            <a:r>
              <a:rPr lang="en-IL" sz="2000" b="0" i="0">
                <a:solidFill>
                  <a:srgbClr val="212121"/>
                </a:solidFill>
                <a:effectLst/>
                <a:latin typeface="Lato" panose="020F0502020204030204" pitchFamily="34" charset="0"/>
              </a:rPr>
              <a:t>©</a:t>
            </a:r>
            <a:r>
              <a:rPr lang="en-US" sz="1600" b="0" i="0">
                <a:solidFill>
                  <a:srgbClr val="212121"/>
                </a:solidFill>
                <a:effectLst/>
                <a:latin typeface="Lato" panose="020F0502020204030204" pitchFamily="34" charset="0"/>
              </a:rPr>
              <a:t> </a:t>
            </a: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Ayala Gottfried</a:t>
            </a:r>
            <a:endParaRPr lang="LID4096" sz="1600"/>
          </a:p>
        </p:txBody>
      </p:sp>
    </p:spTree>
    <p:extLst>
      <p:ext uri="{BB962C8B-B14F-4D97-AF65-F5344CB8AC3E}">
        <p14:creationId xmlns:p14="http://schemas.microsoft.com/office/powerpoint/2010/main" val="297099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B73A-77ED-8B81-AA61-69CAB954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000" y="837486"/>
            <a:ext cx="4267200" cy="14374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controller?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D8368-0BCF-BF1E-B9DD-2EB667151F33}"/>
              </a:ext>
            </a:extLst>
          </p:cNvPr>
          <p:cNvSpPr txBox="1"/>
          <p:nvPr/>
        </p:nvSpPr>
        <p:spPr>
          <a:xfrm>
            <a:off x="5825613" y="838200"/>
            <a:ext cx="5501247" cy="1866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 light"/>
                <a:ea typeface="calibri light"/>
                <a:cs typeface="calibri light"/>
              </a:rPr>
              <a:t>A controller is a class that is used to group up a set of actions (or action methods)</a:t>
            </a:r>
            <a:endParaRPr lang="he-IL" dirty="0">
              <a:latin typeface="calibri light"/>
              <a:ea typeface="calibri light"/>
              <a:cs typeface="calibri ligh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 light"/>
                <a:ea typeface="calibri light"/>
                <a:cs typeface="calibri light"/>
              </a:rPr>
              <a:t>Action methods do perform certain </a:t>
            </a:r>
            <a:r>
              <a:rPr lang="he-IL" dirty="0">
                <a:latin typeface="calibri light"/>
                <a:ea typeface="calibri light"/>
                <a:cs typeface="calibri light"/>
              </a:rPr>
              <a:t>operations</a:t>
            </a:r>
            <a:r>
              <a:rPr lang="en-US" dirty="0">
                <a:latin typeface="calibri light"/>
                <a:ea typeface="calibri light"/>
                <a:cs typeface="calibri light"/>
              </a:rPr>
              <a:t> when a request is received &amp; </a:t>
            </a:r>
            <a:r>
              <a:rPr lang="he-IL" dirty="0">
                <a:latin typeface="calibri light"/>
                <a:ea typeface="calibri light"/>
                <a:cs typeface="calibri light"/>
              </a:rPr>
              <a:t>return</a:t>
            </a:r>
            <a:r>
              <a:rPr lang="en-US" dirty="0">
                <a:latin typeface="calibri light"/>
                <a:ea typeface="calibri light"/>
                <a:cs typeface="calibri light"/>
              </a:rPr>
              <a:t> the result (response)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 light"/>
                <a:ea typeface="calibri light"/>
                <a:cs typeface="calibri light"/>
              </a:rPr>
              <a:t>A controller often represents a single resource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FD83EB-A094-93C1-8CEA-6520ED7EE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757" y="3338345"/>
            <a:ext cx="10591800" cy="2674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84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A008-C23F-6DF5-C598-1E510D6C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Controllers responsibilities</a:t>
            </a:r>
          </a:p>
        </p:txBody>
      </p:sp>
      <p:graphicFrame>
        <p:nvGraphicFramePr>
          <p:cNvPr id="13" name="TextBox 7">
            <a:extLst>
              <a:ext uri="{FF2B5EF4-FFF2-40B4-BE49-F238E27FC236}">
                <a16:creationId xmlns:a16="http://schemas.microsoft.com/office/drawing/2014/main" id="{85FA8A53-C72C-9BEE-2C48-2B55155F2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280868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990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8DB5E-D622-52FB-06A9-D86627A49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Controllers Definition</a:t>
            </a:r>
            <a:endParaRPr lang="LID4096" sz="4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E223C-5251-9624-ECDB-FFAC58BC4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189867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200" dirty="0"/>
              <a:t>Class name suffix is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Controller</a:t>
            </a:r>
            <a:r>
              <a:rPr lang="en-US" sz="2200" b="1" dirty="0"/>
              <a:t> </a:t>
            </a:r>
            <a:r>
              <a:rPr lang="en-US" sz="2200" dirty="0"/>
              <a:t>(or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[Controller] </a:t>
            </a:r>
            <a:r>
              <a:rPr lang="en-US" sz="2200" dirty="0"/>
              <a:t>attribute) </a:t>
            </a:r>
          </a:p>
          <a:p>
            <a:pPr>
              <a:buFontTx/>
              <a:buChar char="-"/>
            </a:pPr>
            <a:r>
              <a:rPr lang="en-US" sz="2200" dirty="0"/>
              <a:t>Class is derived from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ControllerBase</a:t>
            </a:r>
          </a:p>
          <a:p>
            <a:pPr>
              <a:buFontTx/>
              <a:buChar char="-"/>
            </a:pPr>
            <a:r>
              <a:rPr lang="en-US" sz="2200" dirty="0"/>
              <a:t>Class is defined as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public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[ApiController] </a:t>
            </a:r>
            <a:r>
              <a:rPr lang="en-US" sz="2200" dirty="0"/>
              <a:t>attribute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20D8A-0F1B-7020-A176-F47ACBB5CEDC}"/>
              </a:ext>
            </a:extLst>
          </p:cNvPr>
          <p:cNvSpPr txBox="1"/>
          <p:nvPr/>
        </p:nvSpPr>
        <p:spPr>
          <a:xfrm>
            <a:off x="4941480" y="3715373"/>
            <a:ext cx="7030781" cy="2679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using Microsoft.AspNetCore.Mvc;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namespace Net7SampleProject.Controllers 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		[ApiController] 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		[Route("api/students")]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		public class StudentsController : ControllerBase { }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500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45018-C68C-999B-B739-4E7AEBB2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Actions Definition</a:t>
            </a:r>
            <a:endParaRPr lang="LID4096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F4401-BF3F-FA48-87DA-761FB6343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481943"/>
            <a:ext cx="11076432" cy="369502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200" dirty="0"/>
              <a:t>Method is defined as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public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[Http&lt;Method&gt;] </a:t>
            </a:r>
            <a:r>
              <a:rPr lang="en-US" sz="2200" dirty="0"/>
              <a:t>attribute (optional – default to function name prefix or GET)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[Route(&lt;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url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&gt;)] </a:t>
            </a:r>
            <a:r>
              <a:rPr lang="en-US" sz="2200" dirty="0"/>
              <a:t>attribute, can be combined with the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[Http&lt;Method&gt;] </a:t>
            </a:r>
            <a:r>
              <a:rPr lang="en-US" sz="2200" dirty="0"/>
              <a:t>attribute (optional)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01144-BB76-FDBA-3623-871075C8C75A}"/>
              </a:ext>
            </a:extLst>
          </p:cNvPr>
          <p:cNvSpPr txBox="1"/>
          <p:nvPr/>
        </p:nvSpPr>
        <p:spPr>
          <a:xfrm>
            <a:off x="922374" y="4329453"/>
            <a:ext cx="7030781" cy="1530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[HttpGet(“{id}”]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public ActionResult&lt;Student&gt; GetStudent(int id) {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		return new Student();</a:t>
            </a:r>
          </a:p>
          <a:p>
            <a:pPr marL="3619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956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45018-C68C-999B-B739-4E7AEBB2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Add controllers to project</a:t>
            </a:r>
            <a:endParaRPr lang="LID4096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F4401-BF3F-FA48-87DA-761FB6343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Add all controllers as services to app</a:t>
            </a:r>
            <a:br>
              <a:rPr lang="en-US" sz="2200" dirty="0"/>
            </a:b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builder.Services.AddControllers();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Add all action methods as endpoints</a:t>
            </a:r>
            <a:br>
              <a:rPr lang="en-US" sz="2200" dirty="0"/>
            </a:b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app.MapControllers();</a:t>
            </a:r>
          </a:p>
        </p:txBody>
      </p:sp>
    </p:spTree>
    <p:extLst>
      <p:ext uri="{BB962C8B-B14F-4D97-AF65-F5344CB8AC3E}">
        <p14:creationId xmlns:p14="http://schemas.microsoft.com/office/powerpoint/2010/main" val="2147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0A9ED-F886-1F0F-B8E1-04987F2D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ControllerBase class</a:t>
            </a:r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41F452-6244-7B2B-381B-746EBCAD0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sz="2200" b="0" i="0" dirty="0"/>
              <a:t>The </a:t>
            </a:r>
            <a:r>
              <a:rPr lang="en-US" sz="2200" b="1" i="0" dirty="0"/>
              <a:t>ControllerBase</a:t>
            </a:r>
            <a:r>
              <a:rPr lang="en-US" sz="2200" b="0" i="0" dirty="0"/>
              <a:t> class is a base class for controllers in ASP.NET Core that </a:t>
            </a:r>
            <a:r>
              <a:rPr lang="en-US" sz="2200" b="1" i="0" dirty="0"/>
              <a:t>handles HTTP requests</a:t>
            </a:r>
            <a:r>
              <a:rPr lang="en-US" sz="2200" b="0" i="0" dirty="0"/>
              <a:t>.</a:t>
            </a:r>
            <a:endParaRPr lang="en-US" sz="22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b="0" i="0" dirty="0"/>
              <a:t>It provides </a:t>
            </a:r>
            <a:r>
              <a:rPr lang="en-US" sz="2200" b="1" i="0" dirty="0"/>
              <a:t>a set of common properties and methods</a:t>
            </a:r>
            <a:r>
              <a:rPr lang="en-US" sz="2200" b="0" i="0" dirty="0"/>
              <a:t> controllers use to handle HTTP requests and generate HTTP responses.</a:t>
            </a:r>
            <a:endParaRPr lang="en-US" sz="22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b="0" i="0" dirty="0"/>
              <a:t>The ControllerBase class </a:t>
            </a:r>
            <a:r>
              <a:rPr lang="en-US" sz="2200" b="1" i="0" dirty="0"/>
              <a:t>does not implement</a:t>
            </a:r>
            <a:r>
              <a:rPr lang="en-US" sz="2200" b="0" i="0" dirty="0"/>
              <a:t> any specific behavior or logic but instead provides a set of common methods and properties that derived classes can use.</a:t>
            </a: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LID4096" sz="2200" dirty="0"/>
          </a:p>
        </p:txBody>
      </p:sp>
    </p:spTree>
    <p:extLst>
      <p:ext uri="{BB962C8B-B14F-4D97-AF65-F5344CB8AC3E}">
        <p14:creationId xmlns:p14="http://schemas.microsoft.com/office/powerpoint/2010/main" val="3408766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0A9ED-F886-1F0F-B8E1-04987F2D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[ApiController] attribute</a:t>
            </a:r>
            <a:endParaRPr lang="LID4096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41F452-6244-7B2B-381B-746EBCAD0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LID4096" altLang="LID4096" sz="2200" dirty="0"/>
              <a:t>The</a:t>
            </a:r>
            <a:r>
              <a:rPr lang="LID4096" altLang="LID4096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[ApiController] </a:t>
            </a:r>
            <a:r>
              <a:rPr lang="LID4096" altLang="LID4096" sz="2200" dirty="0"/>
              <a:t>attribute</a:t>
            </a:r>
            <a:r>
              <a:rPr lang="en-US" altLang="LID4096" sz="2200" dirty="0"/>
              <a:t> </a:t>
            </a:r>
            <a:r>
              <a:rPr lang="LID4096" altLang="LID4096" sz="2200" dirty="0"/>
              <a:t>is used </a:t>
            </a:r>
            <a:r>
              <a:rPr lang="LID4096" altLang="LID4096" sz="2200" b="1" dirty="0"/>
              <a:t>to simplify and enhance the behavior of API controllers</a:t>
            </a:r>
            <a:r>
              <a:rPr lang="en-US" altLang="LID4096" sz="2200" dirty="0"/>
              <a:t> with </a:t>
            </a:r>
            <a:r>
              <a:rPr lang="LID4096" altLang="LID4096" sz="2200" dirty="0"/>
              <a:t>several </a:t>
            </a:r>
            <a:r>
              <a:rPr lang="en-US" altLang="LID4096" sz="2200" dirty="0"/>
              <a:t>features: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LID4096" sz="2200" dirty="0"/>
              <a:t>Attribute routing requirement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LID4096" sz="2200" dirty="0"/>
              <a:t>Automatic model validation with detailed errors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LID4096" sz="2200" dirty="0"/>
              <a:t>Binding sources parameters interface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LID4096" altLang="LID4096" sz="2200" dirty="0"/>
          </a:p>
        </p:txBody>
      </p:sp>
    </p:spTree>
    <p:extLst>
      <p:ext uri="{BB962C8B-B14F-4D97-AF65-F5344CB8AC3E}">
        <p14:creationId xmlns:p14="http://schemas.microsoft.com/office/powerpoint/2010/main" val="2301447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D861F1-F386-4A7D-A4BF-3BEB82DEB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0A9ED-F886-1F0F-B8E1-04987F2D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1408153"/>
            <a:ext cx="10168128" cy="1315035"/>
          </a:xfrm>
        </p:spPr>
        <p:txBody>
          <a:bodyPr>
            <a:normAutofit/>
          </a:bodyPr>
          <a:lstStyle/>
          <a:p>
            <a:r>
              <a:rPr lang="en-US" sz="3600" dirty="0"/>
              <a:t>Action method return type</a:t>
            </a:r>
            <a:endParaRPr lang="LID4096" sz="3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7136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41F452-6244-7B2B-381B-746EBCAD0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962656"/>
            <a:ext cx="10168128" cy="26243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sz="2200" dirty="0"/>
              <a:t>Specific type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200" dirty="0"/>
              <a:t>IActionResult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200" dirty="0"/>
              <a:t>ActionResult&lt;T&gt;</a:t>
            </a:r>
            <a:endParaRPr lang="LID4096" sz="2200" dirty="0"/>
          </a:p>
        </p:txBody>
      </p:sp>
    </p:spTree>
    <p:extLst>
      <p:ext uri="{BB962C8B-B14F-4D97-AF65-F5344CB8AC3E}">
        <p14:creationId xmlns:p14="http://schemas.microsoft.com/office/powerpoint/2010/main" val="3923844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B6D861F1-F386-4A7D-A4BF-3BEB82DEB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58DB7-3290-BF52-D241-B2D04985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1408153"/>
            <a:ext cx="10168128" cy="1315035"/>
          </a:xfrm>
        </p:spPr>
        <p:txBody>
          <a:bodyPr>
            <a:normAutofit/>
          </a:bodyPr>
          <a:lstStyle/>
          <a:p>
            <a:r>
              <a:rPr lang="en-US" sz="4000"/>
              <a:t>ActionResult&lt;T&gt;</a:t>
            </a:r>
            <a:endParaRPr lang="LID4096" sz="40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7136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235E3-C968-9488-D436-22244B4F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962656"/>
            <a:ext cx="10168128" cy="262432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Tx/>
              <a:buChar char="-"/>
            </a:pPr>
            <a:r>
              <a:rPr lang="en-US" sz="2200" dirty="0"/>
              <a:t>object result (T)</a:t>
            </a:r>
          </a:p>
          <a:p>
            <a:pPr lvl="0">
              <a:lnSpc>
                <a:spcPct val="150000"/>
              </a:lnSpc>
              <a:buFontTx/>
              <a:buChar char="-"/>
            </a:pPr>
            <a:r>
              <a:rPr lang="en-US" sz="2200" dirty="0"/>
              <a:t>status code result</a:t>
            </a:r>
          </a:p>
          <a:p>
            <a:pPr lvl="0">
              <a:lnSpc>
                <a:spcPct val="150000"/>
              </a:lnSpc>
              <a:buFontTx/>
              <a:buChar char="-"/>
            </a:pPr>
            <a:r>
              <a:rPr lang="en-US" sz="2200" dirty="0"/>
              <a:t>file result</a:t>
            </a:r>
          </a:p>
          <a:p>
            <a:pPr lvl="0">
              <a:lnSpc>
                <a:spcPct val="150000"/>
              </a:lnSpc>
              <a:buFontTx/>
              <a:buChar char="-"/>
            </a:pPr>
            <a:r>
              <a:rPr lang="en-US" sz="2200" dirty="0"/>
              <a:t>redirect result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LID4096" sz="2200" dirty="0"/>
          </a:p>
        </p:txBody>
      </p:sp>
    </p:spTree>
    <p:extLst>
      <p:ext uri="{BB962C8B-B14F-4D97-AF65-F5344CB8AC3E}">
        <p14:creationId xmlns:p14="http://schemas.microsoft.com/office/powerpoint/2010/main" val="3107334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45CA-5142-2C5C-37F4-4DA0C342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Status Code result</a:t>
            </a:r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D5C2E-858A-5F1B-5303-0C027BC07155}"/>
              </a:ext>
            </a:extLst>
          </p:cNvPr>
          <p:cNvSpPr txBox="1"/>
          <p:nvPr/>
        </p:nvSpPr>
        <p:spPr>
          <a:xfrm>
            <a:off x="838200" y="1694983"/>
            <a:ext cx="4813563" cy="1634490"/>
          </a:xfrm>
          <a:custGeom>
            <a:avLst/>
            <a:gdLst>
              <a:gd name="csX0" fmla="*/ 0 w 4813563"/>
              <a:gd name="csY0" fmla="*/ 272420 h 1634490"/>
              <a:gd name="csX1" fmla="*/ 272420 w 4813563"/>
              <a:gd name="csY1" fmla="*/ 0 h 1634490"/>
              <a:gd name="csX2" fmla="*/ 839550 w 4813563"/>
              <a:gd name="csY2" fmla="*/ 0 h 1634490"/>
              <a:gd name="csX3" fmla="*/ 1406681 w 4813563"/>
              <a:gd name="csY3" fmla="*/ 0 h 1634490"/>
              <a:gd name="csX4" fmla="*/ 1973811 w 4813563"/>
              <a:gd name="csY4" fmla="*/ 0 h 1634490"/>
              <a:gd name="csX5" fmla="*/ 2498254 w 4813563"/>
              <a:gd name="csY5" fmla="*/ 0 h 1634490"/>
              <a:gd name="csX6" fmla="*/ 3022697 w 4813563"/>
              <a:gd name="csY6" fmla="*/ 0 h 1634490"/>
              <a:gd name="csX7" fmla="*/ 3504453 w 4813563"/>
              <a:gd name="csY7" fmla="*/ 0 h 1634490"/>
              <a:gd name="csX8" fmla="*/ 4541143 w 4813563"/>
              <a:gd name="csY8" fmla="*/ 0 h 1634490"/>
              <a:gd name="csX9" fmla="*/ 4813563 w 4813563"/>
              <a:gd name="csY9" fmla="*/ 272420 h 1634490"/>
              <a:gd name="csX10" fmla="*/ 4813563 w 4813563"/>
              <a:gd name="csY10" fmla="*/ 817245 h 1634490"/>
              <a:gd name="csX11" fmla="*/ 4813563 w 4813563"/>
              <a:gd name="csY11" fmla="*/ 1362070 h 1634490"/>
              <a:gd name="csX12" fmla="*/ 4541143 w 4813563"/>
              <a:gd name="csY12" fmla="*/ 1634490 h 1634490"/>
              <a:gd name="csX13" fmla="*/ 3974013 w 4813563"/>
              <a:gd name="csY13" fmla="*/ 1634490 h 1634490"/>
              <a:gd name="csX14" fmla="*/ 3321508 w 4813563"/>
              <a:gd name="csY14" fmla="*/ 1634490 h 1634490"/>
              <a:gd name="csX15" fmla="*/ 2797065 w 4813563"/>
              <a:gd name="csY15" fmla="*/ 1634490 h 1634490"/>
              <a:gd name="csX16" fmla="*/ 2101873 w 4813563"/>
              <a:gd name="csY16" fmla="*/ 1634490 h 1634490"/>
              <a:gd name="csX17" fmla="*/ 1492055 w 4813563"/>
              <a:gd name="csY17" fmla="*/ 1634490 h 1634490"/>
              <a:gd name="csX18" fmla="*/ 1010299 w 4813563"/>
              <a:gd name="csY18" fmla="*/ 1634490 h 1634490"/>
              <a:gd name="csX19" fmla="*/ 272420 w 4813563"/>
              <a:gd name="csY19" fmla="*/ 1634490 h 1634490"/>
              <a:gd name="csX20" fmla="*/ 0 w 4813563"/>
              <a:gd name="csY20" fmla="*/ 1362070 h 1634490"/>
              <a:gd name="csX21" fmla="*/ 0 w 4813563"/>
              <a:gd name="csY21" fmla="*/ 806349 h 1634490"/>
              <a:gd name="csX22" fmla="*/ 0 w 4813563"/>
              <a:gd name="csY22" fmla="*/ 272420 h 1634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813563" h="1634490" fill="none" extrusionOk="0">
                <a:moveTo>
                  <a:pt x="0" y="272420"/>
                </a:moveTo>
                <a:cubicBezTo>
                  <a:pt x="4099" y="127871"/>
                  <a:pt x="147646" y="6167"/>
                  <a:pt x="272420" y="0"/>
                </a:cubicBezTo>
                <a:cubicBezTo>
                  <a:pt x="438945" y="5690"/>
                  <a:pt x="716411" y="-16666"/>
                  <a:pt x="839550" y="0"/>
                </a:cubicBezTo>
                <a:cubicBezTo>
                  <a:pt x="962689" y="16666"/>
                  <a:pt x="1272507" y="1778"/>
                  <a:pt x="1406681" y="0"/>
                </a:cubicBezTo>
                <a:cubicBezTo>
                  <a:pt x="1540855" y="-1778"/>
                  <a:pt x="1702051" y="26922"/>
                  <a:pt x="1973811" y="0"/>
                </a:cubicBezTo>
                <a:cubicBezTo>
                  <a:pt x="2245571" y="-26922"/>
                  <a:pt x="2268642" y="20357"/>
                  <a:pt x="2498254" y="0"/>
                </a:cubicBezTo>
                <a:cubicBezTo>
                  <a:pt x="2727866" y="-20357"/>
                  <a:pt x="2816663" y="-6016"/>
                  <a:pt x="3022697" y="0"/>
                </a:cubicBezTo>
                <a:cubicBezTo>
                  <a:pt x="3228731" y="6016"/>
                  <a:pt x="3349463" y="-6722"/>
                  <a:pt x="3504453" y="0"/>
                </a:cubicBezTo>
                <a:cubicBezTo>
                  <a:pt x="3659443" y="6722"/>
                  <a:pt x="4317786" y="14475"/>
                  <a:pt x="4541143" y="0"/>
                </a:cubicBezTo>
                <a:cubicBezTo>
                  <a:pt x="4672119" y="12289"/>
                  <a:pt x="4801050" y="155277"/>
                  <a:pt x="4813563" y="272420"/>
                </a:cubicBezTo>
                <a:cubicBezTo>
                  <a:pt x="4828414" y="411815"/>
                  <a:pt x="4788265" y="614132"/>
                  <a:pt x="4813563" y="817245"/>
                </a:cubicBezTo>
                <a:cubicBezTo>
                  <a:pt x="4838861" y="1020359"/>
                  <a:pt x="4790479" y="1155542"/>
                  <a:pt x="4813563" y="1362070"/>
                </a:cubicBezTo>
                <a:cubicBezTo>
                  <a:pt x="4844117" y="1530418"/>
                  <a:pt x="4703456" y="1632051"/>
                  <a:pt x="4541143" y="1634490"/>
                </a:cubicBezTo>
                <a:cubicBezTo>
                  <a:pt x="4355944" y="1616629"/>
                  <a:pt x="4252055" y="1617695"/>
                  <a:pt x="3974013" y="1634490"/>
                </a:cubicBezTo>
                <a:cubicBezTo>
                  <a:pt x="3695971" y="1651286"/>
                  <a:pt x="3601598" y="1601885"/>
                  <a:pt x="3321508" y="1634490"/>
                </a:cubicBezTo>
                <a:cubicBezTo>
                  <a:pt x="3041418" y="1667095"/>
                  <a:pt x="2968662" y="1655275"/>
                  <a:pt x="2797065" y="1634490"/>
                </a:cubicBezTo>
                <a:cubicBezTo>
                  <a:pt x="2625468" y="1613705"/>
                  <a:pt x="2374441" y="1602649"/>
                  <a:pt x="2101873" y="1634490"/>
                </a:cubicBezTo>
                <a:cubicBezTo>
                  <a:pt x="1829305" y="1666331"/>
                  <a:pt x="1745637" y="1634725"/>
                  <a:pt x="1492055" y="1634490"/>
                </a:cubicBezTo>
                <a:cubicBezTo>
                  <a:pt x="1238473" y="1634255"/>
                  <a:pt x="1151013" y="1636648"/>
                  <a:pt x="1010299" y="1634490"/>
                </a:cubicBezTo>
                <a:cubicBezTo>
                  <a:pt x="869585" y="1632332"/>
                  <a:pt x="606350" y="1640333"/>
                  <a:pt x="272420" y="1634490"/>
                </a:cubicBezTo>
                <a:cubicBezTo>
                  <a:pt x="112484" y="1630641"/>
                  <a:pt x="-29443" y="1511721"/>
                  <a:pt x="0" y="1362070"/>
                </a:cubicBezTo>
                <a:cubicBezTo>
                  <a:pt x="-6866" y="1092851"/>
                  <a:pt x="2687" y="961456"/>
                  <a:pt x="0" y="806349"/>
                </a:cubicBezTo>
                <a:cubicBezTo>
                  <a:pt x="-2687" y="651242"/>
                  <a:pt x="-2109" y="515179"/>
                  <a:pt x="0" y="272420"/>
                </a:cubicBezTo>
                <a:close/>
              </a:path>
              <a:path w="4813563" h="1634490" stroke="0" extrusionOk="0">
                <a:moveTo>
                  <a:pt x="0" y="272420"/>
                </a:moveTo>
                <a:cubicBezTo>
                  <a:pt x="-13557" y="129580"/>
                  <a:pt x="105528" y="-19725"/>
                  <a:pt x="272420" y="0"/>
                </a:cubicBezTo>
                <a:cubicBezTo>
                  <a:pt x="450123" y="-11000"/>
                  <a:pt x="677838" y="-7115"/>
                  <a:pt x="796863" y="0"/>
                </a:cubicBezTo>
                <a:cubicBezTo>
                  <a:pt x="915888" y="7115"/>
                  <a:pt x="1213145" y="-12908"/>
                  <a:pt x="1406681" y="0"/>
                </a:cubicBezTo>
                <a:cubicBezTo>
                  <a:pt x="1600217" y="12908"/>
                  <a:pt x="1647839" y="9328"/>
                  <a:pt x="1888437" y="0"/>
                </a:cubicBezTo>
                <a:cubicBezTo>
                  <a:pt x="2129035" y="-9328"/>
                  <a:pt x="2195953" y="4074"/>
                  <a:pt x="2370192" y="0"/>
                </a:cubicBezTo>
                <a:cubicBezTo>
                  <a:pt x="2544431" y="-4074"/>
                  <a:pt x="2826807" y="-5286"/>
                  <a:pt x="3065384" y="0"/>
                </a:cubicBezTo>
                <a:cubicBezTo>
                  <a:pt x="3303961" y="5286"/>
                  <a:pt x="3560133" y="-33282"/>
                  <a:pt x="3760577" y="0"/>
                </a:cubicBezTo>
                <a:cubicBezTo>
                  <a:pt x="3961021" y="33282"/>
                  <a:pt x="4359210" y="36030"/>
                  <a:pt x="4541143" y="0"/>
                </a:cubicBezTo>
                <a:cubicBezTo>
                  <a:pt x="4674979" y="26543"/>
                  <a:pt x="4815278" y="102133"/>
                  <a:pt x="4813563" y="272420"/>
                </a:cubicBezTo>
                <a:cubicBezTo>
                  <a:pt x="4825727" y="536613"/>
                  <a:pt x="4828673" y="623845"/>
                  <a:pt x="4813563" y="817245"/>
                </a:cubicBezTo>
                <a:cubicBezTo>
                  <a:pt x="4798453" y="1010645"/>
                  <a:pt x="4793799" y="1127189"/>
                  <a:pt x="4813563" y="1362070"/>
                </a:cubicBezTo>
                <a:cubicBezTo>
                  <a:pt x="4798123" y="1522564"/>
                  <a:pt x="4683440" y="1619439"/>
                  <a:pt x="4541143" y="1634490"/>
                </a:cubicBezTo>
                <a:cubicBezTo>
                  <a:pt x="4283880" y="1623165"/>
                  <a:pt x="4118631" y="1659365"/>
                  <a:pt x="3888638" y="1634490"/>
                </a:cubicBezTo>
                <a:cubicBezTo>
                  <a:pt x="3658645" y="1609615"/>
                  <a:pt x="3372929" y="1626964"/>
                  <a:pt x="3236133" y="1634490"/>
                </a:cubicBezTo>
                <a:cubicBezTo>
                  <a:pt x="3099338" y="1642016"/>
                  <a:pt x="2906189" y="1645130"/>
                  <a:pt x="2583629" y="1634490"/>
                </a:cubicBezTo>
                <a:cubicBezTo>
                  <a:pt x="2261069" y="1623850"/>
                  <a:pt x="2210095" y="1618064"/>
                  <a:pt x="2059185" y="1634490"/>
                </a:cubicBezTo>
                <a:cubicBezTo>
                  <a:pt x="1908275" y="1650916"/>
                  <a:pt x="1652086" y="1624979"/>
                  <a:pt x="1449368" y="1634490"/>
                </a:cubicBezTo>
                <a:cubicBezTo>
                  <a:pt x="1246650" y="1644001"/>
                  <a:pt x="1100334" y="1624885"/>
                  <a:pt x="839550" y="1634490"/>
                </a:cubicBezTo>
                <a:cubicBezTo>
                  <a:pt x="578766" y="1644095"/>
                  <a:pt x="555474" y="1627659"/>
                  <a:pt x="272420" y="1634490"/>
                </a:cubicBezTo>
                <a:cubicBezTo>
                  <a:pt x="92994" y="1619087"/>
                  <a:pt x="31650" y="1516601"/>
                  <a:pt x="0" y="1362070"/>
                </a:cubicBezTo>
                <a:cubicBezTo>
                  <a:pt x="-20219" y="1220159"/>
                  <a:pt x="15335" y="1043944"/>
                  <a:pt x="0" y="806349"/>
                </a:cubicBezTo>
                <a:cubicBezTo>
                  <a:pt x="-15335" y="568754"/>
                  <a:pt x="16008" y="505857"/>
                  <a:pt x="0" y="27242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132191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kumimoji="0" lang="en-US" altLang="LID4096" sz="1800" b="1" i="0" u="none" strike="noStrike" cap="none" normalizeH="0" baseline="0">
              <a:ln>
                <a:noFill/>
              </a:ln>
              <a:solidFill>
                <a:srgbClr val="2D2F3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0" lang="LID4096" altLang="LID4096" b="1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BadRequestResult</a:t>
            </a:r>
            <a:r>
              <a:rPr kumimoji="0" lang="en-US" altLang="LID4096" b="1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n-US" altLang="LID4096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 Bad Request</a:t>
            </a: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return new BadRequest();</a:t>
            </a:r>
            <a:endParaRPr lang="en-US" altLang="LID4096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sz="180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407EE-04EC-2A7D-F5D2-65841B44E110}"/>
              </a:ext>
            </a:extLst>
          </p:cNvPr>
          <p:cNvSpPr txBox="1"/>
          <p:nvPr/>
        </p:nvSpPr>
        <p:spPr>
          <a:xfrm>
            <a:off x="838199" y="3846632"/>
            <a:ext cx="4813563" cy="1634490"/>
          </a:xfrm>
          <a:custGeom>
            <a:avLst/>
            <a:gdLst>
              <a:gd name="csX0" fmla="*/ 0 w 4813563"/>
              <a:gd name="csY0" fmla="*/ 272420 h 1634490"/>
              <a:gd name="csX1" fmla="*/ 272420 w 4813563"/>
              <a:gd name="csY1" fmla="*/ 0 h 1634490"/>
              <a:gd name="csX2" fmla="*/ 839550 w 4813563"/>
              <a:gd name="csY2" fmla="*/ 0 h 1634490"/>
              <a:gd name="csX3" fmla="*/ 1406681 w 4813563"/>
              <a:gd name="csY3" fmla="*/ 0 h 1634490"/>
              <a:gd name="csX4" fmla="*/ 1973811 w 4813563"/>
              <a:gd name="csY4" fmla="*/ 0 h 1634490"/>
              <a:gd name="csX5" fmla="*/ 2498254 w 4813563"/>
              <a:gd name="csY5" fmla="*/ 0 h 1634490"/>
              <a:gd name="csX6" fmla="*/ 3022697 w 4813563"/>
              <a:gd name="csY6" fmla="*/ 0 h 1634490"/>
              <a:gd name="csX7" fmla="*/ 3504453 w 4813563"/>
              <a:gd name="csY7" fmla="*/ 0 h 1634490"/>
              <a:gd name="csX8" fmla="*/ 4541143 w 4813563"/>
              <a:gd name="csY8" fmla="*/ 0 h 1634490"/>
              <a:gd name="csX9" fmla="*/ 4813563 w 4813563"/>
              <a:gd name="csY9" fmla="*/ 272420 h 1634490"/>
              <a:gd name="csX10" fmla="*/ 4813563 w 4813563"/>
              <a:gd name="csY10" fmla="*/ 817245 h 1634490"/>
              <a:gd name="csX11" fmla="*/ 4813563 w 4813563"/>
              <a:gd name="csY11" fmla="*/ 1362070 h 1634490"/>
              <a:gd name="csX12" fmla="*/ 4541143 w 4813563"/>
              <a:gd name="csY12" fmla="*/ 1634490 h 1634490"/>
              <a:gd name="csX13" fmla="*/ 3974013 w 4813563"/>
              <a:gd name="csY13" fmla="*/ 1634490 h 1634490"/>
              <a:gd name="csX14" fmla="*/ 3321508 w 4813563"/>
              <a:gd name="csY14" fmla="*/ 1634490 h 1634490"/>
              <a:gd name="csX15" fmla="*/ 2797065 w 4813563"/>
              <a:gd name="csY15" fmla="*/ 1634490 h 1634490"/>
              <a:gd name="csX16" fmla="*/ 2101873 w 4813563"/>
              <a:gd name="csY16" fmla="*/ 1634490 h 1634490"/>
              <a:gd name="csX17" fmla="*/ 1492055 w 4813563"/>
              <a:gd name="csY17" fmla="*/ 1634490 h 1634490"/>
              <a:gd name="csX18" fmla="*/ 1010299 w 4813563"/>
              <a:gd name="csY18" fmla="*/ 1634490 h 1634490"/>
              <a:gd name="csX19" fmla="*/ 272420 w 4813563"/>
              <a:gd name="csY19" fmla="*/ 1634490 h 1634490"/>
              <a:gd name="csX20" fmla="*/ 0 w 4813563"/>
              <a:gd name="csY20" fmla="*/ 1362070 h 1634490"/>
              <a:gd name="csX21" fmla="*/ 0 w 4813563"/>
              <a:gd name="csY21" fmla="*/ 806349 h 1634490"/>
              <a:gd name="csX22" fmla="*/ 0 w 4813563"/>
              <a:gd name="csY22" fmla="*/ 272420 h 1634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813563" h="1634490" fill="none" extrusionOk="0">
                <a:moveTo>
                  <a:pt x="0" y="272420"/>
                </a:moveTo>
                <a:cubicBezTo>
                  <a:pt x="4099" y="127871"/>
                  <a:pt x="147646" y="6167"/>
                  <a:pt x="272420" y="0"/>
                </a:cubicBezTo>
                <a:cubicBezTo>
                  <a:pt x="438945" y="5690"/>
                  <a:pt x="716411" y="-16666"/>
                  <a:pt x="839550" y="0"/>
                </a:cubicBezTo>
                <a:cubicBezTo>
                  <a:pt x="962689" y="16666"/>
                  <a:pt x="1272507" y="1778"/>
                  <a:pt x="1406681" y="0"/>
                </a:cubicBezTo>
                <a:cubicBezTo>
                  <a:pt x="1540855" y="-1778"/>
                  <a:pt x="1702051" y="26922"/>
                  <a:pt x="1973811" y="0"/>
                </a:cubicBezTo>
                <a:cubicBezTo>
                  <a:pt x="2245571" y="-26922"/>
                  <a:pt x="2268642" y="20357"/>
                  <a:pt x="2498254" y="0"/>
                </a:cubicBezTo>
                <a:cubicBezTo>
                  <a:pt x="2727866" y="-20357"/>
                  <a:pt x="2816663" y="-6016"/>
                  <a:pt x="3022697" y="0"/>
                </a:cubicBezTo>
                <a:cubicBezTo>
                  <a:pt x="3228731" y="6016"/>
                  <a:pt x="3349463" y="-6722"/>
                  <a:pt x="3504453" y="0"/>
                </a:cubicBezTo>
                <a:cubicBezTo>
                  <a:pt x="3659443" y="6722"/>
                  <a:pt x="4317786" y="14475"/>
                  <a:pt x="4541143" y="0"/>
                </a:cubicBezTo>
                <a:cubicBezTo>
                  <a:pt x="4672119" y="12289"/>
                  <a:pt x="4801050" y="155277"/>
                  <a:pt x="4813563" y="272420"/>
                </a:cubicBezTo>
                <a:cubicBezTo>
                  <a:pt x="4828414" y="411815"/>
                  <a:pt x="4788265" y="614132"/>
                  <a:pt x="4813563" y="817245"/>
                </a:cubicBezTo>
                <a:cubicBezTo>
                  <a:pt x="4838861" y="1020359"/>
                  <a:pt x="4790479" y="1155542"/>
                  <a:pt x="4813563" y="1362070"/>
                </a:cubicBezTo>
                <a:cubicBezTo>
                  <a:pt x="4844117" y="1530418"/>
                  <a:pt x="4703456" y="1632051"/>
                  <a:pt x="4541143" y="1634490"/>
                </a:cubicBezTo>
                <a:cubicBezTo>
                  <a:pt x="4355944" y="1616629"/>
                  <a:pt x="4252055" y="1617695"/>
                  <a:pt x="3974013" y="1634490"/>
                </a:cubicBezTo>
                <a:cubicBezTo>
                  <a:pt x="3695971" y="1651286"/>
                  <a:pt x="3601598" y="1601885"/>
                  <a:pt x="3321508" y="1634490"/>
                </a:cubicBezTo>
                <a:cubicBezTo>
                  <a:pt x="3041418" y="1667095"/>
                  <a:pt x="2968662" y="1655275"/>
                  <a:pt x="2797065" y="1634490"/>
                </a:cubicBezTo>
                <a:cubicBezTo>
                  <a:pt x="2625468" y="1613705"/>
                  <a:pt x="2374441" y="1602649"/>
                  <a:pt x="2101873" y="1634490"/>
                </a:cubicBezTo>
                <a:cubicBezTo>
                  <a:pt x="1829305" y="1666331"/>
                  <a:pt x="1745637" y="1634725"/>
                  <a:pt x="1492055" y="1634490"/>
                </a:cubicBezTo>
                <a:cubicBezTo>
                  <a:pt x="1238473" y="1634255"/>
                  <a:pt x="1151013" y="1636648"/>
                  <a:pt x="1010299" y="1634490"/>
                </a:cubicBezTo>
                <a:cubicBezTo>
                  <a:pt x="869585" y="1632332"/>
                  <a:pt x="606350" y="1640333"/>
                  <a:pt x="272420" y="1634490"/>
                </a:cubicBezTo>
                <a:cubicBezTo>
                  <a:pt x="112484" y="1630641"/>
                  <a:pt x="-29443" y="1511721"/>
                  <a:pt x="0" y="1362070"/>
                </a:cubicBezTo>
                <a:cubicBezTo>
                  <a:pt x="-6866" y="1092851"/>
                  <a:pt x="2687" y="961456"/>
                  <a:pt x="0" y="806349"/>
                </a:cubicBezTo>
                <a:cubicBezTo>
                  <a:pt x="-2687" y="651242"/>
                  <a:pt x="-2109" y="515179"/>
                  <a:pt x="0" y="272420"/>
                </a:cubicBezTo>
                <a:close/>
              </a:path>
              <a:path w="4813563" h="1634490" stroke="0" extrusionOk="0">
                <a:moveTo>
                  <a:pt x="0" y="272420"/>
                </a:moveTo>
                <a:cubicBezTo>
                  <a:pt x="-13557" y="129580"/>
                  <a:pt x="105528" y="-19725"/>
                  <a:pt x="272420" y="0"/>
                </a:cubicBezTo>
                <a:cubicBezTo>
                  <a:pt x="450123" y="-11000"/>
                  <a:pt x="677838" y="-7115"/>
                  <a:pt x="796863" y="0"/>
                </a:cubicBezTo>
                <a:cubicBezTo>
                  <a:pt x="915888" y="7115"/>
                  <a:pt x="1213145" y="-12908"/>
                  <a:pt x="1406681" y="0"/>
                </a:cubicBezTo>
                <a:cubicBezTo>
                  <a:pt x="1600217" y="12908"/>
                  <a:pt x="1647839" y="9328"/>
                  <a:pt x="1888437" y="0"/>
                </a:cubicBezTo>
                <a:cubicBezTo>
                  <a:pt x="2129035" y="-9328"/>
                  <a:pt x="2195953" y="4074"/>
                  <a:pt x="2370192" y="0"/>
                </a:cubicBezTo>
                <a:cubicBezTo>
                  <a:pt x="2544431" y="-4074"/>
                  <a:pt x="2826807" y="-5286"/>
                  <a:pt x="3065384" y="0"/>
                </a:cubicBezTo>
                <a:cubicBezTo>
                  <a:pt x="3303961" y="5286"/>
                  <a:pt x="3560133" y="-33282"/>
                  <a:pt x="3760577" y="0"/>
                </a:cubicBezTo>
                <a:cubicBezTo>
                  <a:pt x="3961021" y="33282"/>
                  <a:pt x="4359210" y="36030"/>
                  <a:pt x="4541143" y="0"/>
                </a:cubicBezTo>
                <a:cubicBezTo>
                  <a:pt x="4674979" y="26543"/>
                  <a:pt x="4815278" y="102133"/>
                  <a:pt x="4813563" y="272420"/>
                </a:cubicBezTo>
                <a:cubicBezTo>
                  <a:pt x="4825727" y="536613"/>
                  <a:pt x="4828673" y="623845"/>
                  <a:pt x="4813563" y="817245"/>
                </a:cubicBezTo>
                <a:cubicBezTo>
                  <a:pt x="4798453" y="1010645"/>
                  <a:pt x="4793799" y="1127189"/>
                  <a:pt x="4813563" y="1362070"/>
                </a:cubicBezTo>
                <a:cubicBezTo>
                  <a:pt x="4798123" y="1522564"/>
                  <a:pt x="4683440" y="1619439"/>
                  <a:pt x="4541143" y="1634490"/>
                </a:cubicBezTo>
                <a:cubicBezTo>
                  <a:pt x="4283880" y="1623165"/>
                  <a:pt x="4118631" y="1659365"/>
                  <a:pt x="3888638" y="1634490"/>
                </a:cubicBezTo>
                <a:cubicBezTo>
                  <a:pt x="3658645" y="1609615"/>
                  <a:pt x="3372929" y="1626964"/>
                  <a:pt x="3236133" y="1634490"/>
                </a:cubicBezTo>
                <a:cubicBezTo>
                  <a:pt x="3099338" y="1642016"/>
                  <a:pt x="2906189" y="1645130"/>
                  <a:pt x="2583629" y="1634490"/>
                </a:cubicBezTo>
                <a:cubicBezTo>
                  <a:pt x="2261069" y="1623850"/>
                  <a:pt x="2210095" y="1618064"/>
                  <a:pt x="2059185" y="1634490"/>
                </a:cubicBezTo>
                <a:cubicBezTo>
                  <a:pt x="1908275" y="1650916"/>
                  <a:pt x="1652086" y="1624979"/>
                  <a:pt x="1449368" y="1634490"/>
                </a:cubicBezTo>
                <a:cubicBezTo>
                  <a:pt x="1246650" y="1644001"/>
                  <a:pt x="1100334" y="1624885"/>
                  <a:pt x="839550" y="1634490"/>
                </a:cubicBezTo>
                <a:cubicBezTo>
                  <a:pt x="578766" y="1644095"/>
                  <a:pt x="555474" y="1627659"/>
                  <a:pt x="272420" y="1634490"/>
                </a:cubicBezTo>
                <a:cubicBezTo>
                  <a:pt x="92994" y="1619087"/>
                  <a:pt x="31650" y="1516601"/>
                  <a:pt x="0" y="1362070"/>
                </a:cubicBezTo>
                <a:cubicBezTo>
                  <a:pt x="-20219" y="1220159"/>
                  <a:pt x="15335" y="1043944"/>
                  <a:pt x="0" y="806349"/>
                </a:cubicBezTo>
                <a:cubicBezTo>
                  <a:pt x="-15335" y="568754"/>
                  <a:pt x="16008" y="505857"/>
                  <a:pt x="0" y="27242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132191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kumimoji="0" lang="en-US" altLang="LID4096" sz="1800" b="1" i="0" u="none" strike="noStrike" cap="none" normalizeH="0" baseline="0">
              <a:ln>
                <a:noFill/>
              </a:ln>
              <a:solidFill>
                <a:srgbClr val="2D2F3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0" lang="LID4096" altLang="LID4096" b="1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NotFoundResult</a:t>
            </a:r>
            <a:r>
              <a:rPr kumimoji="0" lang="en-US" altLang="LID4096" b="1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n-US" altLang="LID4096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404 Not Found</a:t>
            </a:r>
            <a:endParaRPr kumimoji="0" lang="en-US" altLang="LID4096" b="1" i="0" u="none" strike="noStrike" cap="none" normalizeH="0" baseline="0">
              <a:ln>
                <a:noFill/>
              </a:ln>
              <a:solidFill>
                <a:srgbClr val="2D2F3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return new NotFound();</a:t>
            </a:r>
          </a:p>
          <a:p>
            <a:pPr marR="0" lvl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sz="180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F4ABE4-41D6-A0CE-9A4D-85C32B269FCE}"/>
              </a:ext>
            </a:extLst>
          </p:cNvPr>
          <p:cNvSpPr txBox="1"/>
          <p:nvPr/>
        </p:nvSpPr>
        <p:spPr>
          <a:xfrm>
            <a:off x="6009640" y="1694983"/>
            <a:ext cx="5684520" cy="1634490"/>
          </a:xfrm>
          <a:custGeom>
            <a:avLst/>
            <a:gdLst>
              <a:gd name="csX0" fmla="*/ 0 w 5684520"/>
              <a:gd name="csY0" fmla="*/ 272420 h 1634490"/>
              <a:gd name="csX1" fmla="*/ 272420 w 5684520"/>
              <a:gd name="csY1" fmla="*/ 0 h 1634490"/>
              <a:gd name="csX2" fmla="*/ 760690 w 5684520"/>
              <a:gd name="csY2" fmla="*/ 0 h 1634490"/>
              <a:gd name="csX3" fmla="*/ 1300356 w 5684520"/>
              <a:gd name="csY3" fmla="*/ 0 h 1634490"/>
              <a:gd name="csX4" fmla="*/ 1840022 w 5684520"/>
              <a:gd name="csY4" fmla="*/ 0 h 1634490"/>
              <a:gd name="csX5" fmla="*/ 2328292 w 5684520"/>
              <a:gd name="csY5" fmla="*/ 0 h 1634490"/>
              <a:gd name="csX6" fmla="*/ 2867958 w 5684520"/>
              <a:gd name="csY6" fmla="*/ 0 h 1634490"/>
              <a:gd name="csX7" fmla="*/ 3356228 w 5684520"/>
              <a:gd name="csY7" fmla="*/ 0 h 1634490"/>
              <a:gd name="csX8" fmla="*/ 3844498 w 5684520"/>
              <a:gd name="csY8" fmla="*/ 0 h 1634490"/>
              <a:gd name="csX9" fmla="*/ 4486958 w 5684520"/>
              <a:gd name="csY9" fmla="*/ 0 h 1634490"/>
              <a:gd name="csX10" fmla="*/ 5412100 w 5684520"/>
              <a:gd name="csY10" fmla="*/ 0 h 1634490"/>
              <a:gd name="csX11" fmla="*/ 5684520 w 5684520"/>
              <a:gd name="csY11" fmla="*/ 272420 h 1634490"/>
              <a:gd name="csX12" fmla="*/ 5684520 w 5684520"/>
              <a:gd name="csY12" fmla="*/ 806349 h 1634490"/>
              <a:gd name="csX13" fmla="*/ 5684520 w 5684520"/>
              <a:gd name="csY13" fmla="*/ 1362070 h 1634490"/>
              <a:gd name="csX14" fmla="*/ 5412100 w 5684520"/>
              <a:gd name="csY14" fmla="*/ 1634490 h 1634490"/>
              <a:gd name="csX15" fmla="*/ 4923830 w 5684520"/>
              <a:gd name="csY15" fmla="*/ 1634490 h 1634490"/>
              <a:gd name="csX16" fmla="*/ 4435561 w 5684520"/>
              <a:gd name="csY16" fmla="*/ 1634490 h 1634490"/>
              <a:gd name="csX17" fmla="*/ 3844498 w 5684520"/>
              <a:gd name="csY17" fmla="*/ 1634490 h 1634490"/>
              <a:gd name="csX18" fmla="*/ 3304831 w 5684520"/>
              <a:gd name="csY18" fmla="*/ 1634490 h 1634490"/>
              <a:gd name="csX19" fmla="*/ 2713768 w 5684520"/>
              <a:gd name="csY19" fmla="*/ 1634490 h 1634490"/>
              <a:gd name="csX20" fmla="*/ 2174102 w 5684520"/>
              <a:gd name="csY20" fmla="*/ 1634490 h 1634490"/>
              <a:gd name="csX21" fmla="*/ 1428848 w 5684520"/>
              <a:gd name="csY21" fmla="*/ 1634490 h 1634490"/>
              <a:gd name="csX22" fmla="*/ 837785 w 5684520"/>
              <a:gd name="csY22" fmla="*/ 1634490 h 1634490"/>
              <a:gd name="csX23" fmla="*/ 272420 w 5684520"/>
              <a:gd name="csY23" fmla="*/ 1634490 h 1634490"/>
              <a:gd name="csX24" fmla="*/ 0 w 5684520"/>
              <a:gd name="csY24" fmla="*/ 1362070 h 1634490"/>
              <a:gd name="csX25" fmla="*/ 0 w 5684520"/>
              <a:gd name="csY25" fmla="*/ 839038 h 1634490"/>
              <a:gd name="csX26" fmla="*/ 0 w 5684520"/>
              <a:gd name="csY26" fmla="*/ 272420 h 1634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684520" h="1634490" fill="none" extrusionOk="0">
                <a:moveTo>
                  <a:pt x="0" y="272420"/>
                </a:moveTo>
                <a:cubicBezTo>
                  <a:pt x="33833" y="126179"/>
                  <a:pt x="130065" y="-6229"/>
                  <a:pt x="272420" y="0"/>
                </a:cubicBezTo>
                <a:cubicBezTo>
                  <a:pt x="436832" y="18882"/>
                  <a:pt x="635060" y="740"/>
                  <a:pt x="760690" y="0"/>
                </a:cubicBezTo>
                <a:cubicBezTo>
                  <a:pt x="886320" y="-740"/>
                  <a:pt x="1135064" y="-10839"/>
                  <a:pt x="1300356" y="0"/>
                </a:cubicBezTo>
                <a:cubicBezTo>
                  <a:pt x="1465648" y="10839"/>
                  <a:pt x="1642877" y="13260"/>
                  <a:pt x="1840022" y="0"/>
                </a:cubicBezTo>
                <a:cubicBezTo>
                  <a:pt x="2037167" y="-13260"/>
                  <a:pt x="2206600" y="-7418"/>
                  <a:pt x="2328292" y="0"/>
                </a:cubicBezTo>
                <a:cubicBezTo>
                  <a:pt x="2449984" y="7418"/>
                  <a:pt x="2699327" y="8014"/>
                  <a:pt x="2867958" y="0"/>
                </a:cubicBezTo>
                <a:cubicBezTo>
                  <a:pt x="3036589" y="-8014"/>
                  <a:pt x="3113055" y="19731"/>
                  <a:pt x="3356228" y="0"/>
                </a:cubicBezTo>
                <a:cubicBezTo>
                  <a:pt x="3599401" y="-19731"/>
                  <a:pt x="3681160" y="-20645"/>
                  <a:pt x="3844498" y="0"/>
                </a:cubicBezTo>
                <a:cubicBezTo>
                  <a:pt x="4007836" y="20645"/>
                  <a:pt x="4326946" y="-19081"/>
                  <a:pt x="4486958" y="0"/>
                </a:cubicBezTo>
                <a:cubicBezTo>
                  <a:pt x="4646970" y="19081"/>
                  <a:pt x="5146751" y="42706"/>
                  <a:pt x="5412100" y="0"/>
                </a:cubicBezTo>
                <a:cubicBezTo>
                  <a:pt x="5593107" y="17895"/>
                  <a:pt x="5696380" y="119528"/>
                  <a:pt x="5684520" y="272420"/>
                </a:cubicBezTo>
                <a:cubicBezTo>
                  <a:pt x="5679730" y="395332"/>
                  <a:pt x="5697028" y="625082"/>
                  <a:pt x="5684520" y="806349"/>
                </a:cubicBezTo>
                <a:cubicBezTo>
                  <a:pt x="5672012" y="987616"/>
                  <a:pt x="5689499" y="1152470"/>
                  <a:pt x="5684520" y="1362070"/>
                </a:cubicBezTo>
                <a:cubicBezTo>
                  <a:pt x="5675530" y="1485350"/>
                  <a:pt x="5572293" y="1636211"/>
                  <a:pt x="5412100" y="1634490"/>
                </a:cubicBezTo>
                <a:cubicBezTo>
                  <a:pt x="5234689" y="1644760"/>
                  <a:pt x="5070488" y="1617209"/>
                  <a:pt x="4923830" y="1634490"/>
                </a:cubicBezTo>
                <a:cubicBezTo>
                  <a:pt x="4777172" y="1651772"/>
                  <a:pt x="4581629" y="1623233"/>
                  <a:pt x="4435561" y="1634490"/>
                </a:cubicBezTo>
                <a:cubicBezTo>
                  <a:pt x="4289493" y="1645747"/>
                  <a:pt x="3973593" y="1639831"/>
                  <a:pt x="3844498" y="1634490"/>
                </a:cubicBezTo>
                <a:cubicBezTo>
                  <a:pt x="3715403" y="1629149"/>
                  <a:pt x="3457978" y="1658486"/>
                  <a:pt x="3304831" y="1634490"/>
                </a:cubicBezTo>
                <a:cubicBezTo>
                  <a:pt x="3151684" y="1610494"/>
                  <a:pt x="2947349" y="1633379"/>
                  <a:pt x="2713768" y="1634490"/>
                </a:cubicBezTo>
                <a:cubicBezTo>
                  <a:pt x="2480187" y="1635601"/>
                  <a:pt x="2356832" y="1622677"/>
                  <a:pt x="2174102" y="1634490"/>
                </a:cubicBezTo>
                <a:cubicBezTo>
                  <a:pt x="1991372" y="1646303"/>
                  <a:pt x="1781368" y="1658705"/>
                  <a:pt x="1428848" y="1634490"/>
                </a:cubicBezTo>
                <a:cubicBezTo>
                  <a:pt x="1076328" y="1610275"/>
                  <a:pt x="974534" y="1642287"/>
                  <a:pt x="837785" y="1634490"/>
                </a:cubicBezTo>
                <a:cubicBezTo>
                  <a:pt x="701036" y="1626693"/>
                  <a:pt x="465938" y="1631545"/>
                  <a:pt x="272420" y="1634490"/>
                </a:cubicBezTo>
                <a:cubicBezTo>
                  <a:pt x="88673" y="1640335"/>
                  <a:pt x="-4670" y="1488772"/>
                  <a:pt x="0" y="1362070"/>
                </a:cubicBezTo>
                <a:cubicBezTo>
                  <a:pt x="11322" y="1209201"/>
                  <a:pt x="3715" y="1081124"/>
                  <a:pt x="0" y="839038"/>
                </a:cubicBezTo>
                <a:cubicBezTo>
                  <a:pt x="-3715" y="596952"/>
                  <a:pt x="11820" y="388613"/>
                  <a:pt x="0" y="272420"/>
                </a:cubicBezTo>
                <a:close/>
              </a:path>
              <a:path w="5684520" h="1634490" stroke="0" extrusionOk="0">
                <a:moveTo>
                  <a:pt x="0" y="272420"/>
                </a:moveTo>
                <a:cubicBezTo>
                  <a:pt x="-13557" y="129580"/>
                  <a:pt x="105528" y="-19725"/>
                  <a:pt x="272420" y="0"/>
                </a:cubicBezTo>
                <a:cubicBezTo>
                  <a:pt x="471378" y="4418"/>
                  <a:pt x="663873" y="2049"/>
                  <a:pt x="812086" y="0"/>
                </a:cubicBezTo>
                <a:cubicBezTo>
                  <a:pt x="960299" y="-2049"/>
                  <a:pt x="1213896" y="24204"/>
                  <a:pt x="1454546" y="0"/>
                </a:cubicBezTo>
                <a:cubicBezTo>
                  <a:pt x="1695196" y="-24204"/>
                  <a:pt x="1770526" y="21976"/>
                  <a:pt x="1942816" y="0"/>
                </a:cubicBezTo>
                <a:cubicBezTo>
                  <a:pt x="2115106" y="-21976"/>
                  <a:pt x="2232673" y="17911"/>
                  <a:pt x="2431086" y="0"/>
                </a:cubicBezTo>
                <a:cubicBezTo>
                  <a:pt x="2629499" y="-17911"/>
                  <a:pt x="2917729" y="260"/>
                  <a:pt x="3176339" y="0"/>
                </a:cubicBezTo>
                <a:cubicBezTo>
                  <a:pt x="3434949" y="-260"/>
                  <a:pt x="3761156" y="-30823"/>
                  <a:pt x="3921593" y="0"/>
                </a:cubicBezTo>
                <a:cubicBezTo>
                  <a:pt x="4082030" y="30823"/>
                  <a:pt x="4300338" y="-12130"/>
                  <a:pt x="4409862" y="0"/>
                </a:cubicBezTo>
                <a:cubicBezTo>
                  <a:pt x="4519386" y="12130"/>
                  <a:pt x="5148865" y="-5527"/>
                  <a:pt x="5412100" y="0"/>
                </a:cubicBezTo>
                <a:cubicBezTo>
                  <a:pt x="5563792" y="-9416"/>
                  <a:pt x="5690432" y="132790"/>
                  <a:pt x="5684520" y="272420"/>
                </a:cubicBezTo>
                <a:cubicBezTo>
                  <a:pt x="5699889" y="399394"/>
                  <a:pt x="5676742" y="629576"/>
                  <a:pt x="5684520" y="795452"/>
                </a:cubicBezTo>
                <a:cubicBezTo>
                  <a:pt x="5692298" y="961328"/>
                  <a:pt x="5666003" y="1115382"/>
                  <a:pt x="5684520" y="1362070"/>
                </a:cubicBezTo>
                <a:cubicBezTo>
                  <a:pt x="5705574" y="1527675"/>
                  <a:pt x="5552190" y="1666679"/>
                  <a:pt x="5412100" y="1634490"/>
                </a:cubicBezTo>
                <a:cubicBezTo>
                  <a:pt x="5271095" y="1643356"/>
                  <a:pt x="4978073" y="1634133"/>
                  <a:pt x="4821037" y="1634490"/>
                </a:cubicBezTo>
                <a:cubicBezTo>
                  <a:pt x="4664001" y="1634847"/>
                  <a:pt x="4356343" y="1639671"/>
                  <a:pt x="4127180" y="1634490"/>
                </a:cubicBezTo>
                <a:cubicBezTo>
                  <a:pt x="3898017" y="1629309"/>
                  <a:pt x="3703528" y="1628592"/>
                  <a:pt x="3587514" y="1634490"/>
                </a:cubicBezTo>
                <a:cubicBezTo>
                  <a:pt x="3471500" y="1640388"/>
                  <a:pt x="3183036" y="1652195"/>
                  <a:pt x="2945054" y="1634490"/>
                </a:cubicBezTo>
                <a:cubicBezTo>
                  <a:pt x="2707072" y="1616785"/>
                  <a:pt x="2569017" y="1641016"/>
                  <a:pt x="2302594" y="1634490"/>
                </a:cubicBezTo>
                <a:cubicBezTo>
                  <a:pt x="2036171" y="1627964"/>
                  <a:pt x="1980150" y="1660302"/>
                  <a:pt x="1762927" y="1634490"/>
                </a:cubicBezTo>
                <a:cubicBezTo>
                  <a:pt x="1545704" y="1608678"/>
                  <a:pt x="1294511" y="1654014"/>
                  <a:pt x="1120467" y="1634490"/>
                </a:cubicBezTo>
                <a:cubicBezTo>
                  <a:pt x="946423" y="1614966"/>
                  <a:pt x="546198" y="1663678"/>
                  <a:pt x="272420" y="1634490"/>
                </a:cubicBezTo>
                <a:cubicBezTo>
                  <a:pt x="105531" y="1623143"/>
                  <a:pt x="-10335" y="1512669"/>
                  <a:pt x="0" y="1362070"/>
                </a:cubicBezTo>
                <a:cubicBezTo>
                  <a:pt x="4689" y="1110346"/>
                  <a:pt x="-1781" y="990061"/>
                  <a:pt x="0" y="806349"/>
                </a:cubicBezTo>
                <a:cubicBezTo>
                  <a:pt x="1781" y="622637"/>
                  <a:pt x="-18374" y="465937"/>
                  <a:pt x="0" y="27242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132191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kumimoji="0" lang="en-US" altLang="LID4096" sz="1800" b="1" i="0" u="none" strike="noStrike" cap="none" normalizeH="0" baseline="0">
              <a:ln>
                <a:noFill/>
              </a:ln>
              <a:solidFill>
                <a:srgbClr val="2D2F3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UnauthorizedResult</a:t>
            </a:r>
            <a:r>
              <a:rPr kumimoji="0" lang="en-US" altLang="LID4096" sz="1800" b="1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n-US" altLang="LID4096" sz="1800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401 Unauthorized</a:t>
            </a:r>
            <a:endParaRPr kumimoji="0" lang="en-US" altLang="LID4096" i="0" u="none" strike="noStrike" cap="none" normalizeH="0" baseline="0">
              <a:ln>
                <a:noFill/>
              </a:ln>
              <a:solidFill>
                <a:srgbClr val="2D2F3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return new Unauthorized();</a:t>
            </a:r>
          </a:p>
          <a:p>
            <a:pPr marR="0" lvl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sz="180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049D9B-3FA2-2156-195C-A84352955636}"/>
              </a:ext>
            </a:extLst>
          </p:cNvPr>
          <p:cNvSpPr txBox="1"/>
          <p:nvPr/>
        </p:nvSpPr>
        <p:spPr>
          <a:xfrm>
            <a:off x="6009639" y="3846632"/>
            <a:ext cx="5684521" cy="1634490"/>
          </a:xfrm>
          <a:custGeom>
            <a:avLst/>
            <a:gdLst>
              <a:gd name="csX0" fmla="*/ 0 w 5684521"/>
              <a:gd name="csY0" fmla="*/ 272420 h 1634490"/>
              <a:gd name="csX1" fmla="*/ 272420 w 5684521"/>
              <a:gd name="csY1" fmla="*/ 0 h 1634490"/>
              <a:gd name="csX2" fmla="*/ 760690 w 5684521"/>
              <a:gd name="csY2" fmla="*/ 0 h 1634490"/>
              <a:gd name="csX3" fmla="*/ 1300356 w 5684521"/>
              <a:gd name="csY3" fmla="*/ 0 h 1634490"/>
              <a:gd name="csX4" fmla="*/ 1840023 w 5684521"/>
              <a:gd name="csY4" fmla="*/ 0 h 1634490"/>
              <a:gd name="csX5" fmla="*/ 2328292 w 5684521"/>
              <a:gd name="csY5" fmla="*/ 0 h 1634490"/>
              <a:gd name="csX6" fmla="*/ 2867959 w 5684521"/>
              <a:gd name="csY6" fmla="*/ 0 h 1634490"/>
              <a:gd name="csX7" fmla="*/ 3356229 w 5684521"/>
              <a:gd name="csY7" fmla="*/ 0 h 1634490"/>
              <a:gd name="csX8" fmla="*/ 3844498 w 5684521"/>
              <a:gd name="csY8" fmla="*/ 0 h 1634490"/>
              <a:gd name="csX9" fmla="*/ 4486958 w 5684521"/>
              <a:gd name="csY9" fmla="*/ 0 h 1634490"/>
              <a:gd name="csX10" fmla="*/ 5412101 w 5684521"/>
              <a:gd name="csY10" fmla="*/ 0 h 1634490"/>
              <a:gd name="csX11" fmla="*/ 5684521 w 5684521"/>
              <a:gd name="csY11" fmla="*/ 272420 h 1634490"/>
              <a:gd name="csX12" fmla="*/ 5684521 w 5684521"/>
              <a:gd name="csY12" fmla="*/ 806349 h 1634490"/>
              <a:gd name="csX13" fmla="*/ 5684521 w 5684521"/>
              <a:gd name="csY13" fmla="*/ 1362070 h 1634490"/>
              <a:gd name="csX14" fmla="*/ 5412101 w 5684521"/>
              <a:gd name="csY14" fmla="*/ 1634490 h 1634490"/>
              <a:gd name="csX15" fmla="*/ 4923831 w 5684521"/>
              <a:gd name="csY15" fmla="*/ 1634490 h 1634490"/>
              <a:gd name="csX16" fmla="*/ 4435562 w 5684521"/>
              <a:gd name="csY16" fmla="*/ 1634490 h 1634490"/>
              <a:gd name="csX17" fmla="*/ 3844498 w 5684521"/>
              <a:gd name="csY17" fmla="*/ 1634490 h 1634490"/>
              <a:gd name="csX18" fmla="*/ 3304832 w 5684521"/>
              <a:gd name="csY18" fmla="*/ 1634490 h 1634490"/>
              <a:gd name="csX19" fmla="*/ 2713768 w 5684521"/>
              <a:gd name="csY19" fmla="*/ 1634490 h 1634490"/>
              <a:gd name="csX20" fmla="*/ 2174102 w 5684521"/>
              <a:gd name="csY20" fmla="*/ 1634490 h 1634490"/>
              <a:gd name="csX21" fmla="*/ 1428848 w 5684521"/>
              <a:gd name="csY21" fmla="*/ 1634490 h 1634490"/>
              <a:gd name="csX22" fmla="*/ 837785 w 5684521"/>
              <a:gd name="csY22" fmla="*/ 1634490 h 1634490"/>
              <a:gd name="csX23" fmla="*/ 272420 w 5684521"/>
              <a:gd name="csY23" fmla="*/ 1634490 h 1634490"/>
              <a:gd name="csX24" fmla="*/ 0 w 5684521"/>
              <a:gd name="csY24" fmla="*/ 1362070 h 1634490"/>
              <a:gd name="csX25" fmla="*/ 0 w 5684521"/>
              <a:gd name="csY25" fmla="*/ 839038 h 1634490"/>
              <a:gd name="csX26" fmla="*/ 0 w 5684521"/>
              <a:gd name="csY26" fmla="*/ 272420 h 1634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684521" h="1634490" fill="none" extrusionOk="0">
                <a:moveTo>
                  <a:pt x="0" y="272420"/>
                </a:moveTo>
                <a:cubicBezTo>
                  <a:pt x="33833" y="126179"/>
                  <a:pt x="130065" y="-6229"/>
                  <a:pt x="272420" y="0"/>
                </a:cubicBezTo>
                <a:cubicBezTo>
                  <a:pt x="436832" y="18882"/>
                  <a:pt x="635060" y="740"/>
                  <a:pt x="760690" y="0"/>
                </a:cubicBezTo>
                <a:cubicBezTo>
                  <a:pt x="886320" y="-740"/>
                  <a:pt x="1135064" y="-10839"/>
                  <a:pt x="1300356" y="0"/>
                </a:cubicBezTo>
                <a:cubicBezTo>
                  <a:pt x="1465648" y="10839"/>
                  <a:pt x="1640481" y="8521"/>
                  <a:pt x="1840023" y="0"/>
                </a:cubicBezTo>
                <a:cubicBezTo>
                  <a:pt x="2039565" y="-8521"/>
                  <a:pt x="2213539" y="-954"/>
                  <a:pt x="2328292" y="0"/>
                </a:cubicBezTo>
                <a:cubicBezTo>
                  <a:pt x="2443045" y="954"/>
                  <a:pt x="2691836" y="3413"/>
                  <a:pt x="2867959" y="0"/>
                </a:cubicBezTo>
                <a:cubicBezTo>
                  <a:pt x="3044082" y="-3413"/>
                  <a:pt x="3113056" y="19731"/>
                  <a:pt x="3356229" y="0"/>
                </a:cubicBezTo>
                <a:cubicBezTo>
                  <a:pt x="3599402" y="-19731"/>
                  <a:pt x="3689732" y="-15223"/>
                  <a:pt x="3844498" y="0"/>
                </a:cubicBezTo>
                <a:cubicBezTo>
                  <a:pt x="3999264" y="15223"/>
                  <a:pt x="4326946" y="-19081"/>
                  <a:pt x="4486958" y="0"/>
                </a:cubicBezTo>
                <a:cubicBezTo>
                  <a:pt x="4646970" y="19081"/>
                  <a:pt x="5142629" y="41961"/>
                  <a:pt x="5412101" y="0"/>
                </a:cubicBezTo>
                <a:cubicBezTo>
                  <a:pt x="5593108" y="17895"/>
                  <a:pt x="5696381" y="119528"/>
                  <a:pt x="5684521" y="272420"/>
                </a:cubicBezTo>
                <a:cubicBezTo>
                  <a:pt x="5679731" y="395332"/>
                  <a:pt x="5697029" y="625082"/>
                  <a:pt x="5684521" y="806349"/>
                </a:cubicBezTo>
                <a:cubicBezTo>
                  <a:pt x="5672013" y="987616"/>
                  <a:pt x="5689500" y="1152470"/>
                  <a:pt x="5684521" y="1362070"/>
                </a:cubicBezTo>
                <a:cubicBezTo>
                  <a:pt x="5675531" y="1485350"/>
                  <a:pt x="5572294" y="1636211"/>
                  <a:pt x="5412101" y="1634490"/>
                </a:cubicBezTo>
                <a:cubicBezTo>
                  <a:pt x="5234690" y="1644760"/>
                  <a:pt x="5070489" y="1617209"/>
                  <a:pt x="4923831" y="1634490"/>
                </a:cubicBezTo>
                <a:cubicBezTo>
                  <a:pt x="4777173" y="1651772"/>
                  <a:pt x="4581630" y="1623233"/>
                  <a:pt x="4435562" y="1634490"/>
                </a:cubicBezTo>
                <a:cubicBezTo>
                  <a:pt x="4289494" y="1645747"/>
                  <a:pt x="3976390" y="1646094"/>
                  <a:pt x="3844498" y="1634490"/>
                </a:cubicBezTo>
                <a:cubicBezTo>
                  <a:pt x="3712606" y="1622886"/>
                  <a:pt x="3457320" y="1654428"/>
                  <a:pt x="3304832" y="1634490"/>
                </a:cubicBezTo>
                <a:cubicBezTo>
                  <a:pt x="3152344" y="1614552"/>
                  <a:pt x="2952972" y="1637459"/>
                  <a:pt x="2713768" y="1634490"/>
                </a:cubicBezTo>
                <a:cubicBezTo>
                  <a:pt x="2474564" y="1631521"/>
                  <a:pt x="2356832" y="1622677"/>
                  <a:pt x="2174102" y="1634490"/>
                </a:cubicBezTo>
                <a:cubicBezTo>
                  <a:pt x="1991372" y="1646303"/>
                  <a:pt x="1781368" y="1658705"/>
                  <a:pt x="1428848" y="1634490"/>
                </a:cubicBezTo>
                <a:cubicBezTo>
                  <a:pt x="1076328" y="1610275"/>
                  <a:pt x="974534" y="1642287"/>
                  <a:pt x="837785" y="1634490"/>
                </a:cubicBezTo>
                <a:cubicBezTo>
                  <a:pt x="701036" y="1626693"/>
                  <a:pt x="465938" y="1631545"/>
                  <a:pt x="272420" y="1634490"/>
                </a:cubicBezTo>
                <a:cubicBezTo>
                  <a:pt x="88673" y="1640335"/>
                  <a:pt x="-4670" y="1488772"/>
                  <a:pt x="0" y="1362070"/>
                </a:cubicBezTo>
                <a:cubicBezTo>
                  <a:pt x="11322" y="1209201"/>
                  <a:pt x="3715" y="1081124"/>
                  <a:pt x="0" y="839038"/>
                </a:cubicBezTo>
                <a:cubicBezTo>
                  <a:pt x="-3715" y="596952"/>
                  <a:pt x="11820" y="388613"/>
                  <a:pt x="0" y="272420"/>
                </a:cubicBezTo>
                <a:close/>
              </a:path>
              <a:path w="5684521" h="1634490" stroke="0" extrusionOk="0">
                <a:moveTo>
                  <a:pt x="0" y="272420"/>
                </a:moveTo>
                <a:cubicBezTo>
                  <a:pt x="-13557" y="129580"/>
                  <a:pt x="105528" y="-19725"/>
                  <a:pt x="272420" y="0"/>
                </a:cubicBezTo>
                <a:cubicBezTo>
                  <a:pt x="469271" y="95"/>
                  <a:pt x="660772" y="968"/>
                  <a:pt x="812087" y="0"/>
                </a:cubicBezTo>
                <a:cubicBezTo>
                  <a:pt x="963402" y="-968"/>
                  <a:pt x="1213897" y="24204"/>
                  <a:pt x="1454547" y="0"/>
                </a:cubicBezTo>
                <a:cubicBezTo>
                  <a:pt x="1695197" y="-24204"/>
                  <a:pt x="1777504" y="22676"/>
                  <a:pt x="1942816" y="0"/>
                </a:cubicBezTo>
                <a:cubicBezTo>
                  <a:pt x="2108128" y="-22676"/>
                  <a:pt x="2232673" y="17911"/>
                  <a:pt x="2431086" y="0"/>
                </a:cubicBezTo>
                <a:cubicBezTo>
                  <a:pt x="2629499" y="-17911"/>
                  <a:pt x="2916525" y="-4509"/>
                  <a:pt x="3176340" y="0"/>
                </a:cubicBezTo>
                <a:cubicBezTo>
                  <a:pt x="3436155" y="4509"/>
                  <a:pt x="3761157" y="-30823"/>
                  <a:pt x="3921594" y="0"/>
                </a:cubicBezTo>
                <a:cubicBezTo>
                  <a:pt x="4082031" y="30823"/>
                  <a:pt x="4300339" y="-12130"/>
                  <a:pt x="4409863" y="0"/>
                </a:cubicBezTo>
                <a:cubicBezTo>
                  <a:pt x="4519387" y="12130"/>
                  <a:pt x="5148866" y="-5527"/>
                  <a:pt x="5412101" y="0"/>
                </a:cubicBezTo>
                <a:cubicBezTo>
                  <a:pt x="5563793" y="-9416"/>
                  <a:pt x="5690433" y="132790"/>
                  <a:pt x="5684521" y="272420"/>
                </a:cubicBezTo>
                <a:cubicBezTo>
                  <a:pt x="5699890" y="399394"/>
                  <a:pt x="5676743" y="629576"/>
                  <a:pt x="5684521" y="795452"/>
                </a:cubicBezTo>
                <a:cubicBezTo>
                  <a:pt x="5692299" y="961328"/>
                  <a:pt x="5666004" y="1115382"/>
                  <a:pt x="5684521" y="1362070"/>
                </a:cubicBezTo>
                <a:cubicBezTo>
                  <a:pt x="5705575" y="1527675"/>
                  <a:pt x="5552191" y="1666679"/>
                  <a:pt x="5412101" y="1634490"/>
                </a:cubicBezTo>
                <a:cubicBezTo>
                  <a:pt x="5271096" y="1643356"/>
                  <a:pt x="4978074" y="1634133"/>
                  <a:pt x="4821038" y="1634490"/>
                </a:cubicBezTo>
                <a:cubicBezTo>
                  <a:pt x="4664002" y="1634847"/>
                  <a:pt x="4356344" y="1639671"/>
                  <a:pt x="4127181" y="1634490"/>
                </a:cubicBezTo>
                <a:cubicBezTo>
                  <a:pt x="3898018" y="1629309"/>
                  <a:pt x="3709758" y="1632840"/>
                  <a:pt x="3587514" y="1634490"/>
                </a:cubicBezTo>
                <a:cubicBezTo>
                  <a:pt x="3465270" y="1636140"/>
                  <a:pt x="3183036" y="1652195"/>
                  <a:pt x="2945054" y="1634490"/>
                </a:cubicBezTo>
                <a:cubicBezTo>
                  <a:pt x="2707072" y="1616785"/>
                  <a:pt x="2569017" y="1641016"/>
                  <a:pt x="2302594" y="1634490"/>
                </a:cubicBezTo>
                <a:cubicBezTo>
                  <a:pt x="2036171" y="1627964"/>
                  <a:pt x="1980150" y="1660302"/>
                  <a:pt x="1762927" y="1634490"/>
                </a:cubicBezTo>
                <a:cubicBezTo>
                  <a:pt x="1545704" y="1608678"/>
                  <a:pt x="1294511" y="1654014"/>
                  <a:pt x="1120467" y="1634490"/>
                </a:cubicBezTo>
                <a:cubicBezTo>
                  <a:pt x="946423" y="1614966"/>
                  <a:pt x="546198" y="1663678"/>
                  <a:pt x="272420" y="1634490"/>
                </a:cubicBezTo>
                <a:cubicBezTo>
                  <a:pt x="105531" y="1623143"/>
                  <a:pt x="-10335" y="1512669"/>
                  <a:pt x="0" y="1362070"/>
                </a:cubicBezTo>
                <a:cubicBezTo>
                  <a:pt x="4689" y="1110346"/>
                  <a:pt x="-1781" y="990061"/>
                  <a:pt x="0" y="806349"/>
                </a:cubicBezTo>
                <a:cubicBezTo>
                  <a:pt x="1781" y="622637"/>
                  <a:pt x="-18374" y="465937"/>
                  <a:pt x="0" y="27242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132191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kumimoji="0" lang="en-US" altLang="LID4096" sz="1800" b="1" i="0" u="none" strike="noStrike" cap="none" normalizeH="0" baseline="0">
              <a:ln>
                <a:noFill/>
              </a:ln>
              <a:solidFill>
                <a:srgbClr val="2D2F3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rgbClr val="2D2F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StatusCodeResult</a:t>
            </a:r>
            <a:endParaRPr kumimoji="0" lang="en-US" altLang="LID4096" b="1" i="0" u="none" strike="noStrike" cap="none" normalizeH="0" baseline="0">
              <a:ln>
                <a:noFill/>
              </a:ln>
              <a:solidFill>
                <a:srgbClr val="2D2F3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200000"/>
              </a:lnSpc>
            </a:pPr>
            <a:r>
              <a:rPr kumimoji="0" lang="LID4096" altLang="LID4096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return new StatusCode(status_code);</a:t>
            </a:r>
            <a:endParaRPr lang="LID4096"/>
          </a:p>
          <a:p>
            <a:pPr marR="0" lvl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sz="180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6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8D41CF8-5232-42BC-8D05-AFEDE2153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1256"/>
            <a:ext cx="12192000" cy="6869256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648C5-288A-725C-E2F8-E66A61F3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Routing</a:t>
            </a:r>
          </a:p>
        </p:txBody>
      </p:sp>
      <p:sp>
        <p:nvSpPr>
          <p:cNvPr id="48" name="Rounded Rectangle 5">
            <a:extLst>
              <a:ext uri="{FF2B5EF4-FFF2-40B4-BE49-F238E27FC236}">
                <a16:creationId xmlns:a16="http://schemas.microsoft.com/office/drawing/2014/main" id="{49237091-E62C-4878-AA4C-0B9995ADB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28801"/>
            <a:ext cx="10515600" cy="436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A blue square with black text&#10;&#10;Description automatically generated">
            <a:extLst>
              <a:ext uri="{FF2B5EF4-FFF2-40B4-BE49-F238E27FC236}">
                <a16:creationId xmlns:a16="http://schemas.microsoft.com/office/drawing/2014/main" id="{9688CEC4-EA2E-DFF9-84A4-F9E666F43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8240" y="2763242"/>
            <a:ext cx="9875520" cy="249356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591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CAA27-B2D7-A90A-D7FB-093719C83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Route URL - Exampales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3AFD93-F743-714B-2AB7-0AEF842BF6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21781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379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74C7C73-2A54-9840-A55A-DECC68A46B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1331612"/>
              </p:ext>
            </p:extLst>
          </p:nvPr>
        </p:nvGraphicFramePr>
        <p:xfrm>
          <a:off x="838200" y="12533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599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4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46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ADB84-D0DF-A656-9BB7-B77252D27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077" y="456602"/>
            <a:ext cx="5588883" cy="9496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Route Constraints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460" y="6189260"/>
            <a:ext cx="7831541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C564CF-72FC-648A-80E8-F52604769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563565"/>
              </p:ext>
            </p:extLst>
          </p:nvPr>
        </p:nvGraphicFramePr>
        <p:xfrm>
          <a:off x="243840" y="1620626"/>
          <a:ext cx="11704320" cy="490300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42806">
                  <a:extLst>
                    <a:ext uri="{9D8B030D-6E8A-4147-A177-3AD203B41FA5}">
                      <a16:colId xmlns:a16="http://schemas.microsoft.com/office/drawing/2014/main" val="3420941813"/>
                    </a:ext>
                  </a:extLst>
                </a:gridCol>
                <a:gridCol w="7060193">
                  <a:extLst>
                    <a:ext uri="{9D8B030D-6E8A-4147-A177-3AD203B41FA5}">
                      <a16:colId xmlns:a16="http://schemas.microsoft.com/office/drawing/2014/main" val="3578296745"/>
                    </a:ext>
                  </a:extLst>
                </a:gridCol>
                <a:gridCol w="3101321">
                  <a:extLst>
                    <a:ext uri="{9D8B030D-6E8A-4147-A177-3AD203B41FA5}">
                      <a16:colId xmlns:a16="http://schemas.microsoft.com/office/drawing/2014/main" val="1968486611"/>
                    </a:ext>
                  </a:extLst>
                </a:gridCol>
              </a:tblGrid>
              <a:tr h="24982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Constraint</a:t>
                      </a:r>
                      <a:endParaRPr lang="en-US" sz="1600">
                        <a:effectLst/>
                      </a:endParaRP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  <a:endParaRPr lang="en-US" sz="16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Example</a:t>
                      </a:r>
                      <a:endParaRPr lang="en-US" sz="1600">
                        <a:effectLst/>
                      </a:endParaRP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1549565941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alpha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uppercase or lowercase Latin alphabet characters (a-z, A-Z)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x:alpha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631634307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bool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Boolean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x:bool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2361642155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datetime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DateTime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x:datetime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287115271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decimal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decimal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x:decimal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849014099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double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64-bit floating-point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x:double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3276001673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float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32-bit floating-point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{x:float}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3801692483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guid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GUID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x:guid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4289022522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int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32-bit integer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{x:int}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953997751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length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string with the specified length or within a specified range of lengths.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x:length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(6)} 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x:length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(1,20)}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2747369888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long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64-bit integer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x:long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3233283517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max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an integer with a maximum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{x:max(10)}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2263409306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maxlength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string with a maximum length.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x:maxlength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(10)}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2673234711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min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an integer with a minimum value.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x:min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(10)}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2811494063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minlength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string with a minimum length.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x:minlength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(10)}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3987264808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range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an integer within a range of values.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x:range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(10,50)}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845843432"/>
                  </a:ext>
                </a:extLst>
              </a:tr>
              <a:tr h="24982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regex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Matches a regular expression.</a:t>
                      </a:r>
                    </a:p>
                  </a:txBody>
                  <a:tcPr marL="44571" marR="44571" marT="22286" marB="22286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14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x:regex</a:t>
                      </a:r>
                      <a:r>
                        <a:rPr 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(^\d{3}-\d{3}-\d{4}$)}</a:t>
                      </a:r>
                    </a:p>
                  </a:txBody>
                  <a:tcPr marL="44571" marR="44571" marT="22286" marB="22286" anchor="ctr"/>
                </a:tc>
                <a:extLst>
                  <a:ext uri="{0D108BD9-81ED-4DB2-BD59-A6C34878D82A}">
                    <a16:rowId xmlns:a16="http://schemas.microsoft.com/office/drawing/2014/main" val="2013095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014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EEAF-E830-BEA3-181C-70B6FDE5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CRUD operations</a:t>
            </a:r>
            <a:endParaRPr lang="LID4096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40AB11-0AA2-7D8E-D42D-600F67AD1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047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090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09" name="Rectangle 719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A5EE2-D1DD-9107-9C2A-0A94D5BA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Model Binding</a:t>
            </a:r>
            <a:endParaRPr lang="LID4096" sz="4800"/>
          </a:p>
        </p:txBody>
      </p:sp>
      <p:sp>
        <p:nvSpPr>
          <p:cNvPr id="721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00C0D-A249-5812-3B12-B798C95B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0" i="0">
                <a:effectLst/>
              </a:rPr>
              <a:t>Model Binding is a feature of asp.net core that </a:t>
            </a:r>
            <a:r>
              <a:rPr lang="en-US" sz="2200" b="1" i="0">
                <a:effectLst/>
              </a:rPr>
              <a:t>reads values</a:t>
            </a:r>
            <a:r>
              <a:rPr lang="en-US" sz="2200" b="0" i="0">
                <a:effectLst/>
              </a:rPr>
              <a:t> from http requests and </a:t>
            </a:r>
            <a:r>
              <a:rPr lang="en-US" sz="2200" b="1" i="0">
                <a:effectLst/>
              </a:rPr>
              <a:t>pass them as arguments to the action method</a:t>
            </a:r>
            <a:r>
              <a:rPr lang="en-US" sz="2200" b="0" i="0">
                <a:effectLst/>
              </a:rPr>
              <a:t>.</a:t>
            </a:r>
            <a:endParaRPr lang="LID4096" sz="220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5BC28F3-B794-E67A-4EF6-4E950B634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133" y="2290936"/>
            <a:ext cx="10847541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977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B5074-A812-E88A-B41A-8CEE3BA95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Model Binder</a:t>
            </a:r>
            <a:endParaRPr lang="LID4096" sz="520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D9490AA-E097-63DC-4433-3DA3712B5A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9627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421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EB297-75E0-3D15-FEAF-D97449027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Sources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DEDE0C0-1975-DC02-9BF5-34CBCDEFB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889224"/>
            <a:ext cx="10512547" cy="436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534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2928AFF-B28C-5F34-5FAC-0B6814601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8960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5EDB3C0-894B-F703-82E1-7A645E98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Sources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7099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DF3AA-78EB-E0F8-55B1-201230AF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Validation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F8BF338-A3C9-573A-38E5-B87F2CACC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283444"/>
            <a:ext cx="10512547" cy="357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714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3064-2490-3A18-BDE6-CC0BA97DF5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8830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Validation Attributes</a:t>
            </a:r>
            <a:endParaRPr lang="LID4096"/>
          </a:p>
        </p:txBody>
      </p:sp>
      <p:graphicFrame>
        <p:nvGraphicFramePr>
          <p:cNvPr id="37" name="Rectangle 2">
            <a:extLst>
              <a:ext uri="{FF2B5EF4-FFF2-40B4-BE49-F238E27FC236}">
                <a16:creationId xmlns:a16="http://schemas.microsoft.com/office/drawing/2014/main" id="{559E64FA-77C8-39D3-D9C1-400D35AB61B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52896638"/>
              </p:ext>
            </p:extLst>
          </p:nvPr>
        </p:nvGraphicFramePr>
        <p:xfrm>
          <a:off x="838200" y="171386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1511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B6D861F1-F386-4A7D-A4BF-3BEB82DEB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58DB7-3290-BF52-D241-B2D04985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1408153"/>
            <a:ext cx="10168128" cy="1315035"/>
          </a:xfrm>
        </p:spPr>
        <p:txBody>
          <a:bodyPr>
            <a:normAutofit/>
          </a:bodyPr>
          <a:lstStyle/>
          <a:p>
            <a:r>
              <a:rPr lang="en-US" sz="4000" dirty="0"/>
              <a:t>Common WebAPI attributes</a:t>
            </a:r>
            <a:endParaRPr lang="LID4096" sz="40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7136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235E3-C968-9488-D436-22244B4F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962656"/>
            <a:ext cx="10168128" cy="262432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</a:rPr>
              <a:t>[ApiController]</a:t>
            </a:r>
          </a:p>
          <a:p>
            <a:pPr lvl="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</a:rPr>
              <a:t>[HttpMethod]</a:t>
            </a:r>
          </a:p>
          <a:p>
            <a:pPr lvl="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</a:rPr>
              <a:t>[Route]</a:t>
            </a:r>
          </a:p>
        </p:txBody>
      </p:sp>
    </p:spTree>
    <p:extLst>
      <p:ext uri="{BB962C8B-B14F-4D97-AF65-F5344CB8AC3E}">
        <p14:creationId xmlns:p14="http://schemas.microsoft.com/office/powerpoint/2010/main" val="278995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73</TotalTime>
  <Words>947</Words>
  <Application>Microsoft Office PowerPoint</Application>
  <PresentationFormat>מסך רחב</PresentationFormat>
  <Paragraphs>177</Paragraphs>
  <Slides>23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calibri light</vt:lpstr>
      <vt:lpstr>Consolas</vt:lpstr>
      <vt:lpstr>Lato</vt:lpstr>
      <vt:lpstr>Office Theme</vt:lpstr>
      <vt:lpstr>Controllers</vt:lpstr>
      <vt:lpstr>What is a controller?</vt:lpstr>
      <vt:lpstr>Controllers responsibilities</vt:lpstr>
      <vt:lpstr>Controllers Definition</vt:lpstr>
      <vt:lpstr>Actions Definition</vt:lpstr>
      <vt:lpstr>Add controllers to project</vt:lpstr>
      <vt:lpstr>ControllerBase class</vt:lpstr>
      <vt:lpstr>[ApiController] attribute</vt:lpstr>
      <vt:lpstr>Action method return type</vt:lpstr>
      <vt:lpstr>ActionResult&lt;T&gt;</vt:lpstr>
      <vt:lpstr>Status Code result</vt:lpstr>
      <vt:lpstr>Routing</vt:lpstr>
      <vt:lpstr>Route URL - Exampales</vt:lpstr>
      <vt:lpstr>מצגת של PowerPoint‏</vt:lpstr>
      <vt:lpstr>Route Constraints</vt:lpstr>
      <vt:lpstr>CRUD operations</vt:lpstr>
      <vt:lpstr>Model Binding</vt:lpstr>
      <vt:lpstr>Model Binder</vt:lpstr>
      <vt:lpstr>Sources</vt:lpstr>
      <vt:lpstr>Sources</vt:lpstr>
      <vt:lpstr>Model Validation</vt:lpstr>
      <vt:lpstr>Validation Attributes</vt:lpstr>
      <vt:lpstr>Common WebAPI attributes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Controllers</dc:title>
  <dc:creator>Ayala Gottfried</dc:creator>
  <cp:lastModifiedBy>Ayala Gottfried</cp:lastModifiedBy>
  <cp:revision>4</cp:revision>
  <dcterms:created xsi:type="dcterms:W3CDTF">2023-09-09T20:34:14Z</dcterms:created>
  <dcterms:modified xsi:type="dcterms:W3CDTF">2026-02-15T20:03:49Z</dcterms:modified>
</cp:coreProperties>
</file>