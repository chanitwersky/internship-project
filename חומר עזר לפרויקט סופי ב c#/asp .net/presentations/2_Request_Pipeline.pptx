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60" r:id="rId4"/>
    <p:sldId id="259" r:id="rId5"/>
    <p:sldId id="261" r:id="rId6"/>
    <p:sldId id="265" r:id="rId7"/>
    <p:sldId id="267" r:id="rId8"/>
    <p:sldId id="266" r:id="rId9"/>
    <p:sldId id="263" r:id="rId10"/>
    <p:sldId id="264" r:id="rId11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C0B16D-B000-4447-A880-BEB31339E25D}" v="70" dt="2023-11-04T18:05:21.571"/>
  </p1510:revLst>
</p1510:revInfo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7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4" Type="http://schemas.openxmlformats.org/officeDocument/2006/relationships/image" Target="../media/image18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FC473-13D6-4E90-8D82-C09D98DAB74A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31DCBA1B-6542-4D2D-98BC-ABC88E803E2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app.Use</a:t>
          </a:r>
          <a:endParaRPr lang="en-US" dirty="0"/>
        </a:p>
      </dgm:t>
    </dgm:pt>
    <dgm:pt modelId="{5AF13D23-D2D1-4E29-BB46-48857D0CEF7D}" type="parTrans" cxnId="{49EA35FC-5A0D-4BC5-BFB8-CD6478F3C42A}">
      <dgm:prSet/>
      <dgm:spPr/>
      <dgm:t>
        <a:bodyPr/>
        <a:lstStyle/>
        <a:p>
          <a:endParaRPr lang="en-US"/>
        </a:p>
      </dgm:t>
    </dgm:pt>
    <dgm:pt modelId="{01554132-6B3E-4ADF-8DA9-059CE7091F96}" type="sibTrans" cxnId="{49EA35FC-5A0D-4BC5-BFB8-CD6478F3C42A}">
      <dgm:prSet/>
      <dgm:spPr/>
      <dgm:t>
        <a:bodyPr/>
        <a:lstStyle/>
        <a:p>
          <a:endParaRPr lang="en-US"/>
        </a:p>
      </dgm:t>
    </dgm:pt>
    <dgm:pt modelId="{9F417899-F321-4706-AA2A-8E21689DDF8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runs code and continue to the next middleware</a:t>
          </a:r>
        </a:p>
      </dgm:t>
    </dgm:pt>
    <dgm:pt modelId="{A9097F68-0DE5-4A4B-BB56-4719914B56F1}" type="parTrans" cxnId="{7DDC2FD4-856E-4543-832B-5F191822CF2A}">
      <dgm:prSet/>
      <dgm:spPr/>
      <dgm:t>
        <a:bodyPr/>
        <a:lstStyle/>
        <a:p>
          <a:endParaRPr lang="en-US"/>
        </a:p>
      </dgm:t>
    </dgm:pt>
    <dgm:pt modelId="{93579815-B387-48E0-BA27-F36FFFBECCD7}" type="sibTrans" cxnId="{7DDC2FD4-856E-4543-832B-5F191822CF2A}">
      <dgm:prSet/>
      <dgm:spPr/>
      <dgm:t>
        <a:bodyPr/>
        <a:lstStyle/>
        <a:p>
          <a:endParaRPr lang="en-US"/>
        </a:p>
      </dgm:t>
    </dgm:pt>
    <dgm:pt modelId="{0193261D-E321-4076-A134-B705257AB1F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 err="1"/>
            <a:t>app.Run</a:t>
          </a:r>
          <a:endParaRPr lang="en-US" dirty="0"/>
        </a:p>
      </dgm:t>
    </dgm:pt>
    <dgm:pt modelId="{80FB7ECC-8F2D-491B-B30A-2FB2B3CA6E03}" type="parTrans" cxnId="{248657A3-3FA1-40FA-8F68-65126B854A42}">
      <dgm:prSet/>
      <dgm:spPr/>
      <dgm:t>
        <a:bodyPr/>
        <a:lstStyle/>
        <a:p>
          <a:endParaRPr lang="en-US"/>
        </a:p>
      </dgm:t>
    </dgm:pt>
    <dgm:pt modelId="{00C80662-BE0C-470E-A782-48E590F1C66F}" type="sibTrans" cxnId="{248657A3-3FA1-40FA-8F68-65126B854A42}">
      <dgm:prSet/>
      <dgm:spPr/>
      <dgm:t>
        <a:bodyPr/>
        <a:lstStyle/>
        <a:p>
          <a:endParaRPr lang="en-US"/>
        </a:p>
      </dgm:t>
    </dgm:pt>
    <dgm:pt modelId="{C55E4774-DB16-4622-B53B-114C339AB3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runs code and terminates the request pipeline</a:t>
          </a:r>
        </a:p>
      </dgm:t>
    </dgm:pt>
    <dgm:pt modelId="{5132E0B3-702D-48FC-BBBD-D04A94A4B6C0}" type="parTrans" cxnId="{70E89C7A-7919-4B50-BC5F-EB71BEC9FE4B}">
      <dgm:prSet/>
      <dgm:spPr/>
      <dgm:t>
        <a:bodyPr/>
        <a:lstStyle/>
        <a:p>
          <a:endParaRPr lang="en-US"/>
        </a:p>
      </dgm:t>
    </dgm:pt>
    <dgm:pt modelId="{7FF2635B-D7EA-4407-A193-5611E7282AC4}" type="sibTrans" cxnId="{70E89C7A-7919-4B50-BC5F-EB71BEC9FE4B}">
      <dgm:prSet/>
      <dgm:spPr/>
      <dgm:t>
        <a:bodyPr/>
        <a:lstStyle/>
        <a:p>
          <a:endParaRPr lang="en-US"/>
        </a:p>
      </dgm:t>
    </dgm:pt>
    <dgm:pt modelId="{F677D6C6-2C22-44E7-B5B9-FA7D8242AF99}" type="pres">
      <dgm:prSet presAssocID="{27DFC473-13D6-4E90-8D82-C09D98DAB74A}" presName="root" presStyleCnt="0">
        <dgm:presLayoutVars>
          <dgm:dir/>
          <dgm:resizeHandles val="exact"/>
        </dgm:presLayoutVars>
      </dgm:prSet>
      <dgm:spPr/>
    </dgm:pt>
    <dgm:pt modelId="{0AFDF26E-484D-4B94-BBBF-5BCB67C6A0BC}" type="pres">
      <dgm:prSet presAssocID="{31DCBA1B-6542-4D2D-98BC-ABC88E803E2E}" presName="compNode" presStyleCnt="0"/>
      <dgm:spPr/>
    </dgm:pt>
    <dgm:pt modelId="{D88D5BAA-8FBA-46F5-B5EB-6F1CE7C23543}" type="pres">
      <dgm:prSet presAssocID="{31DCBA1B-6542-4D2D-98BC-ABC88E803E2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e arrow: Slight curve with solid fill"/>
        </a:ext>
      </dgm:extLst>
    </dgm:pt>
    <dgm:pt modelId="{ED8A5287-4E85-47B9-B8D8-7C5B2672B3AE}" type="pres">
      <dgm:prSet presAssocID="{31DCBA1B-6542-4D2D-98BC-ABC88E803E2E}" presName="iconSpace" presStyleCnt="0"/>
      <dgm:spPr/>
    </dgm:pt>
    <dgm:pt modelId="{81775A25-CCCF-45CB-9EAE-D9B5214599AA}" type="pres">
      <dgm:prSet presAssocID="{31DCBA1B-6542-4D2D-98BC-ABC88E803E2E}" presName="parTx" presStyleLbl="revTx" presStyleIdx="0" presStyleCnt="4">
        <dgm:presLayoutVars>
          <dgm:chMax val="0"/>
          <dgm:chPref val="0"/>
        </dgm:presLayoutVars>
      </dgm:prSet>
      <dgm:spPr/>
    </dgm:pt>
    <dgm:pt modelId="{67064E39-6AE0-42D8-B459-BD96BCB0CBF2}" type="pres">
      <dgm:prSet presAssocID="{31DCBA1B-6542-4D2D-98BC-ABC88E803E2E}" presName="txSpace" presStyleCnt="0"/>
      <dgm:spPr/>
    </dgm:pt>
    <dgm:pt modelId="{07EB7556-45F8-4C77-8598-2537EC8A8BDB}" type="pres">
      <dgm:prSet presAssocID="{31DCBA1B-6542-4D2D-98BC-ABC88E803E2E}" presName="desTx" presStyleLbl="revTx" presStyleIdx="1" presStyleCnt="4">
        <dgm:presLayoutVars/>
      </dgm:prSet>
      <dgm:spPr/>
    </dgm:pt>
    <dgm:pt modelId="{DC7E47FC-C463-441C-90B6-8DB68E98ED87}" type="pres">
      <dgm:prSet presAssocID="{01554132-6B3E-4ADF-8DA9-059CE7091F96}" presName="sibTrans" presStyleCnt="0"/>
      <dgm:spPr/>
    </dgm:pt>
    <dgm:pt modelId="{403E3B28-42D8-43EC-80E2-560B7387508E}" type="pres">
      <dgm:prSet presAssocID="{0193261D-E321-4076-A134-B705257AB1F8}" presName="compNode" presStyleCnt="0"/>
      <dgm:spPr/>
    </dgm:pt>
    <dgm:pt modelId="{D0BB84BB-6E5A-4CAA-BE89-ED9D8B66A1BB}" type="pres">
      <dgm:prSet presAssocID="{0193261D-E321-4076-A134-B705257AB1F8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o sign outline"/>
        </a:ext>
      </dgm:extLst>
    </dgm:pt>
    <dgm:pt modelId="{15E2CD89-112D-4678-B92A-4533EEA67CE0}" type="pres">
      <dgm:prSet presAssocID="{0193261D-E321-4076-A134-B705257AB1F8}" presName="iconSpace" presStyleCnt="0"/>
      <dgm:spPr/>
    </dgm:pt>
    <dgm:pt modelId="{D53266AF-C5D2-48BC-A640-0624FAF4C793}" type="pres">
      <dgm:prSet presAssocID="{0193261D-E321-4076-A134-B705257AB1F8}" presName="parTx" presStyleLbl="revTx" presStyleIdx="2" presStyleCnt="4">
        <dgm:presLayoutVars>
          <dgm:chMax val="0"/>
          <dgm:chPref val="0"/>
        </dgm:presLayoutVars>
      </dgm:prSet>
      <dgm:spPr/>
    </dgm:pt>
    <dgm:pt modelId="{743F2700-0C49-4C97-BC0A-BA34A9236948}" type="pres">
      <dgm:prSet presAssocID="{0193261D-E321-4076-A134-B705257AB1F8}" presName="txSpace" presStyleCnt="0"/>
      <dgm:spPr/>
    </dgm:pt>
    <dgm:pt modelId="{9A9A1110-B109-4FFF-95D4-5367D380ADF8}" type="pres">
      <dgm:prSet presAssocID="{0193261D-E321-4076-A134-B705257AB1F8}" presName="desTx" presStyleLbl="revTx" presStyleIdx="3" presStyleCnt="4">
        <dgm:presLayoutVars/>
      </dgm:prSet>
      <dgm:spPr/>
    </dgm:pt>
  </dgm:ptLst>
  <dgm:cxnLst>
    <dgm:cxn modelId="{488D603C-06A3-4BC5-BCFE-0D3EABA2DEDC}" type="presOf" srcId="{0193261D-E321-4076-A134-B705257AB1F8}" destId="{D53266AF-C5D2-48BC-A640-0624FAF4C793}" srcOrd="0" destOrd="0" presId="urn:microsoft.com/office/officeart/2018/5/layout/CenteredIconLabelDescriptionList"/>
    <dgm:cxn modelId="{70E89C7A-7919-4B50-BC5F-EB71BEC9FE4B}" srcId="{0193261D-E321-4076-A134-B705257AB1F8}" destId="{C55E4774-DB16-4622-B53B-114C339AB3AD}" srcOrd="0" destOrd="0" parTransId="{5132E0B3-702D-48FC-BBBD-D04A94A4B6C0}" sibTransId="{7FF2635B-D7EA-4407-A193-5611E7282AC4}"/>
    <dgm:cxn modelId="{3E7878A0-65A8-4FA5-A92B-F9463A804E4D}" type="presOf" srcId="{27DFC473-13D6-4E90-8D82-C09D98DAB74A}" destId="{F677D6C6-2C22-44E7-B5B9-FA7D8242AF99}" srcOrd="0" destOrd="0" presId="urn:microsoft.com/office/officeart/2018/5/layout/CenteredIconLabelDescriptionList"/>
    <dgm:cxn modelId="{248657A3-3FA1-40FA-8F68-65126B854A42}" srcId="{27DFC473-13D6-4E90-8D82-C09D98DAB74A}" destId="{0193261D-E321-4076-A134-B705257AB1F8}" srcOrd="1" destOrd="0" parTransId="{80FB7ECC-8F2D-491B-B30A-2FB2B3CA6E03}" sibTransId="{00C80662-BE0C-470E-A782-48E590F1C66F}"/>
    <dgm:cxn modelId="{F8DAEAB8-F1BB-488F-B950-138472266DB7}" type="presOf" srcId="{C55E4774-DB16-4622-B53B-114C339AB3AD}" destId="{9A9A1110-B109-4FFF-95D4-5367D380ADF8}" srcOrd="0" destOrd="0" presId="urn:microsoft.com/office/officeart/2018/5/layout/CenteredIconLabelDescriptionList"/>
    <dgm:cxn modelId="{7DDC2FD4-856E-4543-832B-5F191822CF2A}" srcId="{31DCBA1B-6542-4D2D-98BC-ABC88E803E2E}" destId="{9F417899-F321-4706-AA2A-8E21689DDF85}" srcOrd="0" destOrd="0" parTransId="{A9097F68-0DE5-4A4B-BB56-4719914B56F1}" sibTransId="{93579815-B387-48E0-BA27-F36FFFBECCD7}"/>
    <dgm:cxn modelId="{A79505E1-0F4D-43AC-B221-33EAF9162504}" type="presOf" srcId="{31DCBA1B-6542-4D2D-98BC-ABC88E803E2E}" destId="{81775A25-CCCF-45CB-9EAE-D9B5214599AA}" srcOrd="0" destOrd="0" presId="urn:microsoft.com/office/officeart/2018/5/layout/CenteredIconLabelDescriptionList"/>
    <dgm:cxn modelId="{67A9C7ED-9C9B-4B12-B405-596F1493B405}" type="presOf" srcId="{9F417899-F321-4706-AA2A-8E21689DDF85}" destId="{07EB7556-45F8-4C77-8598-2537EC8A8BDB}" srcOrd="0" destOrd="0" presId="urn:microsoft.com/office/officeart/2018/5/layout/CenteredIconLabelDescriptionList"/>
    <dgm:cxn modelId="{49EA35FC-5A0D-4BC5-BFB8-CD6478F3C42A}" srcId="{27DFC473-13D6-4E90-8D82-C09D98DAB74A}" destId="{31DCBA1B-6542-4D2D-98BC-ABC88E803E2E}" srcOrd="0" destOrd="0" parTransId="{5AF13D23-D2D1-4E29-BB46-48857D0CEF7D}" sibTransId="{01554132-6B3E-4ADF-8DA9-059CE7091F96}"/>
    <dgm:cxn modelId="{367571B0-3F32-4571-BB79-54B586CFBCC8}" type="presParOf" srcId="{F677D6C6-2C22-44E7-B5B9-FA7D8242AF99}" destId="{0AFDF26E-484D-4B94-BBBF-5BCB67C6A0BC}" srcOrd="0" destOrd="0" presId="urn:microsoft.com/office/officeart/2018/5/layout/CenteredIconLabelDescriptionList"/>
    <dgm:cxn modelId="{11418D90-DD6F-4229-ABAA-45A9DA38733F}" type="presParOf" srcId="{0AFDF26E-484D-4B94-BBBF-5BCB67C6A0BC}" destId="{D88D5BAA-8FBA-46F5-B5EB-6F1CE7C23543}" srcOrd="0" destOrd="0" presId="urn:microsoft.com/office/officeart/2018/5/layout/CenteredIconLabelDescriptionList"/>
    <dgm:cxn modelId="{23321A0C-F210-43B5-9C46-516B82BCCFEB}" type="presParOf" srcId="{0AFDF26E-484D-4B94-BBBF-5BCB67C6A0BC}" destId="{ED8A5287-4E85-47B9-B8D8-7C5B2672B3AE}" srcOrd="1" destOrd="0" presId="urn:microsoft.com/office/officeart/2018/5/layout/CenteredIconLabelDescriptionList"/>
    <dgm:cxn modelId="{A4F06922-5078-411E-A1E0-6782B50C1600}" type="presParOf" srcId="{0AFDF26E-484D-4B94-BBBF-5BCB67C6A0BC}" destId="{81775A25-CCCF-45CB-9EAE-D9B5214599AA}" srcOrd="2" destOrd="0" presId="urn:microsoft.com/office/officeart/2018/5/layout/CenteredIconLabelDescriptionList"/>
    <dgm:cxn modelId="{8800A55B-AABD-46A9-B41A-BA9224E02D5A}" type="presParOf" srcId="{0AFDF26E-484D-4B94-BBBF-5BCB67C6A0BC}" destId="{67064E39-6AE0-42D8-B459-BD96BCB0CBF2}" srcOrd="3" destOrd="0" presId="urn:microsoft.com/office/officeart/2018/5/layout/CenteredIconLabelDescriptionList"/>
    <dgm:cxn modelId="{54ACEA05-A3C2-468B-93CC-A4FB0699ED09}" type="presParOf" srcId="{0AFDF26E-484D-4B94-BBBF-5BCB67C6A0BC}" destId="{07EB7556-45F8-4C77-8598-2537EC8A8BDB}" srcOrd="4" destOrd="0" presId="urn:microsoft.com/office/officeart/2018/5/layout/CenteredIconLabelDescriptionList"/>
    <dgm:cxn modelId="{589CACD9-E81C-4418-810B-A980F90958D6}" type="presParOf" srcId="{F677D6C6-2C22-44E7-B5B9-FA7D8242AF99}" destId="{DC7E47FC-C463-441C-90B6-8DB68E98ED87}" srcOrd="1" destOrd="0" presId="urn:microsoft.com/office/officeart/2018/5/layout/CenteredIconLabelDescriptionList"/>
    <dgm:cxn modelId="{49230C02-86E9-4AB7-960F-3F86ED5AD46C}" type="presParOf" srcId="{F677D6C6-2C22-44E7-B5B9-FA7D8242AF99}" destId="{403E3B28-42D8-43EC-80E2-560B7387508E}" srcOrd="2" destOrd="0" presId="urn:microsoft.com/office/officeart/2018/5/layout/CenteredIconLabelDescriptionList"/>
    <dgm:cxn modelId="{3B58859E-3DFC-4C08-A274-C48DC9611747}" type="presParOf" srcId="{403E3B28-42D8-43EC-80E2-560B7387508E}" destId="{D0BB84BB-6E5A-4CAA-BE89-ED9D8B66A1BB}" srcOrd="0" destOrd="0" presId="urn:microsoft.com/office/officeart/2018/5/layout/CenteredIconLabelDescriptionList"/>
    <dgm:cxn modelId="{77E5F6B5-E050-48AE-BAE6-07AA023010DB}" type="presParOf" srcId="{403E3B28-42D8-43EC-80E2-560B7387508E}" destId="{15E2CD89-112D-4678-B92A-4533EEA67CE0}" srcOrd="1" destOrd="0" presId="urn:microsoft.com/office/officeart/2018/5/layout/CenteredIconLabelDescriptionList"/>
    <dgm:cxn modelId="{AA3CF7EF-7F7B-45EE-B59D-73DF11889D70}" type="presParOf" srcId="{403E3B28-42D8-43EC-80E2-560B7387508E}" destId="{D53266AF-C5D2-48BC-A640-0624FAF4C793}" srcOrd="2" destOrd="0" presId="urn:microsoft.com/office/officeart/2018/5/layout/CenteredIconLabelDescriptionList"/>
    <dgm:cxn modelId="{052740DB-B6ED-48E9-B03A-9F91478F4391}" type="presParOf" srcId="{403E3B28-42D8-43EC-80E2-560B7387508E}" destId="{743F2700-0C49-4C97-BC0A-BA34A9236948}" srcOrd="3" destOrd="0" presId="urn:microsoft.com/office/officeart/2018/5/layout/CenteredIconLabelDescriptionList"/>
    <dgm:cxn modelId="{E2AAA467-A0EC-46AD-8C29-62335C334978}" type="presParOf" srcId="{403E3B28-42D8-43EC-80E2-560B7387508E}" destId="{9A9A1110-B109-4FFF-95D4-5367D380ADF8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2E9E925-BF1A-4B1A-BA98-652C7BBEA401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A8D70745-164D-4221-8995-E642BDC3F882}">
      <dgm:prSet/>
      <dgm:spPr/>
      <dgm:t>
        <a:bodyPr/>
        <a:lstStyle/>
        <a:p>
          <a:r>
            <a:rPr lang="en-US" dirty="0"/>
            <a:t>Exception Handler</a:t>
          </a:r>
        </a:p>
      </dgm:t>
    </dgm:pt>
    <dgm:pt modelId="{AB2EB62E-E597-49CF-8599-D6719AA1B622}" type="parTrans" cxnId="{639DE8A9-7C2B-4920-95F4-BDC34FDE3AA3}">
      <dgm:prSet/>
      <dgm:spPr/>
      <dgm:t>
        <a:bodyPr/>
        <a:lstStyle/>
        <a:p>
          <a:endParaRPr lang="en-US"/>
        </a:p>
      </dgm:t>
    </dgm:pt>
    <dgm:pt modelId="{FF88FE1F-A999-4067-B249-8D4460B58A8C}" type="sibTrans" cxnId="{639DE8A9-7C2B-4920-95F4-BDC34FDE3AA3}">
      <dgm:prSet/>
      <dgm:spPr/>
      <dgm:t>
        <a:bodyPr/>
        <a:lstStyle/>
        <a:p>
          <a:endParaRPr lang="en-US"/>
        </a:p>
      </dgm:t>
    </dgm:pt>
    <dgm:pt modelId="{BF49B47A-65F6-4E90-96A2-FE6A3F74E871}">
      <dgm:prSet/>
      <dgm:spPr/>
      <dgm:t>
        <a:bodyPr/>
        <a:lstStyle/>
        <a:p>
          <a:r>
            <a:rPr lang="en-US"/>
            <a:t>Swagger</a:t>
          </a:r>
        </a:p>
      </dgm:t>
    </dgm:pt>
    <dgm:pt modelId="{AD9670FB-5D76-4800-9F2F-32C26F187AF1}" type="parTrans" cxnId="{A614CDAD-555C-4969-840C-350C2C75A6DC}">
      <dgm:prSet/>
      <dgm:spPr/>
      <dgm:t>
        <a:bodyPr/>
        <a:lstStyle/>
        <a:p>
          <a:endParaRPr lang="en-US"/>
        </a:p>
      </dgm:t>
    </dgm:pt>
    <dgm:pt modelId="{634EC5D8-2D2F-41E5-84BD-B64A9A6440B9}" type="sibTrans" cxnId="{A614CDAD-555C-4969-840C-350C2C75A6DC}">
      <dgm:prSet/>
      <dgm:spPr/>
      <dgm:t>
        <a:bodyPr/>
        <a:lstStyle/>
        <a:p>
          <a:endParaRPr lang="en-US"/>
        </a:p>
      </dgm:t>
    </dgm:pt>
    <dgm:pt modelId="{44D289D2-5EC3-4414-BB42-2566C739CCF8}">
      <dgm:prSet/>
      <dgm:spPr/>
      <dgm:t>
        <a:bodyPr/>
        <a:lstStyle/>
        <a:p>
          <a:r>
            <a:rPr lang="en-US" dirty="0"/>
            <a:t>Static Files</a:t>
          </a:r>
        </a:p>
      </dgm:t>
    </dgm:pt>
    <dgm:pt modelId="{C6168E94-B5DF-427B-8454-CA63DF3EE683}" type="parTrans" cxnId="{E08F774C-F820-41DF-8B33-279BD4F4CAFC}">
      <dgm:prSet/>
      <dgm:spPr/>
      <dgm:t>
        <a:bodyPr/>
        <a:lstStyle/>
        <a:p>
          <a:endParaRPr lang="en-US"/>
        </a:p>
      </dgm:t>
    </dgm:pt>
    <dgm:pt modelId="{284F818B-C92F-4CD6-AB7A-567A12B54DE3}" type="sibTrans" cxnId="{E08F774C-F820-41DF-8B33-279BD4F4CAFC}">
      <dgm:prSet/>
      <dgm:spPr/>
      <dgm:t>
        <a:bodyPr/>
        <a:lstStyle/>
        <a:p>
          <a:endParaRPr lang="en-US"/>
        </a:p>
      </dgm:t>
    </dgm:pt>
    <dgm:pt modelId="{4CF50BBA-577F-4299-89F8-225625E70D2A}">
      <dgm:prSet/>
      <dgm:spPr/>
      <dgm:t>
        <a:bodyPr/>
        <a:lstStyle/>
        <a:p>
          <a:r>
            <a:rPr lang="en-US"/>
            <a:t>Map Controllers</a:t>
          </a:r>
        </a:p>
      </dgm:t>
    </dgm:pt>
    <dgm:pt modelId="{C608C20E-8FC4-4872-96FD-6DA4CD8F2770}" type="parTrans" cxnId="{89BCAE09-3446-4491-A022-4D318B556353}">
      <dgm:prSet/>
      <dgm:spPr/>
      <dgm:t>
        <a:bodyPr/>
        <a:lstStyle/>
        <a:p>
          <a:endParaRPr lang="en-US"/>
        </a:p>
      </dgm:t>
    </dgm:pt>
    <dgm:pt modelId="{6047609E-CF03-4528-83E8-A94B8252D9EA}" type="sibTrans" cxnId="{89BCAE09-3446-4491-A022-4D318B556353}">
      <dgm:prSet/>
      <dgm:spPr/>
      <dgm:t>
        <a:bodyPr/>
        <a:lstStyle/>
        <a:p>
          <a:endParaRPr lang="en-US"/>
        </a:p>
      </dgm:t>
    </dgm:pt>
    <dgm:pt modelId="{F99B5026-21E2-446D-A985-638991B6A6DD}">
      <dgm:prSet/>
      <dgm:spPr/>
      <dgm:t>
        <a:bodyPr/>
        <a:lstStyle/>
        <a:p>
          <a:r>
            <a:rPr lang="en-US"/>
            <a:t>CORS</a:t>
          </a:r>
        </a:p>
      </dgm:t>
    </dgm:pt>
    <dgm:pt modelId="{4B3CC274-8D48-4F17-9893-569E771232D7}" type="parTrans" cxnId="{96D14C2C-D4B2-4AC0-9A0F-679773CB744A}">
      <dgm:prSet/>
      <dgm:spPr/>
      <dgm:t>
        <a:bodyPr/>
        <a:lstStyle/>
        <a:p>
          <a:endParaRPr lang="en-US"/>
        </a:p>
      </dgm:t>
    </dgm:pt>
    <dgm:pt modelId="{135E0B38-FD07-4FAA-8DC5-F576A1CFD732}" type="sibTrans" cxnId="{96D14C2C-D4B2-4AC0-9A0F-679773CB744A}">
      <dgm:prSet/>
      <dgm:spPr/>
      <dgm:t>
        <a:bodyPr/>
        <a:lstStyle/>
        <a:p>
          <a:endParaRPr lang="en-US"/>
        </a:p>
      </dgm:t>
    </dgm:pt>
    <dgm:pt modelId="{654072DF-E83B-43EA-80A4-537C03412C2E}">
      <dgm:prSet/>
      <dgm:spPr/>
      <dgm:t>
        <a:bodyPr/>
        <a:lstStyle/>
        <a:p>
          <a:r>
            <a:rPr lang="en-US"/>
            <a:t>Authentication</a:t>
          </a:r>
        </a:p>
      </dgm:t>
    </dgm:pt>
    <dgm:pt modelId="{AA86FEF3-43D8-4A2E-925C-C17CCC02A706}" type="parTrans" cxnId="{8005C075-116B-4E45-8DAD-9AA33F095469}">
      <dgm:prSet/>
      <dgm:spPr/>
      <dgm:t>
        <a:bodyPr/>
        <a:lstStyle/>
        <a:p>
          <a:endParaRPr lang="en-US"/>
        </a:p>
      </dgm:t>
    </dgm:pt>
    <dgm:pt modelId="{218478EE-3EA6-4EDA-946B-A74385C4AD7A}" type="sibTrans" cxnId="{8005C075-116B-4E45-8DAD-9AA33F095469}">
      <dgm:prSet/>
      <dgm:spPr/>
      <dgm:t>
        <a:bodyPr/>
        <a:lstStyle/>
        <a:p>
          <a:endParaRPr lang="en-US"/>
        </a:p>
      </dgm:t>
    </dgm:pt>
    <dgm:pt modelId="{B76C5346-10FD-4122-9A79-E62FD16F0369}">
      <dgm:prSet/>
      <dgm:spPr/>
      <dgm:t>
        <a:bodyPr/>
        <a:lstStyle/>
        <a:p>
          <a:r>
            <a:rPr lang="en-US" dirty="0"/>
            <a:t>Authorization</a:t>
          </a:r>
        </a:p>
      </dgm:t>
    </dgm:pt>
    <dgm:pt modelId="{999277EE-030B-4119-8E2A-3A0DDFD5C704}" type="parTrans" cxnId="{71149EDF-6B37-4BD2-A932-5EC74657E844}">
      <dgm:prSet/>
      <dgm:spPr/>
      <dgm:t>
        <a:bodyPr/>
        <a:lstStyle/>
        <a:p>
          <a:endParaRPr lang="en-US"/>
        </a:p>
      </dgm:t>
    </dgm:pt>
    <dgm:pt modelId="{A698D66C-C67C-40AF-96BB-BC67E784C61A}" type="sibTrans" cxnId="{71149EDF-6B37-4BD2-A932-5EC74657E844}">
      <dgm:prSet/>
      <dgm:spPr/>
      <dgm:t>
        <a:bodyPr/>
        <a:lstStyle/>
        <a:p>
          <a:endParaRPr lang="en-US"/>
        </a:p>
      </dgm:t>
    </dgm:pt>
    <dgm:pt modelId="{E1EF0C81-DDDE-4D0C-87FA-B26D8B4F83CC}">
      <dgm:prSet/>
      <dgm:spPr/>
      <dgm:t>
        <a:bodyPr/>
        <a:lstStyle/>
        <a:p>
          <a:r>
            <a:rPr lang="en-US" i="0" dirty="0"/>
            <a:t>Custom Middleware</a:t>
          </a:r>
          <a:endParaRPr lang="en-US" dirty="0"/>
        </a:p>
      </dgm:t>
    </dgm:pt>
    <dgm:pt modelId="{73C38505-8DA3-439B-B63D-780FF581D571}" type="parTrans" cxnId="{D3AA3ABF-E6F8-44C5-9FF3-2160F3D46F7A}">
      <dgm:prSet/>
      <dgm:spPr/>
      <dgm:t>
        <a:bodyPr/>
        <a:lstStyle/>
        <a:p>
          <a:endParaRPr lang="en-US"/>
        </a:p>
      </dgm:t>
    </dgm:pt>
    <dgm:pt modelId="{3A6AB041-ECCE-43C4-A565-16D3464037A2}" type="sibTrans" cxnId="{D3AA3ABF-E6F8-44C5-9FF3-2160F3D46F7A}">
      <dgm:prSet/>
      <dgm:spPr/>
      <dgm:t>
        <a:bodyPr/>
        <a:lstStyle/>
        <a:p>
          <a:endParaRPr lang="en-US"/>
        </a:p>
      </dgm:t>
    </dgm:pt>
    <dgm:pt modelId="{6C7F23A8-7CE7-4C69-BA28-BBC50BB8AB22}">
      <dgm:prSet/>
      <dgm:spPr/>
      <dgm:t>
        <a:bodyPr/>
        <a:lstStyle/>
        <a:p>
          <a:r>
            <a:rPr lang="en-US" dirty="0"/>
            <a:t>Action</a:t>
          </a:r>
        </a:p>
      </dgm:t>
    </dgm:pt>
    <dgm:pt modelId="{3E9849A1-3C36-4B59-8AB3-00E21E3F2D3B}" type="parTrans" cxnId="{5428BF47-C803-43C3-8901-7A0FA7EEEE33}">
      <dgm:prSet/>
      <dgm:spPr/>
      <dgm:t>
        <a:bodyPr/>
        <a:lstStyle/>
        <a:p>
          <a:endParaRPr lang="LID4096"/>
        </a:p>
      </dgm:t>
    </dgm:pt>
    <dgm:pt modelId="{EC3AAA80-D0F9-4079-9B37-6F6AABB7DF5B}" type="sibTrans" cxnId="{5428BF47-C803-43C3-8901-7A0FA7EEEE33}">
      <dgm:prSet/>
      <dgm:spPr/>
      <dgm:t>
        <a:bodyPr/>
        <a:lstStyle/>
        <a:p>
          <a:endParaRPr lang="LID4096"/>
        </a:p>
      </dgm:t>
    </dgm:pt>
    <dgm:pt modelId="{6945871B-1265-4C2A-9389-DDF67170070F}">
      <dgm:prSet/>
      <dgm:spPr/>
      <dgm:t>
        <a:bodyPr/>
        <a:lstStyle/>
        <a:p>
          <a:r>
            <a:rPr lang="en-US" dirty="0"/>
            <a:t>Output Caching</a:t>
          </a:r>
        </a:p>
      </dgm:t>
    </dgm:pt>
    <dgm:pt modelId="{18D1FB65-CEB0-48F6-8D44-CB2DB7BD2486}" type="parTrans" cxnId="{4010556E-6055-40FD-ADE5-9D1ED291AB10}">
      <dgm:prSet/>
      <dgm:spPr/>
      <dgm:t>
        <a:bodyPr/>
        <a:lstStyle/>
        <a:p>
          <a:pPr rtl="1"/>
          <a:endParaRPr lang="he-IL"/>
        </a:p>
      </dgm:t>
    </dgm:pt>
    <dgm:pt modelId="{F9D07F70-1359-4212-BB27-BF8A7DD90F99}" type="sibTrans" cxnId="{4010556E-6055-40FD-ADE5-9D1ED291AB10}">
      <dgm:prSet/>
      <dgm:spPr/>
      <dgm:t>
        <a:bodyPr/>
        <a:lstStyle/>
        <a:p>
          <a:pPr rtl="1"/>
          <a:endParaRPr lang="he-IL"/>
        </a:p>
      </dgm:t>
    </dgm:pt>
    <dgm:pt modelId="{2B28668F-B803-482A-BE87-95C042BAACD7}" type="pres">
      <dgm:prSet presAssocID="{52E9E925-BF1A-4B1A-BA98-652C7BBEA401}" presName="Name0" presStyleCnt="0">
        <dgm:presLayoutVars>
          <dgm:dir/>
          <dgm:resizeHandles val="exact"/>
        </dgm:presLayoutVars>
      </dgm:prSet>
      <dgm:spPr/>
    </dgm:pt>
    <dgm:pt modelId="{29FC3BF0-BDFE-442D-9F74-5FD575A4D14A}" type="pres">
      <dgm:prSet presAssocID="{A8D70745-164D-4221-8995-E642BDC3F882}" presName="node" presStyleLbl="node1" presStyleIdx="0" presStyleCnt="10">
        <dgm:presLayoutVars>
          <dgm:bulletEnabled val="1"/>
        </dgm:presLayoutVars>
      </dgm:prSet>
      <dgm:spPr/>
    </dgm:pt>
    <dgm:pt modelId="{B71EB658-836F-457C-A175-A2856D645AE5}" type="pres">
      <dgm:prSet presAssocID="{FF88FE1F-A999-4067-B249-8D4460B58A8C}" presName="sibTrans" presStyleLbl="sibTrans1D1" presStyleIdx="0" presStyleCnt="9"/>
      <dgm:spPr/>
    </dgm:pt>
    <dgm:pt modelId="{ED0B9221-00ED-47E8-8F68-0A1F21D38050}" type="pres">
      <dgm:prSet presAssocID="{FF88FE1F-A999-4067-B249-8D4460B58A8C}" presName="connectorText" presStyleLbl="sibTrans1D1" presStyleIdx="0" presStyleCnt="9"/>
      <dgm:spPr/>
    </dgm:pt>
    <dgm:pt modelId="{A504FD2F-DF76-49CE-B8B2-17D9F670FD78}" type="pres">
      <dgm:prSet presAssocID="{BF49B47A-65F6-4E90-96A2-FE6A3F74E871}" presName="node" presStyleLbl="node1" presStyleIdx="1" presStyleCnt="10">
        <dgm:presLayoutVars>
          <dgm:bulletEnabled val="1"/>
        </dgm:presLayoutVars>
      </dgm:prSet>
      <dgm:spPr/>
    </dgm:pt>
    <dgm:pt modelId="{A08D5149-AC90-4EB4-A161-9D891E6470D1}" type="pres">
      <dgm:prSet presAssocID="{634EC5D8-2D2F-41E5-84BD-B64A9A6440B9}" presName="sibTrans" presStyleLbl="sibTrans1D1" presStyleIdx="1" presStyleCnt="9"/>
      <dgm:spPr/>
    </dgm:pt>
    <dgm:pt modelId="{D0C1F88A-40FE-49E4-9624-4833D4FDF68C}" type="pres">
      <dgm:prSet presAssocID="{634EC5D8-2D2F-41E5-84BD-B64A9A6440B9}" presName="connectorText" presStyleLbl="sibTrans1D1" presStyleIdx="1" presStyleCnt="9"/>
      <dgm:spPr/>
    </dgm:pt>
    <dgm:pt modelId="{B4370578-B58B-4E54-A971-B375C9C4A1EF}" type="pres">
      <dgm:prSet presAssocID="{44D289D2-5EC3-4414-BB42-2566C739CCF8}" presName="node" presStyleLbl="node1" presStyleIdx="2" presStyleCnt="10">
        <dgm:presLayoutVars>
          <dgm:bulletEnabled val="1"/>
        </dgm:presLayoutVars>
      </dgm:prSet>
      <dgm:spPr/>
    </dgm:pt>
    <dgm:pt modelId="{B43E9694-64C5-4F82-BB94-B46E61307141}" type="pres">
      <dgm:prSet presAssocID="{284F818B-C92F-4CD6-AB7A-567A12B54DE3}" presName="sibTrans" presStyleLbl="sibTrans1D1" presStyleIdx="2" presStyleCnt="9"/>
      <dgm:spPr/>
    </dgm:pt>
    <dgm:pt modelId="{D78E3B5D-63B7-4979-8959-AD39177076AA}" type="pres">
      <dgm:prSet presAssocID="{284F818B-C92F-4CD6-AB7A-567A12B54DE3}" presName="connectorText" presStyleLbl="sibTrans1D1" presStyleIdx="2" presStyleCnt="9"/>
      <dgm:spPr/>
    </dgm:pt>
    <dgm:pt modelId="{4EECEA73-AA48-41FD-8339-1667A5E91942}" type="pres">
      <dgm:prSet presAssocID="{4CF50BBA-577F-4299-89F8-225625E70D2A}" presName="node" presStyleLbl="node1" presStyleIdx="3" presStyleCnt="10">
        <dgm:presLayoutVars>
          <dgm:bulletEnabled val="1"/>
        </dgm:presLayoutVars>
      </dgm:prSet>
      <dgm:spPr/>
    </dgm:pt>
    <dgm:pt modelId="{750A4DC5-C6F3-4AC9-A515-61EF31F45CA6}" type="pres">
      <dgm:prSet presAssocID="{6047609E-CF03-4528-83E8-A94B8252D9EA}" presName="sibTrans" presStyleLbl="sibTrans1D1" presStyleIdx="3" presStyleCnt="9"/>
      <dgm:spPr/>
    </dgm:pt>
    <dgm:pt modelId="{EB14EFA6-D884-451A-9473-4930FF3FD316}" type="pres">
      <dgm:prSet presAssocID="{6047609E-CF03-4528-83E8-A94B8252D9EA}" presName="connectorText" presStyleLbl="sibTrans1D1" presStyleIdx="3" presStyleCnt="9"/>
      <dgm:spPr/>
    </dgm:pt>
    <dgm:pt modelId="{669467B2-F858-4638-9027-E5FA20F79E43}" type="pres">
      <dgm:prSet presAssocID="{F99B5026-21E2-446D-A985-638991B6A6DD}" presName="node" presStyleLbl="node1" presStyleIdx="4" presStyleCnt="10">
        <dgm:presLayoutVars>
          <dgm:bulletEnabled val="1"/>
        </dgm:presLayoutVars>
      </dgm:prSet>
      <dgm:spPr/>
    </dgm:pt>
    <dgm:pt modelId="{AE398036-4105-479C-9788-5FADFEE542AF}" type="pres">
      <dgm:prSet presAssocID="{135E0B38-FD07-4FAA-8DC5-F576A1CFD732}" presName="sibTrans" presStyleLbl="sibTrans1D1" presStyleIdx="4" presStyleCnt="9"/>
      <dgm:spPr/>
    </dgm:pt>
    <dgm:pt modelId="{87E4FA5F-1C46-463B-913C-994A0AD03D2D}" type="pres">
      <dgm:prSet presAssocID="{135E0B38-FD07-4FAA-8DC5-F576A1CFD732}" presName="connectorText" presStyleLbl="sibTrans1D1" presStyleIdx="4" presStyleCnt="9"/>
      <dgm:spPr/>
    </dgm:pt>
    <dgm:pt modelId="{37003710-BCA0-4588-94E4-C70EB80209C7}" type="pres">
      <dgm:prSet presAssocID="{654072DF-E83B-43EA-80A4-537C03412C2E}" presName="node" presStyleLbl="node1" presStyleIdx="5" presStyleCnt="10">
        <dgm:presLayoutVars>
          <dgm:bulletEnabled val="1"/>
        </dgm:presLayoutVars>
      </dgm:prSet>
      <dgm:spPr/>
    </dgm:pt>
    <dgm:pt modelId="{7A3FFA79-73B0-4320-AD58-ECFA7F64AE16}" type="pres">
      <dgm:prSet presAssocID="{218478EE-3EA6-4EDA-946B-A74385C4AD7A}" presName="sibTrans" presStyleLbl="sibTrans1D1" presStyleIdx="5" presStyleCnt="9"/>
      <dgm:spPr/>
    </dgm:pt>
    <dgm:pt modelId="{6A485B9B-731B-4227-B547-324ED6E092DE}" type="pres">
      <dgm:prSet presAssocID="{218478EE-3EA6-4EDA-946B-A74385C4AD7A}" presName="connectorText" presStyleLbl="sibTrans1D1" presStyleIdx="5" presStyleCnt="9"/>
      <dgm:spPr/>
    </dgm:pt>
    <dgm:pt modelId="{C3BA2925-8A0D-493E-9412-C3AC4A7917FF}" type="pres">
      <dgm:prSet presAssocID="{B76C5346-10FD-4122-9A79-E62FD16F0369}" presName="node" presStyleLbl="node1" presStyleIdx="6" presStyleCnt="10">
        <dgm:presLayoutVars>
          <dgm:bulletEnabled val="1"/>
        </dgm:presLayoutVars>
      </dgm:prSet>
      <dgm:spPr/>
    </dgm:pt>
    <dgm:pt modelId="{C2F7A253-049B-4EAC-9027-42A8F32F4637}" type="pres">
      <dgm:prSet presAssocID="{A698D66C-C67C-40AF-96BB-BC67E784C61A}" presName="sibTrans" presStyleLbl="sibTrans1D1" presStyleIdx="6" presStyleCnt="9"/>
      <dgm:spPr/>
    </dgm:pt>
    <dgm:pt modelId="{76899A2E-ACB9-427E-B6F0-340D9395DC14}" type="pres">
      <dgm:prSet presAssocID="{A698D66C-C67C-40AF-96BB-BC67E784C61A}" presName="connectorText" presStyleLbl="sibTrans1D1" presStyleIdx="6" presStyleCnt="9"/>
      <dgm:spPr/>
    </dgm:pt>
    <dgm:pt modelId="{3B1A9126-B792-419B-8C98-2798EF02E6EE}" type="pres">
      <dgm:prSet presAssocID="{6945871B-1265-4C2A-9389-DDF67170070F}" presName="node" presStyleLbl="node1" presStyleIdx="7" presStyleCnt="10">
        <dgm:presLayoutVars>
          <dgm:bulletEnabled val="1"/>
        </dgm:presLayoutVars>
      </dgm:prSet>
      <dgm:spPr/>
    </dgm:pt>
    <dgm:pt modelId="{9CEA6140-1664-4AC0-B918-5E647214ED66}" type="pres">
      <dgm:prSet presAssocID="{F9D07F70-1359-4212-BB27-BF8A7DD90F99}" presName="sibTrans" presStyleLbl="sibTrans1D1" presStyleIdx="7" presStyleCnt="9"/>
      <dgm:spPr/>
    </dgm:pt>
    <dgm:pt modelId="{DC0DD66A-6C33-4FEB-9D69-2289078A9BF5}" type="pres">
      <dgm:prSet presAssocID="{F9D07F70-1359-4212-BB27-BF8A7DD90F99}" presName="connectorText" presStyleLbl="sibTrans1D1" presStyleIdx="7" presStyleCnt="9"/>
      <dgm:spPr/>
    </dgm:pt>
    <dgm:pt modelId="{EBA97CDE-2F02-4954-9C69-8F00DFDF8B3E}" type="pres">
      <dgm:prSet presAssocID="{E1EF0C81-DDDE-4D0C-87FA-B26D8B4F83CC}" presName="node" presStyleLbl="node1" presStyleIdx="8" presStyleCnt="10">
        <dgm:presLayoutVars>
          <dgm:bulletEnabled val="1"/>
        </dgm:presLayoutVars>
      </dgm:prSet>
      <dgm:spPr/>
    </dgm:pt>
    <dgm:pt modelId="{7DDBCBFC-7B2C-4C72-AFE4-7DFF14EDDD99}" type="pres">
      <dgm:prSet presAssocID="{3A6AB041-ECCE-43C4-A565-16D3464037A2}" presName="sibTrans" presStyleLbl="sibTrans1D1" presStyleIdx="8" presStyleCnt="9"/>
      <dgm:spPr/>
    </dgm:pt>
    <dgm:pt modelId="{A0EFF722-5825-40CD-9422-808497F72D3F}" type="pres">
      <dgm:prSet presAssocID="{3A6AB041-ECCE-43C4-A565-16D3464037A2}" presName="connectorText" presStyleLbl="sibTrans1D1" presStyleIdx="8" presStyleCnt="9"/>
      <dgm:spPr/>
    </dgm:pt>
    <dgm:pt modelId="{8D751E20-502F-4B26-9D7C-21EB447152DF}" type="pres">
      <dgm:prSet presAssocID="{6C7F23A8-7CE7-4C69-BA28-BBC50BB8AB22}" presName="node" presStyleLbl="node1" presStyleIdx="9" presStyleCnt="10">
        <dgm:presLayoutVars>
          <dgm:bulletEnabled val="1"/>
        </dgm:presLayoutVars>
      </dgm:prSet>
      <dgm:spPr/>
    </dgm:pt>
  </dgm:ptLst>
  <dgm:cxnLst>
    <dgm:cxn modelId="{38D0AD01-3448-431B-8480-F032DA4F8542}" type="presOf" srcId="{A698D66C-C67C-40AF-96BB-BC67E784C61A}" destId="{76899A2E-ACB9-427E-B6F0-340D9395DC14}" srcOrd="1" destOrd="0" presId="urn:microsoft.com/office/officeart/2016/7/layout/RepeatingBendingProcessNew"/>
    <dgm:cxn modelId="{89BCAE09-3446-4491-A022-4D318B556353}" srcId="{52E9E925-BF1A-4B1A-BA98-652C7BBEA401}" destId="{4CF50BBA-577F-4299-89F8-225625E70D2A}" srcOrd="3" destOrd="0" parTransId="{C608C20E-8FC4-4872-96FD-6DA4CD8F2770}" sibTransId="{6047609E-CF03-4528-83E8-A94B8252D9EA}"/>
    <dgm:cxn modelId="{792FA00C-900B-41AE-8027-0699973EDD4C}" type="presOf" srcId="{3A6AB041-ECCE-43C4-A565-16D3464037A2}" destId="{A0EFF722-5825-40CD-9422-808497F72D3F}" srcOrd="1" destOrd="0" presId="urn:microsoft.com/office/officeart/2016/7/layout/RepeatingBendingProcessNew"/>
    <dgm:cxn modelId="{A1F66F0D-DD67-466B-B5AF-5582D8237C15}" type="presOf" srcId="{FF88FE1F-A999-4067-B249-8D4460B58A8C}" destId="{B71EB658-836F-457C-A175-A2856D645AE5}" srcOrd="0" destOrd="0" presId="urn:microsoft.com/office/officeart/2016/7/layout/RepeatingBendingProcessNew"/>
    <dgm:cxn modelId="{6751A920-3BF3-40BA-9087-DD2DD702F552}" type="presOf" srcId="{284F818B-C92F-4CD6-AB7A-567A12B54DE3}" destId="{B43E9694-64C5-4F82-BB94-B46E61307141}" srcOrd="0" destOrd="0" presId="urn:microsoft.com/office/officeart/2016/7/layout/RepeatingBendingProcessNew"/>
    <dgm:cxn modelId="{41B7D421-47DF-43F0-9DDB-A1B923439607}" type="presOf" srcId="{E1EF0C81-DDDE-4D0C-87FA-B26D8B4F83CC}" destId="{EBA97CDE-2F02-4954-9C69-8F00DFDF8B3E}" srcOrd="0" destOrd="0" presId="urn:microsoft.com/office/officeart/2016/7/layout/RepeatingBendingProcessNew"/>
    <dgm:cxn modelId="{AFD7D628-DA24-499C-B87B-C2DFF8F79884}" type="presOf" srcId="{F99B5026-21E2-446D-A985-638991B6A6DD}" destId="{669467B2-F858-4638-9027-E5FA20F79E43}" srcOrd="0" destOrd="0" presId="urn:microsoft.com/office/officeart/2016/7/layout/RepeatingBendingProcessNew"/>
    <dgm:cxn modelId="{96D14C2C-D4B2-4AC0-9A0F-679773CB744A}" srcId="{52E9E925-BF1A-4B1A-BA98-652C7BBEA401}" destId="{F99B5026-21E2-446D-A985-638991B6A6DD}" srcOrd="4" destOrd="0" parTransId="{4B3CC274-8D48-4F17-9893-569E771232D7}" sibTransId="{135E0B38-FD07-4FAA-8DC5-F576A1CFD732}"/>
    <dgm:cxn modelId="{A66E4735-D356-4D78-AB0F-1F4DA8202CEC}" type="presOf" srcId="{F9D07F70-1359-4212-BB27-BF8A7DD90F99}" destId="{DC0DD66A-6C33-4FEB-9D69-2289078A9BF5}" srcOrd="1" destOrd="0" presId="urn:microsoft.com/office/officeart/2016/7/layout/RepeatingBendingProcessNew"/>
    <dgm:cxn modelId="{C1023439-A9E1-4952-9F72-8AEA5654D988}" type="presOf" srcId="{6047609E-CF03-4528-83E8-A94B8252D9EA}" destId="{EB14EFA6-D884-451A-9473-4930FF3FD316}" srcOrd="1" destOrd="0" presId="urn:microsoft.com/office/officeart/2016/7/layout/RepeatingBendingProcessNew"/>
    <dgm:cxn modelId="{A7A6DD41-9FDA-4804-B053-960C0EC02E58}" type="presOf" srcId="{135E0B38-FD07-4FAA-8DC5-F576A1CFD732}" destId="{AE398036-4105-479C-9788-5FADFEE542AF}" srcOrd="0" destOrd="0" presId="urn:microsoft.com/office/officeart/2016/7/layout/RepeatingBendingProcessNew"/>
    <dgm:cxn modelId="{84E2B566-1E43-41EB-8090-FB297C40676E}" type="presOf" srcId="{654072DF-E83B-43EA-80A4-537C03412C2E}" destId="{37003710-BCA0-4588-94E4-C70EB80209C7}" srcOrd="0" destOrd="0" presId="urn:microsoft.com/office/officeart/2016/7/layout/RepeatingBendingProcessNew"/>
    <dgm:cxn modelId="{5428BF47-C803-43C3-8901-7A0FA7EEEE33}" srcId="{52E9E925-BF1A-4B1A-BA98-652C7BBEA401}" destId="{6C7F23A8-7CE7-4C69-BA28-BBC50BB8AB22}" srcOrd="9" destOrd="0" parTransId="{3E9849A1-3C36-4B59-8AB3-00E21E3F2D3B}" sibTransId="{EC3AAA80-D0F9-4079-9B37-6F6AABB7DF5B}"/>
    <dgm:cxn modelId="{B234AB4A-A8F7-4D1B-AC10-834B61703F1F}" type="presOf" srcId="{6C7F23A8-7CE7-4C69-BA28-BBC50BB8AB22}" destId="{8D751E20-502F-4B26-9D7C-21EB447152DF}" srcOrd="0" destOrd="0" presId="urn:microsoft.com/office/officeart/2016/7/layout/RepeatingBendingProcessNew"/>
    <dgm:cxn modelId="{E08F774C-F820-41DF-8B33-279BD4F4CAFC}" srcId="{52E9E925-BF1A-4B1A-BA98-652C7BBEA401}" destId="{44D289D2-5EC3-4414-BB42-2566C739CCF8}" srcOrd="2" destOrd="0" parTransId="{C6168E94-B5DF-427B-8454-CA63DF3EE683}" sibTransId="{284F818B-C92F-4CD6-AB7A-567A12B54DE3}"/>
    <dgm:cxn modelId="{9B709C4D-1711-4086-8DB0-793FD5E23001}" type="presOf" srcId="{4CF50BBA-577F-4299-89F8-225625E70D2A}" destId="{4EECEA73-AA48-41FD-8339-1667A5E91942}" srcOrd="0" destOrd="0" presId="urn:microsoft.com/office/officeart/2016/7/layout/RepeatingBendingProcessNew"/>
    <dgm:cxn modelId="{7707B66D-9DDD-4500-BADE-280E33904422}" type="presOf" srcId="{6945871B-1265-4C2A-9389-DDF67170070F}" destId="{3B1A9126-B792-419B-8C98-2798EF02E6EE}" srcOrd="0" destOrd="0" presId="urn:microsoft.com/office/officeart/2016/7/layout/RepeatingBendingProcessNew"/>
    <dgm:cxn modelId="{4010556E-6055-40FD-ADE5-9D1ED291AB10}" srcId="{52E9E925-BF1A-4B1A-BA98-652C7BBEA401}" destId="{6945871B-1265-4C2A-9389-DDF67170070F}" srcOrd="7" destOrd="0" parTransId="{18D1FB65-CEB0-48F6-8D44-CB2DB7BD2486}" sibTransId="{F9D07F70-1359-4212-BB27-BF8A7DD90F99}"/>
    <dgm:cxn modelId="{94BDCF4E-BB3F-49EB-B9B8-7A86AF79CA93}" type="presOf" srcId="{3A6AB041-ECCE-43C4-A565-16D3464037A2}" destId="{7DDBCBFC-7B2C-4C72-AFE4-7DFF14EDDD99}" srcOrd="0" destOrd="0" presId="urn:microsoft.com/office/officeart/2016/7/layout/RepeatingBendingProcessNew"/>
    <dgm:cxn modelId="{BEA33C70-82F4-455E-8ED3-416DA5BEFB88}" type="presOf" srcId="{F9D07F70-1359-4212-BB27-BF8A7DD90F99}" destId="{9CEA6140-1664-4AC0-B918-5E647214ED66}" srcOrd="0" destOrd="0" presId="urn:microsoft.com/office/officeart/2016/7/layout/RepeatingBendingProcessNew"/>
    <dgm:cxn modelId="{BF6F0573-29F4-48FB-A7C6-C9E3E6EDE84B}" type="presOf" srcId="{634EC5D8-2D2F-41E5-84BD-B64A9A6440B9}" destId="{D0C1F88A-40FE-49E4-9624-4833D4FDF68C}" srcOrd="1" destOrd="0" presId="urn:microsoft.com/office/officeart/2016/7/layout/RepeatingBendingProcessNew"/>
    <dgm:cxn modelId="{8005C075-116B-4E45-8DAD-9AA33F095469}" srcId="{52E9E925-BF1A-4B1A-BA98-652C7BBEA401}" destId="{654072DF-E83B-43EA-80A4-537C03412C2E}" srcOrd="5" destOrd="0" parTransId="{AA86FEF3-43D8-4A2E-925C-C17CCC02A706}" sibTransId="{218478EE-3EA6-4EDA-946B-A74385C4AD7A}"/>
    <dgm:cxn modelId="{A8966476-E2AD-42FF-945F-9E84C3439BE2}" type="presOf" srcId="{A8D70745-164D-4221-8995-E642BDC3F882}" destId="{29FC3BF0-BDFE-442D-9F74-5FD575A4D14A}" srcOrd="0" destOrd="0" presId="urn:microsoft.com/office/officeart/2016/7/layout/RepeatingBendingProcessNew"/>
    <dgm:cxn modelId="{1B077557-67D5-435D-BF40-6971EB044F16}" type="presOf" srcId="{284F818B-C92F-4CD6-AB7A-567A12B54DE3}" destId="{D78E3B5D-63B7-4979-8959-AD39177076AA}" srcOrd="1" destOrd="0" presId="urn:microsoft.com/office/officeart/2016/7/layout/RepeatingBendingProcessNew"/>
    <dgm:cxn modelId="{622FBB57-E5B1-41C4-8A73-74BCF3989843}" type="presOf" srcId="{B76C5346-10FD-4122-9A79-E62FD16F0369}" destId="{C3BA2925-8A0D-493E-9412-C3AC4A7917FF}" srcOrd="0" destOrd="0" presId="urn:microsoft.com/office/officeart/2016/7/layout/RepeatingBendingProcessNew"/>
    <dgm:cxn modelId="{BA03857B-58A3-46F7-8920-B16C2F97212C}" type="presOf" srcId="{6047609E-CF03-4528-83E8-A94B8252D9EA}" destId="{750A4DC5-C6F3-4AC9-A515-61EF31F45CA6}" srcOrd="0" destOrd="0" presId="urn:microsoft.com/office/officeart/2016/7/layout/RepeatingBendingProcessNew"/>
    <dgm:cxn modelId="{639DE8A9-7C2B-4920-95F4-BDC34FDE3AA3}" srcId="{52E9E925-BF1A-4B1A-BA98-652C7BBEA401}" destId="{A8D70745-164D-4221-8995-E642BDC3F882}" srcOrd="0" destOrd="0" parTransId="{AB2EB62E-E597-49CF-8599-D6719AA1B622}" sibTransId="{FF88FE1F-A999-4067-B249-8D4460B58A8C}"/>
    <dgm:cxn modelId="{A614CDAD-555C-4969-840C-350C2C75A6DC}" srcId="{52E9E925-BF1A-4B1A-BA98-652C7BBEA401}" destId="{BF49B47A-65F6-4E90-96A2-FE6A3F74E871}" srcOrd="1" destOrd="0" parTransId="{AD9670FB-5D76-4800-9F2F-32C26F187AF1}" sibTransId="{634EC5D8-2D2F-41E5-84BD-B64A9A6440B9}"/>
    <dgm:cxn modelId="{4615A9B4-02DF-4BDC-83BA-A54ACFED5E97}" type="presOf" srcId="{135E0B38-FD07-4FAA-8DC5-F576A1CFD732}" destId="{87E4FA5F-1C46-463B-913C-994A0AD03D2D}" srcOrd="1" destOrd="0" presId="urn:microsoft.com/office/officeart/2016/7/layout/RepeatingBendingProcessNew"/>
    <dgm:cxn modelId="{8E2312BB-D8FE-4537-A9B9-C8425AEE9F37}" type="presOf" srcId="{52E9E925-BF1A-4B1A-BA98-652C7BBEA401}" destId="{2B28668F-B803-482A-BE87-95C042BAACD7}" srcOrd="0" destOrd="0" presId="urn:microsoft.com/office/officeart/2016/7/layout/RepeatingBendingProcessNew"/>
    <dgm:cxn modelId="{D3AA3ABF-E6F8-44C5-9FF3-2160F3D46F7A}" srcId="{52E9E925-BF1A-4B1A-BA98-652C7BBEA401}" destId="{E1EF0C81-DDDE-4D0C-87FA-B26D8B4F83CC}" srcOrd="8" destOrd="0" parTransId="{73C38505-8DA3-439B-B63D-780FF581D571}" sibTransId="{3A6AB041-ECCE-43C4-A565-16D3464037A2}"/>
    <dgm:cxn modelId="{E1ACC2D6-6DC8-4DD9-B363-B52D0B6DB081}" type="presOf" srcId="{634EC5D8-2D2F-41E5-84BD-B64A9A6440B9}" destId="{A08D5149-AC90-4EB4-A161-9D891E6470D1}" srcOrd="0" destOrd="0" presId="urn:microsoft.com/office/officeart/2016/7/layout/RepeatingBendingProcessNew"/>
    <dgm:cxn modelId="{71149EDF-6B37-4BD2-A932-5EC74657E844}" srcId="{52E9E925-BF1A-4B1A-BA98-652C7BBEA401}" destId="{B76C5346-10FD-4122-9A79-E62FD16F0369}" srcOrd="6" destOrd="0" parTransId="{999277EE-030B-4119-8E2A-3A0DDFD5C704}" sibTransId="{A698D66C-C67C-40AF-96BB-BC67E784C61A}"/>
    <dgm:cxn modelId="{49F2EEE1-5DC3-4B4E-9459-F17FB30762FA}" type="presOf" srcId="{44D289D2-5EC3-4414-BB42-2566C739CCF8}" destId="{B4370578-B58B-4E54-A971-B375C9C4A1EF}" srcOrd="0" destOrd="0" presId="urn:microsoft.com/office/officeart/2016/7/layout/RepeatingBendingProcessNew"/>
    <dgm:cxn modelId="{C10837E2-619B-457E-A2A7-0410354CDDA4}" type="presOf" srcId="{A698D66C-C67C-40AF-96BB-BC67E784C61A}" destId="{C2F7A253-049B-4EAC-9027-42A8F32F4637}" srcOrd="0" destOrd="0" presId="urn:microsoft.com/office/officeart/2016/7/layout/RepeatingBendingProcessNew"/>
    <dgm:cxn modelId="{2DD27EE8-3BF7-43B4-83A6-B9D3119AC632}" type="presOf" srcId="{218478EE-3EA6-4EDA-946B-A74385C4AD7A}" destId="{6A485B9B-731B-4227-B547-324ED6E092DE}" srcOrd="1" destOrd="0" presId="urn:microsoft.com/office/officeart/2016/7/layout/RepeatingBendingProcessNew"/>
    <dgm:cxn modelId="{9A04D1F2-4665-4543-B05D-848FA3FDDF60}" type="presOf" srcId="{BF49B47A-65F6-4E90-96A2-FE6A3F74E871}" destId="{A504FD2F-DF76-49CE-B8B2-17D9F670FD78}" srcOrd="0" destOrd="0" presId="urn:microsoft.com/office/officeart/2016/7/layout/RepeatingBendingProcessNew"/>
    <dgm:cxn modelId="{646868F6-CF1A-4494-8F0F-6CA2A5D1BEF4}" type="presOf" srcId="{FF88FE1F-A999-4067-B249-8D4460B58A8C}" destId="{ED0B9221-00ED-47E8-8F68-0A1F21D38050}" srcOrd="1" destOrd="0" presId="urn:microsoft.com/office/officeart/2016/7/layout/RepeatingBendingProcessNew"/>
    <dgm:cxn modelId="{D86A06F9-1DA1-4A6C-AB06-58AD794A665E}" type="presOf" srcId="{218478EE-3EA6-4EDA-946B-A74385C4AD7A}" destId="{7A3FFA79-73B0-4320-AD58-ECFA7F64AE16}" srcOrd="0" destOrd="0" presId="urn:microsoft.com/office/officeart/2016/7/layout/RepeatingBendingProcessNew"/>
    <dgm:cxn modelId="{C5F75153-F65C-4B89-95B4-C55197440264}" type="presParOf" srcId="{2B28668F-B803-482A-BE87-95C042BAACD7}" destId="{29FC3BF0-BDFE-442D-9F74-5FD575A4D14A}" srcOrd="0" destOrd="0" presId="urn:microsoft.com/office/officeart/2016/7/layout/RepeatingBendingProcessNew"/>
    <dgm:cxn modelId="{6A59E05F-2A47-4EFA-9127-F679C5F15183}" type="presParOf" srcId="{2B28668F-B803-482A-BE87-95C042BAACD7}" destId="{B71EB658-836F-457C-A175-A2856D645AE5}" srcOrd="1" destOrd="0" presId="urn:microsoft.com/office/officeart/2016/7/layout/RepeatingBendingProcessNew"/>
    <dgm:cxn modelId="{C91438F2-CFBF-4599-B58F-57C48ACB0212}" type="presParOf" srcId="{B71EB658-836F-457C-A175-A2856D645AE5}" destId="{ED0B9221-00ED-47E8-8F68-0A1F21D38050}" srcOrd="0" destOrd="0" presId="urn:microsoft.com/office/officeart/2016/7/layout/RepeatingBendingProcessNew"/>
    <dgm:cxn modelId="{ED04E375-F15F-4BD4-A3EF-D2694367CF90}" type="presParOf" srcId="{2B28668F-B803-482A-BE87-95C042BAACD7}" destId="{A504FD2F-DF76-49CE-B8B2-17D9F670FD78}" srcOrd="2" destOrd="0" presId="urn:microsoft.com/office/officeart/2016/7/layout/RepeatingBendingProcessNew"/>
    <dgm:cxn modelId="{7C08FC13-5664-4021-A1D3-AC2A7C190F03}" type="presParOf" srcId="{2B28668F-B803-482A-BE87-95C042BAACD7}" destId="{A08D5149-AC90-4EB4-A161-9D891E6470D1}" srcOrd="3" destOrd="0" presId="urn:microsoft.com/office/officeart/2016/7/layout/RepeatingBendingProcessNew"/>
    <dgm:cxn modelId="{75AFB5F4-AF26-4EC8-BEA2-1307D4BB2CC3}" type="presParOf" srcId="{A08D5149-AC90-4EB4-A161-9D891E6470D1}" destId="{D0C1F88A-40FE-49E4-9624-4833D4FDF68C}" srcOrd="0" destOrd="0" presId="urn:microsoft.com/office/officeart/2016/7/layout/RepeatingBendingProcessNew"/>
    <dgm:cxn modelId="{21C2D8A4-0674-4B98-9418-3906B0EC3DD0}" type="presParOf" srcId="{2B28668F-B803-482A-BE87-95C042BAACD7}" destId="{B4370578-B58B-4E54-A971-B375C9C4A1EF}" srcOrd="4" destOrd="0" presId="urn:microsoft.com/office/officeart/2016/7/layout/RepeatingBendingProcessNew"/>
    <dgm:cxn modelId="{E433EF0C-EA52-4AFB-95AE-AB8B924238FD}" type="presParOf" srcId="{2B28668F-B803-482A-BE87-95C042BAACD7}" destId="{B43E9694-64C5-4F82-BB94-B46E61307141}" srcOrd="5" destOrd="0" presId="urn:microsoft.com/office/officeart/2016/7/layout/RepeatingBendingProcessNew"/>
    <dgm:cxn modelId="{5270C92C-ABFB-40C4-B10A-D243F08862E6}" type="presParOf" srcId="{B43E9694-64C5-4F82-BB94-B46E61307141}" destId="{D78E3B5D-63B7-4979-8959-AD39177076AA}" srcOrd="0" destOrd="0" presId="urn:microsoft.com/office/officeart/2016/7/layout/RepeatingBendingProcessNew"/>
    <dgm:cxn modelId="{353208CF-3B16-4006-A365-11667941B404}" type="presParOf" srcId="{2B28668F-B803-482A-BE87-95C042BAACD7}" destId="{4EECEA73-AA48-41FD-8339-1667A5E91942}" srcOrd="6" destOrd="0" presId="urn:microsoft.com/office/officeart/2016/7/layout/RepeatingBendingProcessNew"/>
    <dgm:cxn modelId="{A76E236F-574C-4F8E-BB8F-E0850EB0830D}" type="presParOf" srcId="{2B28668F-B803-482A-BE87-95C042BAACD7}" destId="{750A4DC5-C6F3-4AC9-A515-61EF31F45CA6}" srcOrd="7" destOrd="0" presId="urn:microsoft.com/office/officeart/2016/7/layout/RepeatingBendingProcessNew"/>
    <dgm:cxn modelId="{CDA71D6B-D7AB-48F5-9CCA-E29739BDBFDB}" type="presParOf" srcId="{750A4DC5-C6F3-4AC9-A515-61EF31F45CA6}" destId="{EB14EFA6-D884-451A-9473-4930FF3FD316}" srcOrd="0" destOrd="0" presId="urn:microsoft.com/office/officeart/2016/7/layout/RepeatingBendingProcessNew"/>
    <dgm:cxn modelId="{8F75D768-C195-40B4-BFDA-2CD7079933FC}" type="presParOf" srcId="{2B28668F-B803-482A-BE87-95C042BAACD7}" destId="{669467B2-F858-4638-9027-E5FA20F79E43}" srcOrd="8" destOrd="0" presId="urn:microsoft.com/office/officeart/2016/7/layout/RepeatingBendingProcessNew"/>
    <dgm:cxn modelId="{703FA164-8237-4F60-A1C4-B171582B9EB9}" type="presParOf" srcId="{2B28668F-B803-482A-BE87-95C042BAACD7}" destId="{AE398036-4105-479C-9788-5FADFEE542AF}" srcOrd="9" destOrd="0" presId="urn:microsoft.com/office/officeart/2016/7/layout/RepeatingBendingProcessNew"/>
    <dgm:cxn modelId="{BB8CC47B-3CB4-4E2D-A62E-18A40E657FA4}" type="presParOf" srcId="{AE398036-4105-479C-9788-5FADFEE542AF}" destId="{87E4FA5F-1C46-463B-913C-994A0AD03D2D}" srcOrd="0" destOrd="0" presId="urn:microsoft.com/office/officeart/2016/7/layout/RepeatingBendingProcessNew"/>
    <dgm:cxn modelId="{B1A4B28E-6AA0-4045-8AC1-83EFA76CBAE1}" type="presParOf" srcId="{2B28668F-B803-482A-BE87-95C042BAACD7}" destId="{37003710-BCA0-4588-94E4-C70EB80209C7}" srcOrd="10" destOrd="0" presId="urn:microsoft.com/office/officeart/2016/7/layout/RepeatingBendingProcessNew"/>
    <dgm:cxn modelId="{AA6A5169-2D2F-4107-A5C5-C7C5166F9CBF}" type="presParOf" srcId="{2B28668F-B803-482A-BE87-95C042BAACD7}" destId="{7A3FFA79-73B0-4320-AD58-ECFA7F64AE16}" srcOrd="11" destOrd="0" presId="urn:microsoft.com/office/officeart/2016/7/layout/RepeatingBendingProcessNew"/>
    <dgm:cxn modelId="{09817620-90C8-447F-963D-F874E4E7B786}" type="presParOf" srcId="{7A3FFA79-73B0-4320-AD58-ECFA7F64AE16}" destId="{6A485B9B-731B-4227-B547-324ED6E092DE}" srcOrd="0" destOrd="0" presId="urn:microsoft.com/office/officeart/2016/7/layout/RepeatingBendingProcessNew"/>
    <dgm:cxn modelId="{BB250D2F-7FB1-4EF1-B8AD-3E5623FF2B4B}" type="presParOf" srcId="{2B28668F-B803-482A-BE87-95C042BAACD7}" destId="{C3BA2925-8A0D-493E-9412-C3AC4A7917FF}" srcOrd="12" destOrd="0" presId="urn:microsoft.com/office/officeart/2016/7/layout/RepeatingBendingProcessNew"/>
    <dgm:cxn modelId="{68985FDC-AFFD-4DBE-A63E-D1A09CC24FAB}" type="presParOf" srcId="{2B28668F-B803-482A-BE87-95C042BAACD7}" destId="{C2F7A253-049B-4EAC-9027-42A8F32F4637}" srcOrd="13" destOrd="0" presId="urn:microsoft.com/office/officeart/2016/7/layout/RepeatingBendingProcessNew"/>
    <dgm:cxn modelId="{EBD67544-2960-4EC0-A616-5559436A1F8D}" type="presParOf" srcId="{C2F7A253-049B-4EAC-9027-42A8F32F4637}" destId="{76899A2E-ACB9-427E-B6F0-340D9395DC14}" srcOrd="0" destOrd="0" presId="urn:microsoft.com/office/officeart/2016/7/layout/RepeatingBendingProcessNew"/>
    <dgm:cxn modelId="{15FEE430-3C6B-46D1-A535-E4C7C934A955}" type="presParOf" srcId="{2B28668F-B803-482A-BE87-95C042BAACD7}" destId="{3B1A9126-B792-419B-8C98-2798EF02E6EE}" srcOrd="14" destOrd="0" presId="urn:microsoft.com/office/officeart/2016/7/layout/RepeatingBendingProcessNew"/>
    <dgm:cxn modelId="{88D6852C-59EB-4132-895D-B65C31554DC1}" type="presParOf" srcId="{2B28668F-B803-482A-BE87-95C042BAACD7}" destId="{9CEA6140-1664-4AC0-B918-5E647214ED66}" srcOrd="15" destOrd="0" presId="urn:microsoft.com/office/officeart/2016/7/layout/RepeatingBendingProcessNew"/>
    <dgm:cxn modelId="{337A75F9-269A-4D20-8E61-44C61F1941C8}" type="presParOf" srcId="{9CEA6140-1664-4AC0-B918-5E647214ED66}" destId="{DC0DD66A-6C33-4FEB-9D69-2289078A9BF5}" srcOrd="0" destOrd="0" presId="urn:microsoft.com/office/officeart/2016/7/layout/RepeatingBendingProcessNew"/>
    <dgm:cxn modelId="{2AFCB80A-91C2-4B7F-91FC-30191727C7B3}" type="presParOf" srcId="{2B28668F-B803-482A-BE87-95C042BAACD7}" destId="{EBA97CDE-2F02-4954-9C69-8F00DFDF8B3E}" srcOrd="16" destOrd="0" presId="urn:microsoft.com/office/officeart/2016/7/layout/RepeatingBendingProcessNew"/>
    <dgm:cxn modelId="{DFED228C-DE0B-4602-926A-9A635408C9C0}" type="presParOf" srcId="{2B28668F-B803-482A-BE87-95C042BAACD7}" destId="{7DDBCBFC-7B2C-4C72-AFE4-7DFF14EDDD99}" srcOrd="17" destOrd="0" presId="urn:microsoft.com/office/officeart/2016/7/layout/RepeatingBendingProcessNew"/>
    <dgm:cxn modelId="{57C858DA-5B4B-498E-B60A-C084A2881590}" type="presParOf" srcId="{7DDBCBFC-7B2C-4C72-AFE4-7DFF14EDDD99}" destId="{A0EFF722-5825-40CD-9422-808497F72D3F}" srcOrd="0" destOrd="0" presId="urn:microsoft.com/office/officeart/2016/7/layout/RepeatingBendingProcessNew"/>
    <dgm:cxn modelId="{C31911E1-712A-4054-95AD-D2FE9835FB4C}" type="presParOf" srcId="{2B28668F-B803-482A-BE87-95C042BAACD7}" destId="{8D751E20-502F-4B26-9D7C-21EB447152DF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80FBBED-8E86-48EA-9AF1-72D8B984D935}" type="doc">
      <dgm:prSet loTypeId="urn:microsoft.com/office/officeart/2018/5/layout/IconCircleLabelList" loCatId="icon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9DC3E6C4-3737-44A5-B40E-7A9A8DC5E08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Authentication</a:t>
          </a:r>
        </a:p>
      </dgm:t>
    </dgm:pt>
    <dgm:pt modelId="{8F29CED3-1FB7-49F0-8F6A-47F64779E1D4}" type="parTrans" cxnId="{1485E590-5748-46BC-875E-857A8E88E596}">
      <dgm:prSet/>
      <dgm:spPr/>
      <dgm:t>
        <a:bodyPr/>
        <a:lstStyle/>
        <a:p>
          <a:endParaRPr lang="en-US"/>
        </a:p>
      </dgm:t>
    </dgm:pt>
    <dgm:pt modelId="{118E4A23-73E4-480E-8AB0-F0CAA7109D19}" type="sibTrans" cxnId="{1485E590-5748-46BC-875E-857A8E88E596}">
      <dgm:prSet/>
      <dgm:spPr/>
      <dgm:t>
        <a:bodyPr/>
        <a:lstStyle/>
        <a:p>
          <a:endParaRPr lang="en-US"/>
        </a:p>
      </dgm:t>
    </dgm:pt>
    <dgm:pt modelId="{866B9BFB-09E1-4530-8819-CB37A920934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Authorization</a:t>
          </a:r>
        </a:p>
      </dgm:t>
    </dgm:pt>
    <dgm:pt modelId="{6B725DA6-FC58-4424-AAF7-292BF400AFE4}" type="parTrans" cxnId="{9BAD62EA-2624-4792-8B4E-E606FE892FC2}">
      <dgm:prSet/>
      <dgm:spPr/>
      <dgm:t>
        <a:bodyPr/>
        <a:lstStyle/>
        <a:p>
          <a:endParaRPr lang="en-US"/>
        </a:p>
      </dgm:t>
    </dgm:pt>
    <dgm:pt modelId="{FAA3D950-6C86-4D17-8EC2-2CB4EAF8A484}" type="sibTrans" cxnId="{9BAD62EA-2624-4792-8B4E-E606FE892FC2}">
      <dgm:prSet/>
      <dgm:spPr/>
      <dgm:t>
        <a:bodyPr/>
        <a:lstStyle/>
        <a:p>
          <a:endParaRPr lang="en-US"/>
        </a:p>
      </dgm:t>
    </dgm:pt>
    <dgm:pt modelId="{93DD6A16-4A26-46C2-BD01-51C1DC414884}" type="pres">
      <dgm:prSet presAssocID="{E80FBBED-8E86-48EA-9AF1-72D8B984D935}" presName="root" presStyleCnt="0">
        <dgm:presLayoutVars>
          <dgm:dir/>
          <dgm:resizeHandles val="exact"/>
        </dgm:presLayoutVars>
      </dgm:prSet>
      <dgm:spPr/>
    </dgm:pt>
    <dgm:pt modelId="{AFB88D8B-5AC9-4318-9480-1488210F2F55}" type="pres">
      <dgm:prSet presAssocID="{9DC3E6C4-3737-44A5-B40E-7A9A8DC5E08B}" presName="compNode" presStyleCnt="0"/>
      <dgm:spPr/>
    </dgm:pt>
    <dgm:pt modelId="{4A421361-5390-4901-9221-34C8EE13132A}" type="pres">
      <dgm:prSet presAssocID="{9DC3E6C4-3737-44A5-B40E-7A9A8DC5E08B}" presName="iconBgRect" presStyleLbl="bgShp" presStyleIdx="0" presStyleCnt="2"/>
      <dgm:spPr/>
    </dgm:pt>
    <dgm:pt modelId="{232E38B0-B4CE-4CD0-B41C-5253AD922A8E}" type="pres">
      <dgm:prSet presAssocID="{9DC3E6C4-3737-44A5-B40E-7A9A8DC5E08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 with solid fill"/>
        </a:ext>
      </dgm:extLst>
    </dgm:pt>
    <dgm:pt modelId="{78641DB1-CF0E-4F9F-A583-9EF251CAB478}" type="pres">
      <dgm:prSet presAssocID="{9DC3E6C4-3737-44A5-B40E-7A9A8DC5E08B}" presName="spaceRect" presStyleCnt="0"/>
      <dgm:spPr/>
    </dgm:pt>
    <dgm:pt modelId="{581B3DAC-0056-4E5C-B6A4-605257786680}" type="pres">
      <dgm:prSet presAssocID="{9DC3E6C4-3737-44A5-B40E-7A9A8DC5E08B}" presName="textRect" presStyleLbl="revTx" presStyleIdx="0" presStyleCnt="2">
        <dgm:presLayoutVars>
          <dgm:chMax val="1"/>
          <dgm:chPref val="1"/>
        </dgm:presLayoutVars>
      </dgm:prSet>
      <dgm:spPr/>
    </dgm:pt>
    <dgm:pt modelId="{94F375B9-2F14-4D62-A7E6-42B3E439F4C0}" type="pres">
      <dgm:prSet presAssocID="{118E4A23-73E4-480E-8AB0-F0CAA7109D19}" presName="sibTrans" presStyleCnt="0"/>
      <dgm:spPr/>
    </dgm:pt>
    <dgm:pt modelId="{2EDE46A0-673B-43AD-BD38-194682EFFE83}" type="pres">
      <dgm:prSet presAssocID="{866B9BFB-09E1-4530-8819-CB37A9209342}" presName="compNode" presStyleCnt="0"/>
      <dgm:spPr/>
    </dgm:pt>
    <dgm:pt modelId="{58AB09E2-01EE-4259-9E3F-C67D546C6AE1}" type="pres">
      <dgm:prSet presAssocID="{866B9BFB-09E1-4530-8819-CB37A9209342}" presName="iconBgRect" presStyleLbl="bgShp" presStyleIdx="1" presStyleCnt="2"/>
      <dgm:spPr/>
    </dgm:pt>
    <dgm:pt modelId="{8C454EAB-390B-471B-AEF8-EC3A37415148}" type="pres">
      <dgm:prSet presAssocID="{866B9BFB-09E1-4530-8819-CB37A920934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ey outline"/>
        </a:ext>
      </dgm:extLst>
    </dgm:pt>
    <dgm:pt modelId="{94D853A1-30A7-4A75-9F77-58CF62CADBF1}" type="pres">
      <dgm:prSet presAssocID="{866B9BFB-09E1-4530-8819-CB37A9209342}" presName="spaceRect" presStyleCnt="0"/>
      <dgm:spPr/>
    </dgm:pt>
    <dgm:pt modelId="{5275B2D9-BDA0-4C30-BDB8-4F8E893E31E0}" type="pres">
      <dgm:prSet presAssocID="{866B9BFB-09E1-4530-8819-CB37A920934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7CD3812-5D8A-4DD8-9611-6A984D5E00A4}" type="presOf" srcId="{866B9BFB-09E1-4530-8819-CB37A9209342}" destId="{5275B2D9-BDA0-4C30-BDB8-4F8E893E31E0}" srcOrd="0" destOrd="0" presId="urn:microsoft.com/office/officeart/2018/5/layout/IconCircleLabelList"/>
    <dgm:cxn modelId="{1953ED2F-2296-4899-B032-1937C03A2787}" type="presOf" srcId="{E80FBBED-8E86-48EA-9AF1-72D8B984D935}" destId="{93DD6A16-4A26-46C2-BD01-51C1DC414884}" srcOrd="0" destOrd="0" presId="urn:microsoft.com/office/officeart/2018/5/layout/IconCircleLabelList"/>
    <dgm:cxn modelId="{1485E590-5748-46BC-875E-857A8E88E596}" srcId="{E80FBBED-8E86-48EA-9AF1-72D8B984D935}" destId="{9DC3E6C4-3737-44A5-B40E-7A9A8DC5E08B}" srcOrd="0" destOrd="0" parTransId="{8F29CED3-1FB7-49F0-8F6A-47F64779E1D4}" sibTransId="{118E4A23-73E4-480E-8AB0-F0CAA7109D19}"/>
    <dgm:cxn modelId="{A9A4F6E9-61A8-41CB-93B0-B4E39FAAD1BB}" type="presOf" srcId="{9DC3E6C4-3737-44A5-B40E-7A9A8DC5E08B}" destId="{581B3DAC-0056-4E5C-B6A4-605257786680}" srcOrd="0" destOrd="0" presId="urn:microsoft.com/office/officeart/2018/5/layout/IconCircleLabelList"/>
    <dgm:cxn modelId="{9BAD62EA-2624-4792-8B4E-E606FE892FC2}" srcId="{E80FBBED-8E86-48EA-9AF1-72D8B984D935}" destId="{866B9BFB-09E1-4530-8819-CB37A9209342}" srcOrd="1" destOrd="0" parTransId="{6B725DA6-FC58-4424-AAF7-292BF400AFE4}" sibTransId="{FAA3D950-6C86-4D17-8EC2-2CB4EAF8A484}"/>
    <dgm:cxn modelId="{34DC56B6-0AB0-4063-81F1-D89C8D787C67}" type="presParOf" srcId="{93DD6A16-4A26-46C2-BD01-51C1DC414884}" destId="{AFB88D8B-5AC9-4318-9480-1488210F2F55}" srcOrd="0" destOrd="0" presId="urn:microsoft.com/office/officeart/2018/5/layout/IconCircleLabelList"/>
    <dgm:cxn modelId="{9D76BA5D-2062-43B1-B758-DFA573FA9487}" type="presParOf" srcId="{AFB88D8B-5AC9-4318-9480-1488210F2F55}" destId="{4A421361-5390-4901-9221-34C8EE13132A}" srcOrd="0" destOrd="0" presId="urn:microsoft.com/office/officeart/2018/5/layout/IconCircleLabelList"/>
    <dgm:cxn modelId="{CFAAADDC-D730-4831-82C6-29D5D46914E6}" type="presParOf" srcId="{AFB88D8B-5AC9-4318-9480-1488210F2F55}" destId="{232E38B0-B4CE-4CD0-B41C-5253AD922A8E}" srcOrd="1" destOrd="0" presId="urn:microsoft.com/office/officeart/2018/5/layout/IconCircleLabelList"/>
    <dgm:cxn modelId="{32B1695C-A83F-41C8-A569-CE17B040534D}" type="presParOf" srcId="{AFB88D8B-5AC9-4318-9480-1488210F2F55}" destId="{78641DB1-CF0E-4F9F-A583-9EF251CAB478}" srcOrd="2" destOrd="0" presId="urn:microsoft.com/office/officeart/2018/5/layout/IconCircleLabelList"/>
    <dgm:cxn modelId="{2A64835B-FA8E-427A-B20C-C518473A9F3E}" type="presParOf" srcId="{AFB88D8B-5AC9-4318-9480-1488210F2F55}" destId="{581B3DAC-0056-4E5C-B6A4-605257786680}" srcOrd="3" destOrd="0" presId="urn:microsoft.com/office/officeart/2018/5/layout/IconCircleLabelList"/>
    <dgm:cxn modelId="{4D2859E4-0438-4B51-BA2D-B044ACFC16F2}" type="presParOf" srcId="{93DD6A16-4A26-46C2-BD01-51C1DC414884}" destId="{94F375B9-2F14-4D62-A7E6-42B3E439F4C0}" srcOrd="1" destOrd="0" presId="urn:microsoft.com/office/officeart/2018/5/layout/IconCircleLabelList"/>
    <dgm:cxn modelId="{4DE2752F-8520-43D6-A2D0-4EC8DEC423D2}" type="presParOf" srcId="{93DD6A16-4A26-46C2-BD01-51C1DC414884}" destId="{2EDE46A0-673B-43AD-BD38-194682EFFE83}" srcOrd="2" destOrd="0" presId="urn:microsoft.com/office/officeart/2018/5/layout/IconCircleLabelList"/>
    <dgm:cxn modelId="{0457E798-3458-4E7A-9FDC-4DF15ECD1EAD}" type="presParOf" srcId="{2EDE46A0-673B-43AD-BD38-194682EFFE83}" destId="{58AB09E2-01EE-4259-9E3F-C67D546C6AE1}" srcOrd="0" destOrd="0" presId="urn:microsoft.com/office/officeart/2018/5/layout/IconCircleLabelList"/>
    <dgm:cxn modelId="{91CB709D-5856-4BC2-8D5D-311D9040BA59}" type="presParOf" srcId="{2EDE46A0-673B-43AD-BD38-194682EFFE83}" destId="{8C454EAB-390B-471B-AEF8-EC3A37415148}" srcOrd="1" destOrd="0" presId="urn:microsoft.com/office/officeart/2018/5/layout/IconCircleLabelList"/>
    <dgm:cxn modelId="{54C77AA9-A1E8-40B9-9004-9C827B5ED534}" type="presParOf" srcId="{2EDE46A0-673B-43AD-BD38-194682EFFE83}" destId="{94D853A1-30A7-4A75-9F77-58CF62CADBF1}" srcOrd="2" destOrd="0" presId="urn:microsoft.com/office/officeart/2018/5/layout/IconCircleLabelList"/>
    <dgm:cxn modelId="{42B393CD-5F44-4908-8880-1993F020F6CF}" type="presParOf" srcId="{2EDE46A0-673B-43AD-BD38-194682EFFE83}" destId="{5275B2D9-BDA0-4C30-BDB8-4F8E893E31E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B893FA5-475E-4374-8CAB-19E77D11FA91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4548E9D0-03AD-4A31-91D1-6EA59508D77D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Same Origin Policy</a:t>
          </a:r>
        </a:p>
      </dgm:t>
    </dgm:pt>
    <dgm:pt modelId="{D65B8DF5-9CC5-486E-B69E-4888C9F68918}" type="parTrans" cxnId="{7E65C455-93F6-4C99-A985-12B5FECC7631}">
      <dgm:prSet/>
      <dgm:spPr/>
      <dgm:t>
        <a:bodyPr/>
        <a:lstStyle/>
        <a:p>
          <a:endParaRPr lang="en-US"/>
        </a:p>
      </dgm:t>
    </dgm:pt>
    <dgm:pt modelId="{381D7357-C165-4D84-AD2D-4669A0F299AA}" type="sibTrans" cxnId="{7E65C455-93F6-4C99-A985-12B5FECC7631}">
      <dgm:prSet/>
      <dgm:spPr/>
      <dgm:t>
        <a:bodyPr/>
        <a:lstStyle/>
        <a:p>
          <a:endParaRPr lang="en-US"/>
        </a:p>
      </dgm:t>
    </dgm:pt>
    <dgm:pt modelId="{FAA64E30-13BD-4385-A943-5AFDE34F03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Security feature to </a:t>
          </a:r>
          <a:r>
            <a:rPr lang="en-US" b="0" i="0"/>
            <a:t>prevent web pages from making requests to a different domain for security reasons</a:t>
          </a:r>
          <a:endParaRPr lang="en-US"/>
        </a:p>
      </dgm:t>
    </dgm:pt>
    <dgm:pt modelId="{7E334B87-3307-42F8-B1F4-EC31C0E044AE}" type="parTrans" cxnId="{9A21C795-BCC9-4D9C-BDD3-62EA1514FA8D}">
      <dgm:prSet/>
      <dgm:spPr/>
      <dgm:t>
        <a:bodyPr/>
        <a:lstStyle/>
        <a:p>
          <a:endParaRPr lang="en-US"/>
        </a:p>
      </dgm:t>
    </dgm:pt>
    <dgm:pt modelId="{208AD76E-44B3-4920-9736-005BD0EFE770}" type="sibTrans" cxnId="{9A21C795-BCC9-4D9C-BDD3-62EA1514FA8D}">
      <dgm:prSet/>
      <dgm:spPr/>
      <dgm:t>
        <a:bodyPr/>
        <a:lstStyle/>
        <a:p>
          <a:endParaRPr lang="en-US"/>
        </a:p>
      </dgm:t>
    </dgm:pt>
    <dgm:pt modelId="{16D5FDD2-F1EF-4AF9-8D64-F0C4014969D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Cross Origin Requests</a:t>
          </a:r>
        </a:p>
      </dgm:t>
    </dgm:pt>
    <dgm:pt modelId="{645CB733-7927-4A4D-A9FC-37528CE5332C}" type="parTrans" cxnId="{8FBD1B06-33B9-40A4-B360-AAF02E892BE8}">
      <dgm:prSet/>
      <dgm:spPr/>
      <dgm:t>
        <a:bodyPr/>
        <a:lstStyle/>
        <a:p>
          <a:endParaRPr lang="en-US"/>
        </a:p>
      </dgm:t>
    </dgm:pt>
    <dgm:pt modelId="{5BBF0362-EF4F-496E-A203-A80006F5734F}" type="sibTrans" cxnId="{8FBD1B06-33B9-40A4-B360-AAF02E892BE8}">
      <dgm:prSet/>
      <dgm:spPr/>
      <dgm:t>
        <a:bodyPr/>
        <a:lstStyle/>
        <a:p>
          <a:endParaRPr lang="en-US"/>
        </a:p>
      </dgm:t>
    </dgm:pt>
    <dgm:pt modelId="{8A33FED2-E52F-442D-8CCB-D9092803EB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Sometimes we must access APIs or resources hosted on different domains</a:t>
          </a:r>
          <a:endParaRPr lang="en-US"/>
        </a:p>
      </dgm:t>
    </dgm:pt>
    <dgm:pt modelId="{7FE86388-6E0E-4954-B201-BB6F430653E2}" type="parTrans" cxnId="{BAEE5C4F-303A-42FF-BFB1-3A51E2394B57}">
      <dgm:prSet/>
      <dgm:spPr/>
      <dgm:t>
        <a:bodyPr/>
        <a:lstStyle/>
        <a:p>
          <a:endParaRPr lang="en-US"/>
        </a:p>
      </dgm:t>
    </dgm:pt>
    <dgm:pt modelId="{2A24E150-FD6E-4BD5-8B15-AD28D785466F}" type="sibTrans" cxnId="{BAEE5C4F-303A-42FF-BFB1-3A51E2394B57}">
      <dgm:prSet/>
      <dgm:spPr/>
      <dgm:t>
        <a:bodyPr/>
        <a:lstStyle/>
        <a:p>
          <a:endParaRPr lang="en-US"/>
        </a:p>
      </dgm:t>
    </dgm:pt>
    <dgm:pt modelId="{83D859B9-AC76-4739-9A31-E3BFBE5615E2}" type="pres">
      <dgm:prSet presAssocID="{6B893FA5-475E-4374-8CAB-19E77D11FA91}" presName="root" presStyleCnt="0">
        <dgm:presLayoutVars>
          <dgm:dir/>
          <dgm:resizeHandles val="exact"/>
        </dgm:presLayoutVars>
      </dgm:prSet>
      <dgm:spPr/>
    </dgm:pt>
    <dgm:pt modelId="{7665FC80-9FC2-4680-B355-7B1893CE4E07}" type="pres">
      <dgm:prSet presAssocID="{4548E9D0-03AD-4A31-91D1-6EA59508D77D}" presName="compNode" presStyleCnt="0"/>
      <dgm:spPr/>
    </dgm:pt>
    <dgm:pt modelId="{933D445E-7B78-4EC7-B293-0F24AA22A5B8}" type="pres">
      <dgm:prSet presAssocID="{4548E9D0-03AD-4A31-91D1-6EA59508D77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 outline"/>
        </a:ext>
      </dgm:extLst>
    </dgm:pt>
    <dgm:pt modelId="{54FA438E-56E4-4194-AB9B-F5AFEAAB4359}" type="pres">
      <dgm:prSet presAssocID="{4548E9D0-03AD-4A31-91D1-6EA59508D77D}" presName="iconSpace" presStyleCnt="0"/>
      <dgm:spPr/>
    </dgm:pt>
    <dgm:pt modelId="{A27B31DB-D874-49C9-B13F-E9AB2685036A}" type="pres">
      <dgm:prSet presAssocID="{4548E9D0-03AD-4A31-91D1-6EA59508D77D}" presName="parTx" presStyleLbl="revTx" presStyleIdx="0" presStyleCnt="4">
        <dgm:presLayoutVars>
          <dgm:chMax val="0"/>
          <dgm:chPref val="0"/>
        </dgm:presLayoutVars>
      </dgm:prSet>
      <dgm:spPr/>
    </dgm:pt>
    <dgm:pt modelId="{9BAA50F9-C456-4416-8660-1188BC06D4F0}" type="pres">
      <dgm:prSet presAssocID="{4548E9D0-03AD-4A31-91D1-6EA59508D77D}" presName="txSpace" presStyleCnt="0"/>
      <dgm:spPr/>
    </dgm:pt>
    <dgm:pt modelId="{E521D912-946A-4045-8957-94CD7A339E82}" type="pres">
      <dgm:prSet presAssocID="{4548E9D0-03AD-4A31-91D1-6EA59508D77D}" presName="desTx" presStyleLbl="revTx" presStyleIdx="1" presStyleCnt="4">
        <dgm:presLayoutVars/>
      </dgm:prSet>
      <dgm:spPr/>
    </dgm:pt>
    <dgm:pt modelId="{71FE3DF4-C6F1-478F-81F8-9980888254B2}" type="pres">
      <dgm:prSet presAssocID="{381D7357-C165-4D84-AD2D-4669A0F299AA}" presName="sibTrans" presStyleCnt="0"/>
      <dgm:spPr/>
    </dgm:pt>
    <dgm:pt modelId="{D46D7481-13B7-4B64-8399-C2477684801D}" type="pres">
      <dgm:prSet presAssocID="{16D5FDD2-F1EF-4AF9-8D64-F0C4014969D0}" presName="compNode" presStyleCnt="0"/>
      <dgm:spPr/>
    </dgm:pt>
    <dgm:pt modelId="{8CCD020E-7C3C-4D6C-9255-7D80D95984AE}" type="pres">
      <dgm:prSet presAssocID="{16D5FDD2-F1EF-4AF9-8D64-F0C4014969D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ute (Two Pins With A Path) with solid fill"/>
        </a:ext>
      </dgm:extLst>
    </dgm:pt>
    <dgm:pt modelId="{3E61904F-A108-4BF2-8B8A-A15A052C20F8}" type="pres">
      <dgm:prSet presAssocID="{16D5FDD2-F1EF-4AF9-8D64-F0C4014969D0}" presName="iconSpace" presStyleCnt="0"/>
      <dgm:spPr/>
    </dgm:pt>
    <dgm:pt modelId="{E3447C41-B932-42DF-9786-8E718DA43B9C}" type="pres">
      <dgm:prSet presAssocID="{16D5FDD2-F1EF-4AF9-8D64-F0C4014969D0}" presName="parTx" presStyleLbl="revTx" presStyleIdx="2" presStyleCnt="4">
        <dgm:presLayoutVars>
          <dgm:chMax val="0"/>
          <dgm:chPref val="0"/>
        </dgm:presLayoutVars>
      </dgm:prSet>
      <dgm:spPr/>
    </dgm:pt>
    <dgm:pt modelId="{7C76CA1F-D54C-410F-88CC-DA04FCFD9A44}" type="pres">
      <dgm:prSet presAssocID="{16D5FDD2-F1EF-4AF9-8D64-F0C4014969D0}" presName="txSpace" presStyleCnt="0"/>
      <dgm:spPr/>
    </dgm:pt>
    <dgm:pt modelId="{22B4C20E-2F82-4C32-980D-61AB1B665999}" type="pres">
      <dgm:prSet presAssocID="{16D5FDD2-F1EF-4AF9-8D64-F0C4014969D0}" presName="desTx" presStyleLbl="revTx" presStyleIdx="3" presStyleCnt="4">
        <dgm:presLayoutVars/>
      </dgm:prSet>
      <dgm:spPr/>
    </dgm:pt>
  </dgm:ptLst>
  <dgm:cxnLst>
    <dgm:cxn modelId="{C0108F04-B3DD-454D-B805-1934660297E9}" type="presOf" srcId="{16D5FDD2-F1EF-4AF9-8D64-F0C4014969D0}" destId="{E3447C41-B932-42DF-9786-8E718DA43B9C}" srcOrd="0" destOrd="0" presId="urn:microsoft.com/office/officeart/2018/2/layout/IconLabelDescriptionList"/>
    <dgm:cxn modelId="{8FBD1B06-33B9-40A4-B360-AAF02E892BE8}" srcId="{6B893FA5-475E-4374-8CAB-19E77D11FA91}" destId="{16D5FDD2-F1EF-4AF9-8D64-F0C4014969D0}" srcOrd="1" destOrd="0" parTransId="{645CB733-7927-4A4D-A9FC-37528CE5332C}" sibTransId="{5BBF0362-EF4F-496E-A203-A80006F5734F}"/>
    <dgm:cxn modelId="{D3871A2F-7BA9-4ACA-9CCB-3E924348614B}" type="presOf" srcId="{4548E9D0-03AD-4A31-91D1-6EA59508D77D}" destId="{A27B31DB-D874-49C9-B13F-E9AB2685036A}" srcOrd="0" destOrd="0" presId="urn:microsoft.com/office/officeart/2018/2/layout/IconLabelDescriptionList"/>
    <dgm:cxn modelId="{A0EB3F37-934C-4973-9D0E-0AAD43120F52}" type="presOf" srcId="{8A33FED2-E52F-442D-8CCB-D9092803EBBF}" destId="{22B4C20E-2F82-4C32-980D-61AB1B665999}" srcOrd="0" destOrd="0" presId="urn:microsoft.com/office/officeart/2018/2/layout/IconLabelDescriptionList"/>
    <dgm:cxn modelId="{BAEE5C4F-303A-42FF-BFB1-3A51E2394B57}" srcId="{16D5FDD2-F1EF-4AF9-8D64-F0C4014969D0}" destId="{8A33FED2-E52F-442D-8CCB-D9092803EBBF}" srcOrd="0" destOrd="0" parTransId="{7FE86388-6E0E-4954-B201-BB6F430653E2}" sibTransId="{2A24E150-FD6E-4BD5-8B15-AD28D785466F}"/>
    <dgm:cxn modelId="{7E65C455-93F6-4C99-A985-12B5FECC7631}" srcId="{6B893FA5-475E-4374-8CAB-19E77D11FA91}" destId="{4548E9D0-03AD-4A31-91D1-6EA59508D77D}" srcOrd="0" destOrd="0" parTransId="{D65B8DF5-9CC5-486E-B69E-4888C9F68918}" sibTransId="{381D7357-C165-4D84-AD2D-4669A0F299AA}"/>
    <dgm:cxn modelId="{9A21C795-BCC9-4D9C-BDD3-62EA1514FA8D}" srcId="{4548E9D0-03AD-4A31-91D1-6EA59508D77D}" destId="{FAA64E30-13BD-4385-A943-5AFDE34F03B4}" srcOrd="0" destOrd="0" parTransId="{7E334B87-3307-42F8-B1F4-EC31C0E044AE}" sibTransId="{208AD76E-44B3-4920-9736-005BD0EFE770}"/>
    <dgm:cxn modelId="{C3A332A3-5FE4-4BDD-ABA0-8A8B4C6C3CA1}" type="presOf" srcId="{FAA64E30-13BD-4385-A943-5AFDE34F03B4}" destId="{E521D912-946A-4045-8957-94CD7A339E82}" srcOrd="0" destOrd="0" presId="urn:microsoft.com/office/officeart/2018/2/layout/IconLabelDescriptionList"/>
    <dgm:cxn modelId="{D461A4B7-4FFD-44E8-A4A4-8600CBB225DA}" type="presOf" srcId="{6B893FA5-475E-4374-8CAB-19E77D11FA91}" destId="{83D859B9-AC76-4739-9A31-E3BFBE5615E2}" srcOrd="0" destOrd="0" presId="urn:microsoft.com/office/officeart/2018/2/layout/IconLabelDescriptionList"/>
    <dgm:cxn modelId="{08C19EC8-2566-4D87-A3C2-8F2F53C681EB}" type="presParOf" srcId="{83D859B9-AC76-4739-9A31-E3BFBE5615E2}" destId="{7665FC80-9FC2-4680-B355-7B1893CE4E07}" srcOrd="0" destOrd="0" presId="urn:microsoft.com/office/officeart/2018/2/layout/IconLabelDescriptionList"/>
    <dgm:cxn modelId="{EDAAB86B-5A5E-42E9-A9BF-9FF711F6D3E4}" type="presParOf" srcId="{7665FC80-9FC2-4680-B355-7B1893CE4E07}" destId="{933D445E-7B78-4EC7-B293-0F24AA22A5B8}" srcOrd="0" destOrd="0" presId="urn:microsoft.com/office/officeart/2018/2/layout/IconLabelDescriptionList"/>
    <dgm:cxn modelId="{D3904299-9829-43EC-9751-CCC18A72914D}" type="presParOf" srcId="{7665FC80-9FC2-4680-B355-7B1893CE4E07}" destId="{54FA438E-56E4-4194-AB9B-F5AFEAAB4359}" srcOrd="1" destOrd="0" presId="urn:microsoft.com/office/officeart/2018/2/layout/IconLabelDescriptionList"/>
    <dgm:cxn modelId="{D0139C16-BB25-43F1-8692-A3EDE6EDDF4B}" type="presParOf" srcId="{7665FC80-9FC2-4680-B355-7B1893CE4E07}" destId="{A27B31DB-D874-49C9-B13F-E9AB2685036A}" srcOrd="2" destOrd="0" presId="urn:microsoft.com/office/officeart/2018/2/layout/IconLabelDescriptionList"/>
    <dgm:cxn modelId="{055B7A8B-B692-4CC8-B2BD-177A1308A8CA}" type="presParOf" srcId="{7665FC80-9FC2-4680-B355-7B1893CE4E07}" destId="{9BAA50F9-C456-4416-8660-1188BC06D4F0}" srcOrd="3" destOrd="0" presId="urn:microsoft.com/office/officeart/2018/2/layout/IconLabelDescriptionList"/>
    <dgm:cxn modelId="{9FDE4547-1981-4520-8C68-F7E1951BF26C}" type="presParOf" srcId="{7665FC80-9FC2-4680-B355-7B1893CE4E07}" destId="{E521D912-946A-4045-8957-94CD7A339E82}" srcOrd="4" destOrd="0" presId="urn:microsoft.com/office/officeart/2018/2/layout/IconLabelDescriptionList"/>
    <dgm:cxn modelId="{4EB24FA4-EC92-4ED0-9694-C400B5881B1A}" type="presParOf" srcId="{83D859B9-AC76-4739-9A31-E3BFBE5615E2}" destId="{71FE3DF4-C6F1-478F-81F8-9980888254B2}" srcOrd="1" destOrd="0" presId="urn:microsoft.com/office/officeart/2018/2/layout/IconLabelDescriptionList"/>
    <dgm:cxn modelId="{8F675141-2DBD-473A-BE5C-64900A0901A2}" type="presParOf" srcId="{83D859B9-AC76-4739-9A31-E3BFBE5615E2}" destId="{D46D7481-13B7-4B64-8399-C2477684801D}" srcOrd="2" destOrd="0" presId="urn:microsoft.com/office/officeart/2018/2/layout/IconLabelDescriptionList"/>
    <dgm:cxn modelId="{07E8356F-EB36-4662-B12B-F6299BC32BEE}" type="presParOf" srcId="{D46D7481-13B7-4B64-8399-C2477684801D}" destId="{8CCD020E-7C3C-4D6C-9255-7D80D95984AE}" srcOrd="0" destOrd="0" presId="urn:microsoft.com/office/officeart/2018/2/layout/IconLabelDescriptionList"/>
    <dgm:cxn modelId="{321F5EFA-2CC2-4755-AA61-004688BFB340}" type="presParOf" srcId="{D46D7481-13B7-4B64-8399-C2477684801D}" destId="{3E61904F-A108-4BF2-8B8A-A15A052C20F8}" srcOrd="1" destOrd="0" presId="urn:microsoft.com/office/officeart/2018/2/layout/IconLabelDescriptionList"/>
    <dgm:cxn modelId="{99A80FCB-1CE7-4754-8B4F-4C7D78410B9A}" type="presParOf" srcId="{D46D7481-13B7-4B64-8399-C2477684801D}" destId="{E3447C41-B932-42DF-9786-8E718DA43B9C}" srcOrd="2" destOrd="0" presId="urn:microsoft.com/office/officeart/2018/2/layout/IconLabelDescriptionList"/>
    <dgm:cxn modelId="{6229127B-C676-4964-80E7-BFF6EDF55004}" type="presParOf" srcId="{D46D7481-13B7-4B64-8399-C2477684801D}" destId="{7C76CA1F-D54C-410F-88CC-DA04FCFD9A44}" srcOrd="3" destOrd="0" presId="urn:microsoft.com/office/officeart/2018/2/layout/IconLabelDescriptionList"/>
    <dgm:cxn modelId="{4F505942-5626-467D-9231-7EE722CDD889}" type="presParOf" srcId="{D46D7481-13B7-4B64-8399-C2477684801D}" destId="{22B4C20E-2F82-4C32-980D-61AB1B665999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8D5BAA-8FBA-46F5-B5EB-6F1CE7C23543}">
      <dsp:nvSpPr>
        <dsp:cNvPr id="0" name=""/>
        <dsp:cNvSpPr/>
      </dsp:nvSpPr>
      <dsp:spPr>
        <a:xfrm>
          <a:off x="1963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775A25-CCCF-45CB-9EAE-D9B5214599AA}">
      <dsp:nvSpPr>
        <dsp:cNvPr id="0" name=""/>
        <dsp:cNvSpPr/>
      </dsp:nvSpPr>
      <dsp:spPr>
        <a:xfrm>
          <a:off x="559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 err="1"/>
            <a:t>app.Use</a:t>
          </a:r>
          <a:endParaRPr lang="en-US" sz="3600" kern="1200" dirty="0"/>
        </a:p>
      </dsp:txBody>
      <dsp:txXfrm>
        <a:off x="559800" y="2474724"/>
        <a:ext cx="4320000" cy="648000"/>
      </dsp:txXfrm>
    </dsp:sp>
    <dsp:sp modelId="{07EB7556-45F8-4C77-8598-2537EC8A8BDB}">
      <dsp:nvSpPr>
        <dsp:cNvPr id="0" name=""/>
        <dsp:cNvSpPr/>
      </dsp:nvSpPr>
      <dsp:spPr>
        <a:xfrm>
          <a:off x="559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runs code and continue to the next middleware</a:t>
          </a:r>
        </a:p>
      </dsp:txBody>
      <dsp:txXfrm>
        <a:off x="559800" y="3175807"/>
        <a:ext cx="4320000" cy="326934"/>
      </dsp:txXfrm>
    </dsp:sp>
    <dsp:sp modelId="{D0BB84BB-6E5A-4CAA-BE89-ED9D8B66A1BB}">
      <dsp:nvSpPr>
        <dsp:cNvPr id="0" name=""/>
        <dsp:cNvSpPr/>
      </dsp:nvSpPr>
      <dsp:spPr>
        <a:xfrm>
          <a:off x="7039800" y="848595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266AF-C5D2-48BC-A640-0624FAF4C793}">
      <dsp:nvSpPr>
        <dsp:cNvPr id="0" name=""/>
        <dsp:cNvSpPr/>
      </dsp:nvSpPr>
      <dsp:spPr>
        <a:xfrm>
          <a:off x="5635800" y="2474724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 err="1"/>
            <a:t>app.Run</a:t>
          </a:r>
          <a:endParaRPr lang="en-US" sz="3600" kern="1200" dirty="0"/>
        </a:p>
      </dsp:txBody>
      <dsp:txXfrm>
        <a:off x="5635800" y="2474724"/>
        <a:ext cx="4320000" cy="648000"/>
      </dsp:txXfrm>
    </dsp:sp>
    <dsp:sp modelId="{9A9A1110-B109-4FFF-95D4-5367D380ADF8}">
      <dsp:nvSpPr>
        <dsp:cNvPr id="0" name=""/>
        <dsp:cNvSpPr/>
      </dsp:nvSpPr>
      <dsp:spPr>
        <a:xfrm>
          <a:off x="5635800" y="3175807"/>
          <a:ext cx="4320000" cy="3269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runs code and terminates the request pipeline</a:t>
          </a:r>
        </a:p>
      </dsp:txBody>
      <dsp:txXfrm>
        <a:off x="5635800" y="3175807"/>
        <a:ext cx="4320000" cy="3269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1EB658-836F-457C-A175-A2856D645AE5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29FC3BF0-BDFE-442D-9F74-5FD575A4D14A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Exception Handler</a:t>
          </a:r>
        </a:p>
      </dsp:txBody>
      <dsp:txXfrm>
        <a:off x="748607" y="2795"/>
        <a:ext cx="1922896" cy="1153737"/>
      </dsp:txXfrm>
    </dsp:sp>
    <dsp:sp modelId="{A08D5149-AC90-4EB4-A161-9D891E6470D1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A504FD2F-DF76-49CE-B8B2-17D9F670FD78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Swagger</a:t>
          </a:r>
        </a:p>
      </dsp:txBody>
      <dsp:txXfrm>
        <a:off x="3113770" y="2795"/>
        <a:ext cx="1922896" cy="1153737"/>
      </dsp:txXfrm>
    </dsp:sp>
    <dsp:sp modelId="{B43E9694-64C5-4F82-BB94-B46E61307141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B4370578-B58B-4E54-A971-B375C9C4A1EF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Static Files</a:t>
          </a:r>
        </a:p>
      </dsp:txBody>
      <dsp:txXfrm>
        <a:off x="5478933" y="2795"/>
        <a:ext cx="1922896" cy="1153737"/>
      </dsp:txXfrm>
    </dsp:sp>
    <dsp:sp modelId="{750A4DC5-C6F3-4AC9-A515-61EF31F45CA6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4EECEA73-AA48-41FD-8339-1667A5E91942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Map Controllers</a:t>
          </a:r>
        </a:p>
      </dsp:txBody>
      <dsp:txXfrm>
        <a:off x="7844095" y="2795"/>
        <a:ext cx="1922896" cy="1153737"/>
      </dsp:txXfrm>
    </dsp:sp>
    <dsp:sp modelId="{AE398036-4105-479C-9788-5FADFEE542AF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669467B2-F858-4638-9027-E5FA20F79E43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CORS</a:t>
          </a:r>
        </a:p>
      </dsp:txBody>
      <dsp:txXfrm>
        <a:off x="748607" y="1598800"/>
        <a:ext cx="1922896" cy="1153737"/>
      </dsp:txXfrm>
    </dsp:sp>
    <dsp:sp modelId="{7A3FFA79-73B0-4320-AD58-ECFA7F64AE16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37003710-BCA0-4588-94E4-C70EB80209C7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Authentication</a:t>
          </a:r>
        </a:p>
      </dsp:txBody>
      <dsp:txXfrm>
        <a:off x="3113770" y="1598800"/>
        <a:ext cx="1922896" cy="1153737"/>
      </dsp:txXfrm>
    </dsp:sp>
    <dsp:sp modelId="{C2F7A253-049B-4EAC-9027-42A8F32F4637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C3BA2925-8A0D-493E-9412-C3AC4A7917FF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Authorization</a:t>
          </a:r>
        </a:p>
      </dsp:txBody>
      <dsp:txXfrm>
        <a:off x="5478933" y="1598800"/>
        <a:ext cx="1922896" cy="1153737"/>
      </dsp:txXfrm>
    </dsp:sp>
    <dsp:sp modelId="{9CEA6140-1664-4AC0-B918-5E647214ED66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500" kern="1200"/>
        </a:p>
      </dsp:txBody>
      <dsp:txXfrm>
        <a:off x="5080068" y="2954359"/>
        <a:ext cx="355462" cy="4422"/>
      </dsp:txXfrm>
    </dsp:sp>
    <dsp:sp modelId="{3B1A9126-B792-419B-8C98-2798EF02E6EE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Output Caching</a:t>
          </a:r>
        </a:p>
      </dsp:txBody>
      <dsp:txXfrm>
        <a:off x="7844095" y="1598800"/>
        <a:ext cx="1922896" cy="1153737"/>
      </dsp:txXfrm>
    </dsp:sp>
    <dsp:sp modelId="{7DDBCBFC-7B2C-4C72-AFE4-7DFF14EDDD99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EBA97CDE-2F02-4954-9C69-8F00DFDF8B3E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i="0" kern="1200" dirty="0"/>
            <a:t>Custom Middleware</a:t>
          </a:r>
          <a:endParaRPr lang="en-US" sz="2200" kern="1200" dirty="0"/>
        </a:p>
      </dsp:txBody>
      <dsp:txXfrm>
        <a:off x="748607" y="3194804"/>
        <a:ext cx="1922896" cy="1153737"/>
      </dsp:txXfrm>
    </dsp:sp>
    <dsp:sp modelId="{8D751E20-502F-4B26-9D7C-21EB447152DF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Action</a:t>
          </a:r>
        </a:p>
      </dsp:txBody>
      <dsp:txXfrm>
        <a:off x="3113770" y="3194804"/>
        <a:ext cx="1922896" cy="1153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421361-5390-4901-9221-34C8EE13132A}">
      <dsp:nvSpPr>
        <dsp:cNvPr id="0" name=""/>
        <dsp:cNvSpPr/>
      </dsp:nvSpPr>
      <dsp:spPr>
        <a:xfrm>
          <a:off x="2044800" y="375668"/>
          <a:ext cx="2196000" cy="2196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232E38B0-B4CE-4CD0-B41C-5253AD922A8E}">
      <dsp:nvSpPr>
        <dsp:cNvPr id="0" name=""/>
        <dsp:cNvSpPr/>
      </dsp:nvSpPr>
      <dsp:spPr>
        <a:xfrm>
          <a:off x="251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81B3DAC-0056-4E5C-B6A4-605257786680}">
      <dsp:nvSpPr>
        <dsp:cNvPr id="0" name=""/>
        <dsp:cNvSpPr/>
      </dsp:nvSpPr>
      <dsp:spPr>
        <a:xfrm>
          <a:off x="134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/>
            <a:t>Authentication</a:t>
          </a:r>
        </a:p>
      </dsp:txBody>
      <dsp:txXfrm>
        <a:off x="1342800" y="3255669"/>
        <a:ext cx="3600000" cy="720000"/>
      </dsp:txXfrm>
    </dsp:sp>
    <dsp:sp modelId="{58AB09E2-01EE-4259-9E3F-C67D546C6AE1}">
      <dsp:nvSpPr>
        <dsp:cNvPr id="0" name=""/>
        <dsp:cNvSpPr/>
      </dsp:nvSpPr>
      <dsp:spPr>
        <a:xfrm>
          <a:off x="6274800" y="375668"/>
          <a:ext cx="2196000" cy="2196000"/>
        </a:xfrm>
        <a:prstGeom prst="ellipse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8C454EAB-390B-471B-AEF8-EC3A37415148}">
      <dsp:nvSpPr>
        <dsp:cNvPr id="0" name=""/>
        <dsp:cNvSpPr/>
      </dsp:nvSpPr>
      <dsp:spPr>
        <a:xfrm>
          <a:off x="6742800" y="843669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5275B2D9-BDA0-4C30-BDB8-4F8E893E31E0}">
      <dsp:nvSpPr>
        <dsp:cNvPr id="0" name=""/>
        <dsp:cNvSpPr/>
      </dsp:nvSpPr>
      <dsp:spPr>
        <a:xfrm>
          <a:off x="5572800" y="3255669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89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800" kern="1200" dirty="0"/>
            <a:t>Authorization</a:t>
          </a:r>
        </a:p>
      </dsp:txBody>
      <dsp:txXfrm>
        <a:off x="5572800" y="3255669"/>
        <a:ext cx="36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3D445E-7B78-4EC7-B293-0F24AA22A5B8}">
      <dsp:nvSpPr>
        <dsp:cNvPr id="0" name=""/>
        <dsp:cNvSpPr/>
      </dsp:nvSpPr>
      <dsp:spPr>
        <a:xfrm>
          <a:off x="559800" y="14344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B31DB-D874-49C9-B13F-E9AB2685036A}">
      <dsp:nvSpPr>
        <dsp:cNvPr id="0" name=""/>
        <dsp:cNvSpPr/>
      </dsp:nvSpPr>
      <dsp:spPr>
        <a:xfrm>
          <a:off x="559800" y="1791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 dirty="0"/>
            <a:t>Same Origin Policy</a:t>
          </a:r>
        </a:p>
      </dsp:txBody>
      <dsp:txXfrm>
        <a:off x="559800" y="1791193"/>
        <a:ext cx="4320000" cy="648000"/>
      </dsp:txXfrm>
    </dsp:sp>
    <dsp:sp modelId="{E521D912-946A-4045-8957-94CD7A339E82}">
      <dsp:nvSpPr>
        <dsp:cNvPr id="0" name=""/>
        <dsp:cNvSpPr/>
      </dsp:nvSpPr>
      <dsp:spPr>
        <a:xfrm>
          <a:off x="559800" y="2502334"/>
          <a:ext cx="4320000" cy="79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Security feature to </a:t>
          </a:r>
          <a:r>
            <a:rPr lang="en-US" sz="1700" b="0" i="0" kern="1200"/>
            <a:t>prevent web pages from making requests to a different domain for security reasons</a:t>
          </a:r>
          <a:endParaRPr lang="en-US" sz="1700" kern="1200"/>
        </a:p>
      </dsp:txBody>
      <dsp:txXfrm>
        <a:off x="559800" y="2502334"/>
        <a:ext cx="4320000" cy="798147"/>
      </dsp:txXfrm>
    </dsp:sp>
    <dsp:sp modelId="{8CCD020E-7C3C-4D6C-9255-7D80D95984AE}">
      <dsp:nvSpPr>
        <dsp:cNvPr id="0" name=""/>
        <dsp:cNvSpPr/>
      </dsp:nvSpPr>
      <dsp:spPr>
        <a:xfrm>
          <a:off x="5635800" y="14344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447C41-B932-42DF-9786-8E718DA43B9C}">
      <dsp:nvSpPr>
        <dsp:cNvPr id="0" name=""/>
        <dsp:cNvSpPr/>
      </dsp:nvSpPr>
      <dsp:spPr>
        <a:xfrm>
          <a:off x="5635800" y="1791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Cross Origin Requests</a:t>
          </a:r>
        </a:p>
      </dsp:txBody>
      <dsp:txXfrm>
        <a:off x="5635800" y="1791193"/>
        <a:ext cx="4320000" cy="648000"/>
      </dsp:txXfrm>
    </dsp:sp>
    <dsp:sp modelId="{22B4C20E-2F82-4C32-980D-61AB1B665999}">
      <dsp:nvSpPr>
        <dsp:cNvPr id="0" name=""/>
        <dsp:cNvSpPr/>
      </dsp:nvSpPr>
      <dsp:spPr>
        <a:xfrm>
          <a:off x="5635800" y="2502334"/>
          <a:ext cx="4320000" cy="7981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Sometimes we must access APIs or resources hosted on different domains</a:t>
          </a:r>
          <a:endParaRPr lang="en-US" sz="1700" kern="1200"/>
        </a:p>
      </dsp:txBody>
      <dsp:txXfrm>
        <a:off x="5635800" y="2502334"/>
        <a:ext cx="4320000" cy="7981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1028A-B3CD-38F7-0D8A-9044CF70A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C0E09-2CAB-E42D-4E83-AE5EC245C4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E30E9-FB15-3AAC-B987-660A74924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8699-081D-F2A8-AE4E-96D90DC7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4D4BB-AA99-1824-BDC1-3701D9CD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0980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824AE-66B3-AC4A-213A-0192D399B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A58C4-2232-7393-EE78-B9953123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9A0A6-D985-07D0-7ED7-E605580EC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4411CB-775F-B34C-24CD-B1980E653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2D85B7-49D9-1D1E-DBEC-1107A658E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570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BE14-E681-9C38-5C87-34A8C3D3C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6213A-6D79-D3BF-69EF-564F622AD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788C1-D119-E258-C403-665B4B071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6CE92-F87E-079E-2C15-8860F2B26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A84E78-C7A8-FFE6-4454-26DFB8C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4416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0AEB-011D-4735-FDBF-B47230A15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86390-D718-C912-675A-B0875268E4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082966-E170-E489-2AD5-E6DEC667D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DB0CC3-EB84-B679-4F5A-D918876C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4498A9-545E-BE00-E46F-8C0184D8D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0146C7-92AC-4879-1D5B-2F65D0903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7732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021DF-65B5-AAA5-A623-4800EB71C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19D87-9B51-617C-F0F5-A3D47333FC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99E287-D3BF-7326-E62B-29A3C2E76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B35422-C1FE-0BCC-D4D9-ACF52101F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8782D2-CF8D-3553-D3C8-75F57C5E79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A491DF-D54E-F270-1ADC-356C83F0D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4E54C1-940F-5BD3-32F8-3FAE65A25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61C5E3-E1E8-FBEE-E527-D215D784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79684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652FA-647A-AB65-AA70-20E332376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F08EB3-3C03-5A67-776B-A3E05CD33A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FE4EE0-4555-B69E-9D95-6FC8541A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C0340B-61D6-F273-9B8D-271805557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31995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789C2D-D4C9-2ED1-A3EC-28BE144A3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597D0-6639-F934-BA16-6E17CEC9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00282-CBCD-DAED-3AF5-E039C6ABB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804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F2805-AA23-824F-A065-96E114E65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CAB08-AA98-513C-4F5D-5447E2EF8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C096F-C8E9-CDD7-DD9D-E6D782BA8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01664B-B6C5-E56B-7FA4-E05B7BA26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86B64-D8BA-BACD-0624-1470DF1B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C7EC4E-65B3-94BE-35B3-AB47B6CAE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8216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D8210-07E5-FC3D-728F-F96953008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8BB5B-F461-6482-715F-82835C650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BEE27B-BDB5-18FE-F7ED-50AFD87A9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FF20D2-1E0A-AADD-488A-269935890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5F9E1-F3E8-AFD7-4A9C-BE12CD7DF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BCB6B-A6E0-8605-CB87-4D997AF0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8400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9B8B8-CA42-C526-B7CA-6CF36086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0EE3-FBA5-29FF-A791-176A876B8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A230A8-5A36-923E-4C99-4953228D6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7F071-B9A6-BC51-C1DB-CE35D58B0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14C69-100C-F4E9-8582-1B368470B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939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3C449-98BA-1118-68CA-DBC75EA738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8D2-2080-F0A9-3B1C-4971C8EFD9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B1EE9-9C79-0F82-B9AF-897D3375C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9168A-E4D8-616C-FA0B-4E197D28D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ED37D6-CD28-0682-B037-70DB9A216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5635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503161-D6EC-0968-E75B-2C736EBBA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40D10-BCE2-731A-435D-CFD286620D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D104D-470F-0C32-EA74-987A1E019B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2BB2E2-AD49-4A7D-A957-AE9122053661}" type="datetimeFigureOut">
              <a:rPr lang="LID4096" smtClean="0"/>
              <a:t>02/24/2026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B151EF-1AF9-7BD9-8D2A-C92D7E8BB3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7FD06-C7DB-6D8F-B35D-8395E8FFD6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9EDAEA-06F0-4403-A810-AAF7D8F1398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0767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C7E0A2C-7C0A-4AAC-B3B0-6C12B2EBAE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C3FBEE-38D2-81AC-C24D-34971B20FE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48587"/>
            <a:ext cx="9144000" cy="2387600"/>
          </a:xfrm>
        </p:spPr>
        <p:txBody>
          <a:bodyPr>
            <a:normAutofit/>
          </a:bodyPr>
          <a:lstStyle/>
          <a:p>
            <a:r>
              <a:rPr lang="en-US" sz="6400"/>
              <a:t>Request Pipeline</a:t>
            </a:r>
            <a:endParaRPr lang="LID4096" sz="6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4E0BF4-CAB0-F6B4-E9E3-B942D5410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0338"/>
            <a:ext cx="9144000" cy="1563686"/>
          </a:xfrm>
        </p:spPr>
        <p:txBody>
          <a:bodyPr>
            <a:normAutofit/>
          </a:bodyPr>
          <a:lstStyle/>
          <a:p>
            <a:r>
              <a:rPr lang="en-US" dirty="0"/>
              <a:t>Server course – lesson 2</a:t>
            </a:r>
            <a:endParaRPr lang="LID4096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1FAE794-E556-0BB6-3413-2DDEE3FC8F1A}"/>
              </a:ext>
            </a:extLst>
          </p:cNvPr>
          <p:cNvSpPr txBox="1"/>
          <p:nvPr/>
        </p:nvSpPr>
        <p:spPr>
          <a:xfrm>
            <a:off x="9923724" y="6393512"/>
            <a:ext cx="86095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38912">
              <a:spcAft>
                <a:spcPts val="600"/>
              </a:spcAft>
            </a:pPr>
            <a:r>
              <a:rPr lang="en-IL" sz="2000" b="0" i="0" dirty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©</a:t>
            </a:r>
            <a:r>
              <a:rPr lang="en-US" sz="1600" b="0" i="0" dirty="0">
                <a:solidFill>
                  <a:srgbClr val="212121"/>
                </a:solidFill>
                <a:effectLst/>
                <a:latin typeface="Lato" panose="020F0502020204030204" pitchFamily="34" charset="0"/>
              </a:rPr>
              <a:t> </a:t>
            </a:r>
            <a:r>
              <a: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Ayala Gottfried</a:t>
            </a:r>
            <a:endParaRPr lang="LID4096" sz="1600" dirty="0"/>
          </a:p>
        </p:txBody>
      </p:sp>
    </p:spTree>
    <p:extLst>
      <p:ext uri="{BB962C8B-B14F-4D97-AF65-F5344CB8AC3E}">
        <p14:creationId xmlns:p14="http://schemas.microsoft.com/office/powerpoint/2010/main" val="1808590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CBB95-C065-0614-1998-65072D1E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Middleware Chain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3FAE9E2-340D-87CE-6834-E9F27596DD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309200" y="1845426"/>
            <a:ext cx="9570546" cy="4450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845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2A2B6A65-99B8-8EAE-7E35-7D30CFC3D1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40751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53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80C890-6F6E-D1D7-784D-444E38BFC4E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585694"/>
            <a:ext cx="9827928" cy="54290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6C397F-F829-18C1-EF45-7F92B15B6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Request Pipeline</a:t>
            </a:r>
          </a:p>
        </p:txBody>
      </p:sp>
    </p:spTree>
    <p:extLst>
      <p:ext uri="{BB962C8B-B14F-4D97-AF65-F5344CB8AC3E}">
        <p14:creationId xmlns:p14="http://schemas.microsoft.com/office/powerpoint/2010/main" val="46857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E1240-9E88-31DB-545F-5D3F4A94A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 In </a:t>
            </a:r>
            <a:r>
              <a:rPr lang="en-US" dirty="0" err="1"/>
              <a:t>Middlewares</a:t>
            </a:r>
            <a:endParaRPr lang="LID4096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4C3F82D-0254-3D82-3552-FD000F0E22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19436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1062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43E93-E864-47C7-0A5C-C5969A1AA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Exception Handler</a:t>
            </a:r>
            <a:endParaRPr lang="LID4096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8FA9C2F-C701-23D3-A411-DA130DD52BFC}"/>
              </a:ext>
            </a:extLst>
          </p:cNvPr>
          <p:cNvSpPr/>
          <p:nvPr/>
        </p:nvSpPr>
        <p:spPr>
          <a:xfrm>
            <a:off x="3777215" y="3285461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D9C155D-D645-D052-58CC-268EEBA71366}"/>
              </a:ext>
            </a:extLst>
          </p:cNvPr>
          <p:cNvSpPr/>
          <p:nvPr/>
        </p:nvSpPr>
        <p:spPr>
          <a:xfrm>
            <a:off x="3777215" y="4082902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49743B6-0C95-9EFD-624C-C66548E8144A}"/>
              </a:ext>
            </a:extLst>
          </p:cNvPr>
          <p:cNvSpPr/>
          <p:nvPr/>
        </p:nvSpPr>
        <p:spPr>
          <a:xfrm>
            <a:off x="3777215" y="4880343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MW</a:t>
            </a:r>
            <a:endParaRPr lang="LID4096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2DD4DAB-819C-2EC6-2221-475748DD3B84}"/>
              </a:ext>
            </a:extLst>
          </p:cNvPr>
          <p:cNvSpPr/>
          <p:nvPr/>
        </p:nvSpPr>
        <p:spPr>
          <a:xfrm>
            <a:off x="3777215" y="5677783"/>
            <a:ext cx="4637568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action</a:t>
            </a:r>
            <a:endParaRPr lang="LID4096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A47BC51-74B6-BDA5-C09B-993AB0B6F561}"/>
              </a:ext>
            </a:extLst>
          </p:cNvPr>
          <p:cNvGrpSpPr/>
          <p:nvPr/>
        </p:nvGrpSpPr>
        <p:grpSpPr>
          <a:xfrm>
            <a:off x="6016255" y="5396020"/>
            <a:ext cx="159489" cy="318977"/>
            <a:chOff x="6010941" y="5396020"/>
            <a:chExt cx="159489" cy="318977"/>
          </a:xfrm>
        </p:grpSpPr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B6BD0B-D3A4-7867-8DBD-6831BBFCDEEA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5B18AAAA-D4F1-2792-CFD1-1F2198E2F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7D6E03D-697E-A17D-F8F1-7BFF78567218}"/>
              </a:ext>
            </a:extLst>
          </p:cNvPr>
          <p:cNvGrpSpPr/>
          <p:nvPr/>
        </p:nvGrpSpPr>
        <p:grpSpPr>
          <a:xfrm>
            <a:off x="6016255" y="4587948"/>
            <a:ext cx="159489" cy="318977"/>
            <a:chOff x="6010941" y="5396020"/>
            <a:chExt cx="159489" cy="318977"/>
          </a:xfrm>
        </p:grpSpPr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194219BC-4CE3-AC07-FC0D-AC7CF0F6B2E6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4A68CF4-C964-1DCB-8C1C-942E6278CF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236F614-A61A-E307-DF7B-B44498DEEDEF}"/>
              </a:ext>
            </a:extLst>
          </p:cNvPr>
          <p:cNvGrpSpPr/>
          <p:nvPr/>
        </p:nvGrpSpPr>
        <p:grpSpPr>
          <a:xfrm>
            <a:off x="6016255" y="3790507"/>
            <a:ext cx="159489" cy="318977"/>
            <a:chOff x="6010941" y="5396020"/>
            <a:chExt cx="159489" cy="318977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463A4B0A-2EEA-AB11-27CC-0EC5AE2A37CF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7FCB4CAF-266F-32E5-F302-90AA785C66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411971"/>
              <a:ext cx="0" cy="265812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3E31FDC-F9B0-D2A1-4D87-A0DA5DE54C81}"/>
              </a:ext>
            </a:extLst>
          </p:cNvPr>
          <p:cNvGrpSpPr/>
          <p:nvPr/>
        </p:nvGrpSpPr>
        <p:grpSpPr>
          <a:xfrm>
            <a:off x="6016256" y="1780674"/>
            <a:ext cx="159488" cy="1499471"/>
            <a:chOff x="6010941" y="5396020"/>
            <a:chExt cx="159489" cy="318977"/>
          </a:xfrm>
        </p:grpSpPr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E085E39-A7A7-2E26-387B-D1F5FE7509BE}"/>
                </a:ext>
              </a:extLst>
            </p:cNvPr>
            <p:cNvCxnSpPr/>
            <p:nvPr/>
          </p:nvCxnSpPr>
          <p:spPr>
            <a:xfrm flipH="1">
              <a:off x="6010941" y="5396020"/>
              <a:ext cx="1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390902E-396D-E186-C946-1FD3612C67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70430" y="5396020"/>
              <a:ext cx="0" cy="318977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2F8059A2-4A0C-2383-8037-084221942D3E}"/>
              </a:ext>
            </a:extLst>
          </p:cNvPr>
          <p:cNvCxnSpPr>
            <a:stCxn id="32" idx="3"/>
          </p:cNvCxnSpPr>
          <p:nvPr/>
        </p:nvCxnSpPr>
        <p:spPr>
          <a:xfrm flipV="1">
            <a:off x="8414783" y="2961168"/>
            <a:ext cx="1207682" cy="2982429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F7853838-6E9A-FD9C-78C1-2ACFA5D9C9B1}"/>
              </a:ext>
            </a:extLst>
          </p:cNvPr>
          <p:cNvSpPr txBox="1"/>
          <p:nvPr/>
        </p:nvSpPr>
        <p:spPr>
          <a:xfrm>
            <a:off x="8507374" y="3988403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4A17F19-8C16-DE44-C7E5-628B22BF3BB3}"/>
              </a:ext>
            </a:extLst>
          </p:cNvPr>
          <p:cNvCxnSpPr>
            <a:cxnSpLocks/>
            <a:stCxn id="31" idx="1"/>
          </p:cNvCxnSpPr>
          <p:nvPr/>
        </p:nvCxnSpPr>
        <p:spPr>
          <a:xfrm rot="10800000">
            <a:off x="2772077" y="2945109"/>
            <a:ext cx="1005139" cy="2201048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3F735D8B-7DB5-71C3-0EFE-C2715870D929}"/>
              </a:ext>
            </a:extLst>
          </p:cNvPr>
          <p:cNvSpPr txBox="1"/>
          <p:nvPr/>
        </p:nvSpPr>
        <p:spPr>
          <a:xfrm>
            <a:off x="2943402" y="4795068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BE6953BD-FB07-C9E3-2D11-E747AB30C7B2}"/>
              </a:ext>
            </a:extLst>
          </p:cNvPr>
          <p:cNvCxnSpPr>
            <a:cxnSpLocks/>
            <a:stCxn id="30" idx="3"/>
          </p:cNvCxnSpPr>
          <p:nvPr/>
        </p:nvCxnSpPr>
        <p:spPr>
          <a:xfrm flipV="1">
            <a:off x="8414783" y="2961169"/>
            <a:ext cx="861236" cy="1387547"/>
          </a:xfrm>
          <a:prstGeom prst="bentConnector2">
            <a:avLst/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54C178-38A1-4525-E45F-56167F817620}"/>
              </a:ext>
            </a:extLst>
          </p:cNvPr>
          <p:cNvSpPr/>
          <p:nvPr/>
        </p:nvSpPr>
        <p:spPr>
          <a:xfrm>
            <a:off x="2220432" y="2434856"/>
            <a:ext cx="7751135" cy="53162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Exception Middleware</a:t>
            </a:r>
            <a:endParaRPr lang="LID4096" dirty="0"/>
          </a:p>
        </p:txBody>
      </p: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F373C8F6-3EEC-C982-C7FA-7542237FC271}"/>
              </a:ext>
            </a:extLst>
          </p:cNvPr>
          <p:cNvCxnSpPr>
            <a:cxnSpLocks/>
            <a:stCxn id="29" idx="1"/>
          </p:cNvCxnSpPr>
          <p:nvPr/>
        </p:nvCxnSpPr>
        <p:spPr>
          <a:xfrm rot="10800000">
            <a:off x="3101167" y="2961171"/>
            <a:ext cx="676049" cy="590105"/>
          </a:xfrm>
          <a:prstGeom prst="bentConnector3">
            <a:avLst>
              <a:gd name="adj1" fmla="val 99832"/>
            </a:avLst>
          </a:prstGeom>
          <a:ln w="28575">
            <a:solidFill>
              <a:schemeClr val="accent4">
                <a:lumMod val="7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512AFC5A-20A4-9986-A4ED-EA78E20A09A2}"/>
              </a:ext>
            </a:extLst>
          </p:cNvPr>
          <p:cNvSpPr txBox="1"/>
          <p:nvPr/>
        </p:nvSpPr>
        <p:spPr>
          <a:xfrm>
            <a:off x="3123352" y="3186725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B6FBEC-C010-6A18-1E2A-3AC58C6BEDA9}"/>
              </a:ext>
            </a:extLst>
          </p:cNvPr>
          <p:cNvSpPr txBox="1"/>
          <p:nvPr/>
        </p:nvSpPr>
        <p:spPr>
          <a:xfrm>
            <a:off x="8679207" y="5590971"/>
            <a:ext cx="676054" cy="3799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error</a:t>
            </a:r>
            <a:endParaRPr lang="LID4096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400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05F3F-7A8A-7094-E211-AFD0203FD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6C2CD-AE02-8318-B109-C2359437C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Swagger</a:t>
            </a:r>
            <a:endParaRPr lang="LID4096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962010E0-4FA4-427C-3C13-800B05CEB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3399" y="1521088"/>
            <a:ext cx="7245202" cy="483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04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630B-39B9-5B0D-53B0-71FBC127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Caching</a:t>
            </a:r>
            <a:endParaRPr lang="LID4096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4EF9511-30D0-000D-EF41-31D6DF177DCC}"/>
              </a:ext>
            </a:extLst>
          </p:cNvPr>
          <p:cNvSpPr txBox="1"/>
          <p:nvPr/>
        </p:nvSpPr>
        <p:spPr>
          <a:xfrm>
            <a:off x="4760893" y="1624867"/>
            <a:ext cx="2668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First request</a:t>
            </a:r>
            <a:endParaRPr lang="LID4096" sz="2800" dirty="0"/>
          </a:p>
        </p:txBody>
      </p:sp>
      <p:grpSp>
        <p:nvGrpSpPr>
          <p:cNvPr id="1037" name="Group 1036">
            <a:extLst>
              <a:ext uri="{FF2B5EF4-FFF2-40B4-BE49-F238E27FC236}">
                <a16:creationId xmlns:a16="http://schemas.microsoft.com/office/drawing/2014/main" id="{A7729C29-C8BE-F059-FD87-240BB5DE1687}"/>
              </a:ext>
            </a:extLst>
          </p:cNvPr>
          <p:cNvGrpSpPr/>
          <p:nvPr/>
        </p:nvGrpSpPr>
        <p:grpSpPr>
          <a:xfrm>
            <a:off x="2754183" y="2039722"/>
            <a:ext cx="6682193" cy="2205370"/>
            <a:chOff x="2754183" y="2039722"/>
            <a:chExt cx="6682193" cy="2205370"/>
          </a:xfrm>
        </p:grpSpPr>
        <p:pic>
          <p:nvPicPr>
            <p:cNvPr id="40" name="Graphic 39" descr="Laptop with solid fill">
              <a:extLst>
                <a:ext uri="{FF2B5EF4-FFF2-40B4-BE49-F238E27FC236}">
                  <a16:creationId xmlns:a16="http://schemas.microsoft.com/office/drawing/2014/main" id="{6D359077-9E83-27FC-C093-719DA25A6B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4183" y="2039722"/>
              <a:ext cx="1405491" cy="1405491"/>
            </a:xfrm>
            <a:prstGeom prst="rect">
              <a:avLst/>
            </a:prstGeom>
          </p:spPr>
        </p:pic>
        <p:pic>
          <p:nvPicPr>
            <p:cNvPr id="44" name="Graphic 43" descr="Database with solid fill">
              <a:extLst>
                <a:ext uri="{FF2B5EF4-FFF2-40B4-BE49-F238E27FC236}">
                  <a16:creationId xmlns:a16="http://schemas.microsoft.com/office/drawing/2014/main" id="{A04A0218-6A57-9E9B-80F0-6ABB4EAD56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556517" y="3169005"/>
              <a:ext cx="1076087" cy="1076087"/>
            </a:xfrm>
            <a:prstGeom prst="rect">
              <a:avLst/>
            </a:prstGeom>
          </p:spPr>
        </p:pic>
        <p:pic>
          <p:nvPicPr>
            <p:cNvPr id="48" name="Graphic 47" descr="Computer with solid fill">
              <a:extLst>
                <a:ext uri="{FF2B5EF4-FFF2-40B4-BE49-F238E27FC236}">
                  <a16:creationId xmlns:a16="http://schemas.microsoft.com/office/drawing/2014/main" id="{35017189-F2E6-0217-2D24-8A0F29F4E5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134464" y="2091511"/>
              <a:ext cx="1301912" cy="1301912"/>
            </a:xfrm>
            <a:prstGeom prst="rect">
              <a:avLst/>
            </a:prstGeom>
          </p:spPr>
        </p:pic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047263C4-D54E-A02A-6D9D-2E02702C3EA0}"/>
                </a:ext>
              </a:extLst>
            </p:cNvPr>
            <p:cNvCxnSpPr>
              <a:cxnSpLocks/>
            </p:cNvCxnSpPr>
            <p:nvPr/>
          </p:nvCxnSpPr>
          <p:spPr>
            <a:xfrm>
              <a:off x="4159674" y="2583097"/>
              <a:ext cx="3869774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CFB6621-D96A-1A5F-3ACB-7E2EFE28C2DC}"/>
                </a:ext>
              </a:extLst>
            </p:cNvPr>
            <p:cNvCxnSpPr>
              <a:cxnSpLocks/>
            </p:cNvCxnSpPr>
            <p:nvPr/>
          </p:nvCxnSpPr>
          <p:spPr>
            <a:xfrm>
              <a:off x="4092075" y="2824404"/>
              <a:ext cx="3869774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A43B17C7-F82E-B81A-3522-D1D63CF201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27573" y="3292723"/>
              <a:ext cx="1985237" cy="396328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5556B75A-91E6-F7F2-09FD-2EB92F10BCA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56928" y="3292723"/>
              <a:ext cx="2147079" cy="414325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11A2AD94-2254-2027-CCC6-BB29F1BED5CA}"/>
                </a:ext>
              </a:extLst>
            </p:cNvPr>
            <p:cNvSpPr txBox="1"/>
            <p:nvPr/>
          </p:nvSpPr>
          <p:spPr>
            <a:xfrm rot="628181">
              <a:off x="3602028" y="3497448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check in cache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25" name="TextBox 1024">
              <a:extLst>
                <a:ext uri="{FF2B5EF4-FFF2-40B4-BE49-F238E27FC236}">
                  <a16:creationId xmlns:a16="http://schemas.microsoft.com/office/drawing/2014/main" id="{A839F456-A8F1-F4E9-AFF5-7CCF02B123E1}"/>
                </a:ext>
              </a:extLst>
            </p:cNvPr>
            <p:cNvSpPr txBox="1"/>
            <p:nvPr/>
          </p:nvSpPr>
          <p:spPr>
            <a:xfrm rot="20905440">
              <a:off x="6927937" y="3449860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save in cache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027" name="TextBox 1026">
              <a:extLst>
                <a:ext uri="{FF2B5EF4-FFF2-40B4-BE49-F238E27FC236}">
                  <a16:creationId xmlns:a16="http://schemas.microsoft.com/office/drawing/2014/main" id="{7D5714DE-8193-4C21-87DF-0496C1CB10B0}"/>
                </a:ext>
              </a:extLst>
            </p:cNvPr>
            <p:cNvSpPr txBox="1"/>
            <p:nvPr/>
          </p:nvSpPr>
          <p:spPr>
            <a:xfrm>
              <a:off x="5294399" y="2227279"/>
              <a:ext cx="163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accent4">
                      <a:lumMod val="60000"/>
                      <a:lumOff val="40000"/>
                    </a:schemeClr>
                  </a:solidFill>
                </a:rPr>
                <a:t>request to server</a:t>
              </a:r>
              <a:endParaRPr lang="LID4096" sz="1600" dirty="0">
                <a:solidFill>
                  <a:schemeClr val="accent4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029" name="TextBox 1028">
            <a:extLst>
              <a:ext uri="{FF2B5EF4-FFF2-40B4-BE49-F238E27FC236}">
                <a16:creationId xmlns:a16="http://schemas.microsoft.com/office/drawing/2014/main" id="{1CEFB2EC-C632-37CA-8212-DFEF6A0DFE82}"/>
              </a:ext>
            </a:extLst>
          </p:cNvPr>
          <p:cNvSpPr txBox="1"/>
          <p:nvPr/>
        </p:nvSpPr>
        <p:spPr>
          <a:xfrm>
            <a:off x="4218961" y="4730140"/>
            <a:ext cx="37526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Subsequent requests</a:t>
            </a:r>
            <a:endParaRPr lang="LID4096" sz="2800" dirty="0"/>
          </a:p>
        </p:txBody>
      </p:sp>
      <p:grpSp>
        <p:nvGrpSpPr>
          <p:cNvPr id="1038" name="Group 1037">
            <a:extLst>
              <a:ext uri="{FF2B5EF4-FFF2-40B4-BE49-F238E27FC236}">
                <a16:creationId xmlns:a16="http://schemas.microsoft.com/office/drawing/2014/main" id="{8C0990B8-9991-B2DB-B29F-6EFCF1821BF8}"/>
              </a:ext>
            </a:extLst>
          </p:cNvPr>
          <p:cNvGrpSpPr/>
          <p:nvPr/>
        </p:nvGrpSpPr>
        <p:grpSpPr>
          <a:xfrm>
            <a:off x="3670541" y="5331495"/>
            <a:ext cx="4849477" cy="1405491"/>
            <a:chOff x="2754183" y="2039722"/>
            <a:chExt cx="4849477" cy="1405491"/>
          </a:xfrm>
        </p:grpSpPr>
        <p:pic>
          <p:nvPicPr>
            <p:cNvPr id="1039" name="Graphic 1038" descr="Laptop with solid fill">
              <a:extLst>
                <a:ext uri="{FF2B5EF4-FFF2-40B4-BE49-F238E27FC236}">
                  <a16:creationId xmlns:a16="http://schemas.microsoft.com/office/drawing/2014/main" id="{BF1A9727-D978-3871-D45D-1FB5FB8D9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54183" y="2039722"/>
              <a:ext cx="1405491" cy="1405491"/>
            </a:xfrm>
            <a:prstGeom prst="rect">
              <a:avLst/>
            </a:prstGeom>
          </p:spPr>
        </p:pic>
        <p:pic>
          <p:nvPicPr>
            <p:cNvPr id="1040" name="Graphic 1039" descr="Database with solid fill">
              <a:extLst>
                <a:ext uri="{FF2B5EF4-FFF2-40B4-BE49-F238E27FC236}">
                  <a16:creationId xmlns:a16="http://schemas.microsoft.com/office/drawing/2014/main" id="{D4783DEE-FCEB-E825-C864-9727B5637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527573" y="2126982"/>
              <a:ext cx="1076087" cy="1076087"/>
            </a:xfrm>
            <a:prstGeom prst="rect">
              <a:avLst/>
            </a:prstGeom>
          </p:spPr>
        </p:pic>
        <p:cxnSp>
          <p:nvCxnSpPr>
            <p:cNvPr id="1042" name="Straight Arrow Connector 1041">
              <a:extLst>
                <a:ext uri="{FF2B5EF4-FFF2-40B4-BE49-F238E27FC236}">
                  <a16:creationId xmlns:a16="http://schemas.microsoft.com/office/drawing/2014/main" id="{F7B83707-476E-0078-4FD7-DA5CFA8DF5CD}"/>
                </a:ext>
              </a:extLst>
            </p:cNvPr>
            <p:cNvCxnSpPr>
              <a:cxnSpLocks/>
            </p:cNvCxnSpPr>
            <p:nvPr/>
          </p:nvCxnSpPr>
          <p:spPr>
            <a:xfrm>
              <a:off x="4159674" y="2583097"/>
              <a:ext cx="2472930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Arrow Connector 1042">
              <a:extLst>
                <a:ext uri="{FF2B5EF4-FFF2-40B4-BE49-F238E27FC236}">
                  <a16:creationId xmlns:a16="http://schemas.microsoft.com/office/drawing/2014/main" id="{61127C5F-289B-7D28-1AC5-C7BC3C12CF65}"/>
                </a:ext>
              </a:extLst>
            </p:cNvPr>
            <p:cNvCxnSpPr>
              <a:cxnSpLocks/>
            </p:cNvCxnSpPr>
            <p:nvPr/>
          </p:nvCxnSpPr>
          <p:spPr>
            <a:xfrm>
              <a:off x="4092075" y="2824404"/>
              <a:ext cx="2435498" cy="0"/>
            </a:xfrm>
            <a:prstGeom prst="straightConnector1">
              <a:avLst/>
            </a:prstGeom>
            <a:ln w="38100" cap="rnd">
              <a:solidFill>
                <a:schemeClr val="accent4">
                  <a:lumMod val="60000"/>
                  <a:lumOff val="40000"/>
                </a:schemeClr>
              </a:solidFill>
              <a:headEnd type="triangle" w="lg" len="lg"/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8708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2A342F7-5AF3-0DCE-B18A-3CE6189AC4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3889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5791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3C63-6CD8-C97E-2637-9041A354E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CORS</a:t>
            </a:r>
            <a:endParaRPr lang="LID4096" dirty="0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01E7CDF1-7AEF-776F-52C6-F1EB7ECB5F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341370"/>
              </p:ext>
            </p:extLst>
          </p:nvPr>
        </p:nvGraphicFramePr>
        <p:xfrm>
          <a:off x="838200" y="2733039"/>
          <a:ext cx="10515600" cy="3443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13CBDDB-943E-79E9-2813-6D95FF58069F}"/>
              </a:ext>
            </a:extLst>
          </p:cNvPr>
          <p:cNvSpPr txBox="1">
            <a:spLocks/>
          </p:cNvSpPr>
          <p:nvPr/>
        </p:nvSpPr>
        <p:spPr>
          <a:xfrm>
            <a:off x="838200" y="1178560"/>
            <a:ext cx="10515600" cy="7661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Cross-Origin Resource Sharing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58514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5431</TotalTime>
  <Words>120</Words>
  <Application>Microsoft Office PowerPoint</Application>
  <PresentationFormat>מסך רחב</PresentationFormat>
  <Paragraphs>45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Lato</vt:lpstr>
      <vt:lpstr>Office Theme</vt:lpstr>
      <vt:lpstr>Request Pipeline</vt:lpstr>
      <vt:lpstr>Middleware Chain</vt:lpstr>
      <vt:lpstr>מצגת של PowerPoint‏</vt:lpstr>
      <vt:lpstr>Request Pipeline</vt:lpstr>
      <vt:lpstr>Built In Middlewares</vt:lpstr>
      <vt:lpstr>Exception Handler</vt:lpstr>
      <vt:lpstr>Swagger</vt:lpstr>
      <vt:lpstr>Output Caching</vt:lpstr>
      <vt:lpstr>מצגת של PowerPoint‏</vt:lpstr>
      <vt:lpstr>CORS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Request Pipeline</dc:title>
  <dc:creator>Ayala Gottfried</dc:creator>
  <cp:lastModifiedBy>גוטפריד אילה</cp:lastModifiedBy>
  <cp:revision>9</cp:revision>
  <dcterms:created xsi:type="dcterms:W3CDTF">2023-11-01T19:24:22Z</dcterms:created>
  <dcterms:modified xsi:type="dcterms:W3CDTF">2026-02-24T13:31:40Z</dcterms:modified>
</cp:coreProperties>
</file>