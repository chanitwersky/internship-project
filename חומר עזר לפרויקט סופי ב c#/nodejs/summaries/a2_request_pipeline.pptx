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7" r:id="rId4"/>
    <p:sldId id="264" r:id="rId5"/>
    <p:sldId id="263" r:id="rId6"/>
    <p:sldId id="266" r:id="rId7"/>
    <p:sldId id="265" r:id="rId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C0B16D-B000-4447-A880-BEB31339E25D}" v="70" dt="2023-11-04T18:05:21.571"/>
  </p1510:revLst>
</p1510:revInfo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3F382B-A17D-449C-B0C5-6C6E59E33F12}" type="doc">
      <dgm:prSet loTypeId="urn:microsoft.com/office/officeart/2005/8/layout/bProcess3" loCatId="process" qsTypeId="urn:microsoft.com/office/officeart/2005/8/quickstyle/simple1" qsCatId="simple" csTypeId="urn:microsoft.com/office/officeart/2005/8/colors/accent4_5" csCatId="accent4"/>
      <dgm:spPr/>
      <dgm:t>
        <a:bodyPr/>
        <a:lstStyle/>
        <a:p>
          <a:endParaRPr lang="en-US"/>
        </a:p>
      </dgm:t>
    </dgm:pt>
    <dgm:pt modelId="{8CB0EF5D-D96C-497D-A0D1-6E4C7EE982F2}">
      <dgm:prSet/>
      <dgm:spPr/>
      <dgm:t>
        <a:bodyPr/>
        <a:lstStyle/>
        <a:p>
          <a:r>
            <a:rPr lang="en-US"/>
            <a:t>Request</a:t>
          </a:r>
        </a:p>
      </dgm:t>
    </dgm:pt>
    <dgm:pt modelId="{6C7D434B-B04D-4912-AD66-FFA2D67C4F36}" type="parTrans" cxnId="{74DD19A5-D0A4-4ADD-93E3-94C6C82929C7}">
      <dgm:prSet/>
      <dgm:spPr/>
      <dgm:t>
        <a:bodyPr/>
        <a:lstStyle/>
        <a:p>
          <a:endParaRPr lang="en-US"/>
        </a:p>
      </dgm:t>
    </dgm:pt>
    <dgm:pt modelId="{F9686085-FAEC-4F7B-9BC9-25A93D7A6824}" type="sibTrans" cxnId="{74DD19A5-D0A4-4ADD-93E3-94C6C82929C7}">
      <dgm:prSet/>
      <dgm:spPr/>
      <dgm:t>
        <a:bodyPr/>
        <a:lstStyle/>
        <a:p>
          <a:endParaRPr lang="en-US"/>
        </a:p>
      </dgm:t>
    </dgm:pt>
    <dgm:pt modelId="{971B7CDF-1E7A-489C-95C6-B2AD5D35C785}">
      <dgm:prSet/>
      <dgm:spPr/>
      <dgm:t>
        <a:bodyPr/>
        <a:lstStyle/>
        <a:p>
          <a:r>
            <a:rPr lang="en-US"/>
            <a:t>Body parsing</a:t>
          </a:r>
        </a:p>
      </dgm:t>
    </dgm:pt>
    <dgm:pt modelId="{CEB35F12-3576-46CB-B978-79AEB666E7D8}" type="parTrans" cxnId="{80675BEE-1390-4563-B19A-BD27C3694F54}">
      <dgm:prSet/>
      <dgm:spPr/>
      <dgm:t>
        <a:bodyPr/>
        <a:lstStyle/>
        <a:p>
          <a:endParaRPr lang="en-US"/>
        </a:p>
      </dgm:t>
    </dgm:pt>
    <dgm:pt modelId="{B913F7B7-AB3B-4F04-B69C-30793A03EC66}" type="sibTrans" cxnId="{80675BEE-1390-4563-B19A-BD27C3694F54}">
      <dgm:prSet/>
      <dgm:spPr/>
      <dgm:t>
        <a:bodyPr/>
        <a:lstStyle/>
        <a:p>
          <a:endParaRPr lang="en-US"/>
        </a:p>
      </dgm:t>
    </dgm:pt>
    <dgm:pt modelId="{2E10FC4C-49C4-46D5-BE34-F672743856D9}">
      <dgm:prSet/>
      <dgm:spPr/>
      <dgm:t>
        <a:bodyPr/>
        <a:lstStyle/>
        <a:p>
          <a:r>
            <a:rPr lang="en-US"/>
            <a:t>CORS</a:t>
          </a:r>
        </a:p>
      </dgm:t>
    </dgm:pt>
    <dgm:pt modelId="{C4E7C92E-9078-4C90-8FD8-9FBE6EECC325}" type="parTrans" cxnId="{93D83188-9830-4BA3-B2B5-FC34069FD2AE}">
      <dgm:prSet/>
      <dgm:spPr/>
      <dgm:t>
        <a:bodyPr/>
        <a:lstStyle/>
        <a:p>
          <a:endParaRPr lang="en-US"/>
        </a:p>
      </dgm:t>
    </dgm:pt>
    <dgm:pt modelId="{EE5F6BD0-9DF9-4314-B2EA-25A8DD203B18}" type="sibTrans" cxnId="{93D83188-9830-4BA3-B2B5-FC34069FD2AE}">
      <dgm:prSet/>
      <dgm:spPr/>
      <dgm:t>
        <a:bodyPr/>
        <a:lstStyle/>
        <a:p>
          <a:endParaRPr lang="en-US"/>
        </a:p>
      </dgm:t>
    </dgm:pt>
    <dgm:pt modelId="{369EBFCB-1190-4293-9E12-173BE43AA35F}">
      <dgm:prSet/>
      <dgm:spPr/>
      <dgm:t>
        <a:bodyPr/>
        <a:lstStyle/>
        <a:p>
          <a:r>
            <a:rPr lang="en-US"/>
            <a:t>Authentication</a:t>
          </a:r>
        </a:p>
      </dgm:t>
    </dgm:pt>
    <dgm:pt modelId="{8A9C8BE8-FE18-414C-A7E2-7BA26247034C}" type="parTrans" cxnId="{E0C41B95-FA44-4DF3-A6DB-B93C4B685198}">
      <dgm:prSet/>
      <dgm:spPr/>
      <dgm:t>
        <a:bodyPr/>
        <a:lstStyle/>
        <a:p>
          <a:endParaRPr lang="en-US"/>
        </a:p>
      </dgm:t>
    </dgm:pt>
    <dgm:pt modelId="{5DF9BE2A-5126-47CA-8055-07BA55BB6B48}" type="sibTrans" cxnId="{E0C41B95-FA44-4DF3-A6DB-B93C4B685198}">
      <dgm:prSet/>
      <dgm:spPr/>
      <dgm:t>
        <a:bodyPr/>
        <a:lstStyle/>
        <a:p>
          <a:endParaRPr lang="en-US"/>
        </a:p>
      </dgm:t>
    </dgm:pt>
    <dgm:pt modelId="{178F6C55-9367-4FAB-9C56-E3EF0500ECB6}">
      <dgm:prSet/>
      <dgm:spPr/>
      <dgm:t>
        <a:bodyPr/>
        <a:lstStyle/>
        <a:p>
          <a:r>
            <a:rPr lang="en-US"/>
            <a:t>Authorization</a:t>
          </a:r>
        </a:p>
      </dgm:t>
    </dgm:pt>
    <dgm:pt modelId="{0EAEBD3B-CAE7-4CE9-99ED-FFD24CE80013}" type="parTrans" cxnId="{FE1BEE3B-9ED6-49FA-A441-0FB12EB91510}">
      <dgm:prSet/>
      <dgm:spPr/>
      <dgm:t>
        <a:bodyPr/>
        <a:lstStyle/>
        <a:p>
          <a:endParaRPr lang="en-US"/>
        </a:p>
      </dgm:t>
    </dgm:pt>
    <dgm:pt modelId="{FDE999A0-F991-423D-A532-9C910C0FB892}" type="sibTrans" cxnId="{FE1BEE3B-9ED6-49FA-A441-0FB12EB91510}">
      <dgm:prSet/>
      <dgm:spPr/>
      <dgm:t>
        <a:bodyPr/>
        <a:lstStyle/>
        <a:p>
          <a:endParaRPr lang="en-US"/>
        </a:p>
      </dgm:t>
    </dgm:pt>
    <dgm:pt modelId="{EF4407C5-E821-4EF1-9B1F-A279BFE3837A}">
      <dgm:prSet/>
      <dgm:spPr/>
      <dgm:t>
        <a:bodyPr/>
        <a:lstStyle/>
        <a:p>
          <a:r>
            <a:rPr lang="en-US"/>
            <a:t>Caching</a:t>
          </a:r>
        </a:p>
      </dgm:t>
    </dgm:pt>
    <dgm:pt modelId="{142A7768-53E2-4225-B9D3-995C0C35E73C}" type="parTrans" cxnId="{A0C2CF1E-5679-4D61-A08E-51E6AE419018}">
      <dgm:prSet/>
      <dgm:spPr/>
      <dgm:t>
        <a:bodyPr/>
        <a:lstStyle/>
        <a:p>
          <a:endParaRPr lang="en-US"/>
        </a:p>
      </dgm:t>
    </dgm:pt>
    <dgm:pt modelId="{DC6B7E85-0948-439C-A0F9-F491A7D0B8E7}" type="sibTrans" cxnId="{A0C2CF1E-5679-4D61-A08E-51E6AE419018}">
      <dgm:prSet/>
      <dgm:spPr/>
      <dgm:t>
        <a:bodyPr/>
        <a:lstStyle/>
        <a:p>
          <a:endParaRPr lang="en-US"/>
        </a:p>
      </dgm:t>
    </dgm:pt>
    <dgm:pt modelId="{98EBB28F-59CA-4BB3-8B32-15AA1EEDA59D}">
      <dgm:prSet/>
      <dgm:spPr/>
      <dgm:t>
        <a:bodyPr/>
        <a:lstStyle/>
        <a:p>
          <a:r>
            <a:rPr lang="en-US"/>
            <a:t>Error handling</a:t>
          </a:r>
        </a:p>
      </dgm:t>
    </dgm:pt>
    <dgm:pt modelId="{F4B0A946-5037-4CFE-8362-FD834819F3EA}" type="parTrans" cxnId="{42EC1B7E-1E66-4904-AD82-7634FF910888}">
      <dgm:prSet/>
      <dgm:spPr/>
      <dgm:t>
        <a:bodyPr/>
        <a:lstStyle/>
        <a:p>
          <a:endParaRPr lang="en-US"/>
        </a:p>
      </dgm:t>
    </dgm:pt>
    <dgm:pt modelId="{DB0BD1DC-8BFC-4BB0-83F0-6D4908F321BF}" type="sibTrans" cxnId="{42EC1B7E-1E66-4904-AD82-7634FF910888}">
      <dgm:prSet/>
      <dgm:spPr/>
      <dgm:t>
        <a:bodyPr/>
        <a:lstStyle/>
        <a:p>
          <a:endParaRPr lang="en-US"/>
        </a:p>
      </dgm:t>
    </dgm:pt>
    <dgm:pt modelId="{DD38B78D-6618-4535-8D57-F8630F163A1F}">
      <dgm:prSet/>
      <dgm:spPr/>
      <dgm:t>
        <a:bodyPr/>
        <a:lstStyle/>
        <a:p>
          <a:r>
            <a:rPr lang="en-US"/>
            <a:t>Response</a:t>
          </a:r>
        </a:p>
      </dgm:t>
    </dgm:pt>
    <dgm:pt modelId="{508C2FC6-6D9C-48D9-95F5-23121150DD2B}" type="parTrans" cxnId="{B3C04997-9322-4526-A7BF-2F2E31876865}">
      <dgm:prSet/>
      <dgm:spPr/>
      <dgm:t>
        <a:bodyPr/>
        <a:lstStyle/>
        <a:p>
          <a:endParaRPr lang="en-US"/>
        </a:p>
      </dgm:t>
    </dgm:pt>
    <dgm:pt modelId="{7974F1B0-C70A-4650-9781-B581A011C939}" type="sibTrans" cxnId="{B3C04997-9322-4526-A7BF-2F2E31876865}">
      <dgm:prSet/>
      <dgm:spPr/>
      <dgm:t>
        <a:bodyPr/>
        <a:lstStyle/>
        <a:p>
          <a:endParaRPr lang="en-US"/>
        </a:p>
      </dgm:t>
    </dgm:pt>
    <dgm:pt modelId="{39E86411-F5B6-4B64-9DED-95AB6BC7B011}" type="pres">
      <dgm:prSet presAssocID="{063F382B-A17D-449C-B0C5-6C6E59E33F12}" presName="Name0" presStyleCnt="0">
        <dgm:presLayoutVars>
          <dgm:dir/>
          <dgm:resizeHandles val="exact"/>
        </dgm:presLayoutVars>
      </dgm:prSet>
      <dgm:spPr/>
    </dgm:pt>
    <dgm:pt modelId="{4C9EFCE8-FCB6-483D-AE5E-D64A735CBB2E}" type="pres">
      <dgm:prSet presAssocID="{8CB0EF5D-D96C-497D-A0D1-6E4C7EE982F2}" presName="node" presStyleLbl="node1" presStyleIdx="0" presStyleCnt="8">
        <dgm:presLayoutVars>
          <dgm:bulletEnabled val="1"/>
        </dgm:presLayoutVars>
      </dgm:prSet>
      <dgm:spPr/>
    </dgm:pt>
    <dgm:pt modelId="{87077C31-FE78-4139-A865-C50B91825371}" type="pres">
      <dgm:prSet presAssocID="{F9686085-FAEC-4F7B-9BC9-25A93D7A6824}" presName="sibTrans" presStyleLbl="sibTrans1D1" presStyleIdx="0" presStyleCnt="7"/>
      <dgm:spPr/>
    </dgm:pt>
    <dgm:pt modelId="{C1EBC81B-0172-46CA-A75A-0E71F0EF12D8}" type="pres">
      <dgm:prSet presAssocID="{F9686085-FAEC-4F7B-9BC9-25A93D7A6824}" presName="connectorText" presStyleLbl="sibTrans1D1" presStyleIdx="0" presStyleCnt="7"/>
      <dgm:spPr/>
    </dgm:pt>
    <dgm:pt modelId="{AE947BCC-4CE8-4CEB-B8D2-6C8A79066ECA}" type="pres">
      <dgm:prSet presAssocID="{971B7CDF-1E7A-489C-95C6-B2AD5D35C785}" presName="node" presStyleLbl="node1" presStyleIdx="1" presStyleCnt="8">
        <dgm:presLayoutVars>
          <dgm:bulletEnabled val="1"/>
        </dgm:presLayoutVars>
      </dgm:prSet>
      <dgm:spPr/>
    </dgm:pt>
    <dgm:pt modelId="{44E8EF7C-07A1-4D13-B4AB-9156F53DF235}" type="pres">
      <dgm:prSet presAssocID="{B913F7B7-AB3B-4F04-B69C-30793A03EC66}" presName="sibTrans" presStyleLbl="sibTrans1D1" presStyleIdx="1" presStyleCnt="7"/>
      <dgm:spPr/>
    </dgm:pt>
    <dgm:pt modelId="{FAEE3737-81D7-4E3A-ABDF-41FDC918AF04}" type="pres">
      <dgm:prSet presAssocID="{B913F7B7-AB3B-4F04-B69C-30793A03EC66}" presName="connectorText" presStyleLbl="sibTrans1D1" presStyleIdx="1" presStyleCnt="7"/>
      <dgm:spPr/>
    </dgm:pt>
    <dgm:pt modelId="{2757C5F1-EB53-4E60-8F05-846C03E19817}" type="pres">
      <dgm:prSet presAssocID="{2E10FC4C-49C4-46D5-BE34-F672743856D9}" presName="node" presStyleLbl="node1" presStyleIdx="2" presStyleCnt="8">
        <dgm:presLayoutVars>
          <dgm:bulletEnabled val="1"/>
        </dgm:presLayoutVars>
      </dgm:prSet>
      <dgm:spPr/>
    </dgm:pt>
    <dgm:pt modelId="{A14A8AD2-C601-4A45-AD9D-865965AEC1D1}" type="pres">
      <dgm:prSet presAssocID="{EE5F6BD0-9DF9-4314-B2EA-25A8DD203B18}" presName="sibTrans" presStyleLbl="sibTrans1D1" presStyleIdx="2" presStyleCnt="7"/>
      <dgm:spPr/>
    </dgm:pt>
    <dgm:pt modelId="{A26E55AA-9FAF-4A90-9C51-FC9DAF6F09D5}" type="pres">
      <dgm:prSet presAssocID="{EE5F6BD0-9DF9-4314-B2EA-25A8DD203B18}" presName="connectorText" presStyleLbl="sibTrans1D1" presStyleIdx="2" presStyleCnt="7"/>
      <dgm:spPr/>
    </dgm:pt>
    <dgm:pt modelId="{23827833-314C-49E1-9609-6F2245BFA10F}" type="pres">
      <dgm:prSet presAssocID="{369EBFCB-1190-4293-9E12-173BE43AA35F}" presName="node" presStyleLbl="node1" presStyleIdx="3" presStyleCnt="8">
        <dgm:presLayoutVars>
          <dgm:bulletEnabled val="1"/>
        </dgm:presLayoutVars>
      </dgm:prSet>
      <dgm:spPr/>
    </dgm:pt>
    <dgm:pt modelId="{A1D48E4A-93F2-4472-86B5-4F25C526E142}" type="pres">
      <dgm:prSet presAssocID="{5DF9BE2A-5126-47CA-8055-07BA55BB6B48}" presName="sibTrans" presStyleLbl="sibTrans1D1" presStyleIdx="3" presStyleCnt="7"/>
      <dgm:spPr/>
    </dgm:pt>
    <dgm:pt modelId="{8C0D2A41-F00F-437E-8E36-DBD8DBFB4262}" type="pres">
      <dgm:prSet presAssocID="{5DF9BE2A-5126-47CA-8055-07BA55BB6B48}" presName="connectorText" presStyleLbl="sibTrans1D1" presStyleIdx="3" presStyleCnt="7"/>
      <dgm:spPr/>
    </dgm:pt>
    <dgm:pt modelId="{A1EC971A-2A41-41C2-8729-18D233FAEAA0}" type="pres">
      <dgm:prSet presAssocID="{178F6C55-9367-4FAB-9C56-E3EF0500ECB6}" presName="node" presStyleLbl="node1" presStyleIdx="4" presStyleCnt="8">
        <dgm:presLayoutVars>
          <dgm:bulletEnabled val="1"/>
        </dgm:presLayoutVars>
      </dgm:prSet>
      <dgm:spPr/>
    </dgm:pt>
    <dgm:pt modelId="{972C0F66-221C-4EF9-AA41-E97F8F1B2E7C}" type="pres">
      <dgm:prSet presAssocID="{FDE999A0-F991-423D-A532-9C910C0FB892}" presName="sibTrans" presStyleLbl="sibTrans1D1" presStyleIdx="4" presStyleCnt="7"/>
      <dgm:spPr/>
    </dgm:pt>
    <dgm:pt modelId="{BD998AB3-24F9-446D-89ED-A73897A7E5A9}" type="pres">
      <dgm:prSet presAssocID="{FDE999A0-F991-423D-A532-9C910C0FB892}" presName="connectorText" presStyleLbl="sibTrans1D1" presStyleIdx="4" presStyleCnt="7"/>
      <dgm:spPr/>
    </dgm:pt>
    <dgm:pt modelId="{26D40375-A862-4706-85B2-A4C911290D5A}" type="pres">
      <dgm:prSet presAssocID="{EF4407C5-E821-4EF1-9B1F-A279BFE3837A}" presName="node" presStyleLbl="node1" presStyleIdx="5" presStyleCnt="8">
        <dgm:presLayoutVars>
          <dgm:bulletEnabled val="1"/>
        </dgm:presLayoutVars>
      </dgm:prSet>
      <dgm:spPr/>
    </dgm:pt>
    <dgm:pt modelId="{E9DCBE08-9143-4241-84D2-91AAD45B9DFC}" type="pres">
      <dgm:prSet presAssocID="{DC6B7E85-0948-439C-A0F9-F491A7D0B8E7}" presName="sibTrans" presStyleLbl="sibTrans1D1" presStyleIdx="5" presStyleCnt="7"/>
      <dgm:spPr/>
    </dgm:pt>
    <dgm:pt modelId="{88D204B4-A838-4A2F-8313-4FFD91EF8FF1}" type="pres">
      <dgm:prSet presAssocID="{DC6B7E85-0948-439C-A0F9-F491A7D0B8E7}" presName="connectorText" presStyleLbl="sibTrans1D1" presStyleIdx="5" presStyleCnt="7"/>
      <dgm:spPr/>
    </dgm:pt>
    <dgm:pt modelId="{2A7F2912-62EC-4D41-82D1-51945CDFC926}" type="pres">
      <dgm:prSet presAssocID="{98EBB28F-59CA-4BB3-8B32-15AA1EEDA59D}" presName="node" presStyleLbl="node1" presStyleIdx="6" presStyleCnt="8">
        <dgm:presLayoutVars>
          <dgm:bulletEnabled val="1"/>
        </dgm:presLayoutVars>
      </dgm:prSet>
      <dgm:spPr/>
    </dgm:pt>
    <dgm:pt modelId="{7F7EDAEB-7946-4259-8A93-5DA769C3326B}" type="pres">
      <dgm:prSet presAssocID="{DB0BD1DC-8BFC-4BB0-83F0-6D4908F321BF}" presName="sibTrans" presStyleLbl="sibTrans1D1" presStyleIdx="6" presStyleCnt="7"/>
      <dgm:spPr/>
    </dgm:pt>
    <dgm:pt modelId="{5889AC8D-BB93-4715-BFAB-F9CD085D81B0}" type="pres">
      <dgm:prSet presAssocID="{DB0BD1DC-8BFC-4BB0-83F0-6D4908F321BF}" presName="connectorText" presStyleLbl="sibTrans1D1" presStyleIdx="6" presStyleCnt="7"/>
      <dgm:spPr/>
    </dgm:pt>
    <dgm:pt modelId="{35C23318-B63F-4C44-B6F3-6B3A6567FFD2}" type="pres">
      <dgm:prSet presAssocID="{DD38B78D-6618-4535-8D57-F8630F163A1F}" presName="node" presStyleLbl="node1" presStyleIdx="7" presStyleCnt="8">
        <dgm:presLayoutVars>
          <dgm:bulletEnabled val="1"/>
        </dgm:presLayoutVars>
      </dgm:prSet>
      <dgm:spPr/>
    </dgm:pt>
  </dgm:ptLst>
  <dgm:cxnLst>
    <dgm:cxn modelId="{22DE5816-B06A-443E-A21B-4907AA9083A9}" type="presOf" srcId="{971B7CDF-1E7A-489C-95C6-B2AD5D35C785}" destId="{AE947BCC-4CE8-4CEB-B8D2-6C8A79066ECA}" srcOrd="0" destOrd="0" presId="urn:microsoft.com/office/officeart/2005/8/layout/bProcess3"/>
    <dgm:cxn modelId="{B404161C-5926-4E25-B5D1-1559F861E334}" type="presOf" srcId="{DB0BD1DC-8BFC-4BB0-83F0-6D4908F321BF}" destId="{5889AC8D-BB93-4715-BFAB-F9CD085D81B0}" srcOrd="1" destOrd="0" presId="urn:microsoft.com/office/officeart/2005/8/layout/bProcess3"/>
    <dgm:cxn modelId="{A0C2CF1E-5679-4D61-A08E-51E6AE419018}" srcId="{063F382B-A17D-449C-B0C5-6C6E59E33F12}" destId="{EF4407C5-E821-4EF1-9B1F-A279BFE3837A}" srcOrd="5" destOrd="0" parTransId="{142A7768-53E2-4225-B9D3-995C0C35E73C}" sibTransId="{DC6B7E85-0948-439C-A0F9-F491A7D0B8E7}"/>
    <dgm:cxn modelId="{9E31781F-4970-4769-A506-045C22035743}" type="presOf" srcId="{DC6B7E85-0948-439C-A0F9-F491A7D0B8E7}" destId="{E9DCBE08-9143-4241-84D2-91AAD45B9DFC}" srcOrd="0" destOrd="0" presId="urn:microsoft.com/office/officeart/2005/8/layout/bProcess3"/>
    <dgm:cxn modelId="{21D27C2B-E453-46D8-B073-8292AD529806}" type="presOf" srcId="{EE5F6BD0-9DF9-4314-B2EA-25A8DD203B18}" destId="{A26E55AA-9FAF-4A90-9C51-FC9DAF6F09D5}" srcOrd="1" destOrd="0" presId="urn:microsoft.com/office/officeart/2005/8/layout/bProcess3"/>
    <dgm:cxn modelId="{BFDB7F2B-8964-4DFB-A245-1C455A8DD4A0}" type="presOf" srcId="{178F6C55-9367-4FAB-9C56-E3EF0500ECB6}" destId="{A1EC971A-2A41-41C2-8729-18D233FAEAA0}" srcOrd="0" destOrd="0" presId="urn:microsoft.com/office/officeart/2005/8/layout/bProcess3"/>
    <dgm:cxn modelId="{FE1BEE3B-9ED6-49FA-A441-0FB12EB91510}" srcId="{063F382B-A17D-449C-B0C5-6C6E59E33F12}" destId="{178F6C55-9367-4FAB-9C56-E3EF0500ECB6}" srcOrd="4" destOrd="0" parTransId="{0EAEBD3B-CAE7-4CE9-99ED-FFD24CE80013}" sibTransId="{FDE999A0-F991-423D-A532-9C910C0FB892}"/>
    <dgm:cxn modelId="{EB386A62-A625-46A4-BAE4-F95F037762C2}" type="presOf" srcId="{B913F7B7-AB3B-4F04-B69C-30793A03EC66}" destId="{44E8EF7C-07A1-4D13-B4AB-9156F53DF235}" srcOrd="0" destOrd="0" presId="urn:microsoft.com/office/officeart/2005/8/layout/bProcess3"/>
    <dgm:cxn modelId="{E8F16644-66D8-4C1F-8870-CE385388F8FC}" type="presOf" srcId="{DC6B7E85-0948-439C-A0F9-F491A7D0B8E7}" destId="{88D204B4-A838-4A2F-8313-4FFD91EF8FF1}" srcOrd="1" destOrd="0" presId="urn:microsoft.com/office/officeart/2005/8/layout/bProcess3"/>
    <dgm:cxn modelId="{269F2467-7FBF-4BE9-A4B6-62B48939463D}" type="presOf" srcId="{FDE999A0-F991-423D-A532-9C910C0FB892}" destId="{BD998AB3-24F9-446D-89ED-A73897A7E5A9}" srcOrd="1" destOrd="0" presId="urn:microsoft.com/office/officeart/2005/8/layout/bProcess3"/>
    <dgm:cxn modelId="{6EAB9151-DD49-479A-93F0-A0503748F103}" type="presOf" srcId="{8CB0EF5D-D96C-497D-A0D1-6E4C7EE982F2}" destId="{4C9EFCE8-FCB6-483D-AE5E-D64A735CBB2E}" srcOrd="0" destOrd="0" presId="urn:microsoft.com/office/officeart/2005/8/layout/bProcess3"/>
    <dgm:cxn modelId="{F4E2B27C-E65D-4F83-B282-0A2BAB117FBA}" type="presOf" srcId="{B913F7B7-AB3B-4F04-B69C-30793A03EC66}" destId="{FAEE3737-81D7-4E3A-ABDF-41FDC918AF04}" srcOrd="1" destOrd="0" presId="urn:microsoft.com/office/officeart/2005/8/layout/bProcess3"/>
    <dgm:cxn modelId="{42EC1B7E-1E66-4904-AD82-7634FF910888}" srcId="{063F382B-A17D-449C-B0C5-6C6E59E33F12}" destId="{98EBB28F-59CA-4BB3-8B32-15AA1EEDA59D}" srcOrd="6" destOrd="0" parTransId="{F4B0A946-5037-4CFE-8362-FD834819F3EA}" sibTransId="{DB0BD1DC-8BFC-4BB0-83F0-6D4908F321BF}"/>
    <dgm:cxn modelId="{93D83188-9830-4BA3-B2B5-FC34069FD2AE}" srcId="{063F382B-A17D-449C-B0C5-6C6E59E33F12}" destId="{2E10FC4C-49C4-46D5-BE34-F672743856D9}" srcOrd="2" destOrd="0" parTransId="{C4E7C92E-9078-4C90-8FD8-9FBE6EECC325}" sibTransId="{EE5F6BD0-9DF9-4314-B2EA-25A8DD203B18}"/>
    <dgm:cxn modelId="{505B4193-D672-40B0-A0E8-FC50A29640A6}" type="presOf" srcId="{F9686085-FAEC-4F7B-9BC9-25A93D7A6824}" destId="{87077C31-FE78-4139-A865-C50B91825371}" srcOrd="0" destOrd="0" presId="urn:microsoft.com/office/officeart/2005/8/layout/bProcess3"/>
    <dgm:cxn modelId="{F8ADCD93-E245-494F-8468-F1802696992D}" type="presOf" srcId="{EF4407C5-E821-4EF1-9B1F-A279BFE3837A}" destId="{26D40375-A862-4706-85B2-A4C911290D5A}" srcOrd="0" destOrd="0" presId="urn:microsoft.com/office/officeart/2005/8/layout/bProcess3"/>
    <dgm:cxn modelId="{E0C41B95-FA44-4DF3-A6DB-B93C4B685198}" srcId="{063F382B-A17D-449C-B0C5-6C6E59E33F12}" destId="{369EBFCB-1190-4293-9E12-173BE43AA35F}" srcOrd="3" destOrd="0" parTransId="{8A9C8BE8-FE18-414C-A7E2-7BA26247034C}" sibTransId="{5DF9BE2A-5126-47CA-8055-07BA55BB6B48}"/>
    <dgm:cxn modelId="{B3C04997-9322-4526-A7BF-2F2E31876865}" srcId="{063F382B-A17D-449C-B0C5-6C6E59E33F12}" destId="{DD38B78D-6618-4535-8D57-F8630F163A1F}" srcOrd="7" destOrd="0" parTransId="{508C2FC6-6D9C-48D9-95F5-23121150DD2B}" sibTransId="{7974F1B0-C70A-4650-9781-B581A011C939}"/>
    <dgm:cxn modelId="{4A2AB997-E9BE-4386-903E-CA053AAA7038}" type="presOf" srcId="{F9686085-FAEC-4F7B-9BC9-25A93D7A6824}" destId="{C1EBC81B-0172-46CA-A75A-0E71F0EF12D8}" srcOrd="1" destOrd="0" presId="urn:microsoft.com/office/officeart/2005/8/layout/bProcess3"/>
    <dgm:cxn modelId="{4AC8709C-E90F-49C0-AA57-7B621F556A20}" type="presOf" srcId="{EE5F6BD0-9DF9-4314-B2EA-25A8DD203B18}" destId="{A14A8AD2-C601-4A45-AD9D-865965AEC1D1}" srcOrd="0" destOrd="0" presId="urn:microsoft.com/office/officeart/2005/8/layout/bProcess3"/>
    <dgm:cxn modelId="{E2970A9E-C6DF-4310-AEB9-741B11D27EB1}" type="presOf" srcId="{369EBFCB-1190-4293-9E12-173BE43AA35F}" destId="{23827833-314C-49E1-9609-6F2245BFA10F}" srcOrd="0" destOrd="0" presId="urn:microsoft.com/office/officeart/2005/8/layout/bProcess3"/>
    <dgm:cxn modelId="{4E39969F-E647-4AE7-91B8-0F779D8D7130}" type="presOf" srcId="{DB0BD1DC-8BFC-4BB0-83F0-6D4908F321BF}" destId="{7F7EDAEB-7946-4259-8A93-5DA769C3326B}" srcOrd="0" destOrd="0" presId="urn:microsoft.com/office/officeart/2005/8/layout/bProcess3"/>
    <dgm:cxn modelId="{74DD19A5-D0A4-4ADD-93E3-94C6C82929C7}" srcId="{063F382B-A17D-449C-B0C5-6C6E59E33F12}" destId="{8CB0EF5D-D96C-497D-A0D1-6E4C7EE982F2}" srcOrd="0" destOrd="0" parTransId="{6C7D434B-B04D-4912-AD66-FFA2D67C4F36}" sibTransId="{F9686085-FAEC-4F7B-9BC9-25A93D7A6824}"/>
    <dgm:cxn modelId="{503F21AE-00CF-4514-A459-CA5EFC803059}" type="presOf" srcId="{5DF9BE2A-5126-47CA-8055-07BA55BB6B48}" destId="{8C0D2A41-F00F-437E-8E36-DBD8DBFB4262}" srcOrd="1" destOrd="0" presId="urn:microsoft.com/office/officeart/2005/8/layout/bProcess3"/>
    <dgm:cxn modelId="{0EC53BBD-11D3-4675-9F01-4F11A0856B04}" type="presOf" srcId="{063F382B-A17D-449C-B0C5-6C6E59E33F12}" destId="{39E86411-F5B6-4B64-9DED-95AB6BC7B011}" srcOrd="0" destOrd="0" presId="urn:microsoft.com/office/officeart/2005/8/layout/bProcess3"/>
    <dgm:cxn modelId="{9C85C1C0-C099-4277-86B4-1BEB1C5DACA1}" type="presOf" srcId="{DD38B78D-6618-4535-8D57-F8630F163A1F}" destId="{35C23318-B63F-4C44-B6F3-6B3A6567FFD2}" srcOrd="0" destOrd="0" presId="urn:microsoft.com/office/officeart/2005/8/layout/bProcess3"/>
    <dgm:cxn modelId="{4B7038CE-3BAE-4101-82B4-72CE8D25D965}" type="presOf" srcId="{FDE999A0-F991-423D-A532-9C910C0FB892}" destId="{972C0F66-221C-4EF9-AA41-E97F8F1B2E7C}" srcOrd="0" destOrd="0" presId="urn:microsoft.com/office/officeart/2005/8/layout/bProcess3"/>
    <dgm:cxn modelId="{334AD4EA-9E98-47EF-B5FB-CF80709BD360}" type="presOf" srcId="{98EBB28F-59CA-4BB3-8B32-15AA1EEDA59D}" destId="{2A7F2912-62EC-4D41-82D1-51945CDFC926}" srcOrd="0" destOrd="0" presId="urn:microsoft.com/office/officeart/2005/8/layout/bProcess3"/>
    <dgm:cxn modelId="{80675BEE-1390-4563-B19A-BD27C3694F54}" srcId="{063F382B-A17D-449C-B0C5-6C6E59E33F12}" destId="{971B7CDF-1E7A-489C-95C6-B2AD5D35C785}" srcOrd="1" destOrd="0" parTransId="{CEB35F12-3576-46CB-B978-79AEB666E7D8}" sibTransId="{B913F7B7-AB3B-4F04-B69C-30793A03EC66}"/>
    <dgm:cxn modelId="{51F0C9F6-9F48-4236-A06D-87ABA5AF9D1C}" type="presOf" srcId="{5DF9BE2A-5126-47CA-8055-07BA55BB6B48}" destId="{A1D48E4A-93F2-4472-86B5-4F25C526E142}" srcOrd="0" destOrd="0" presId="urn:microsoft.com/office/officeart/2005/8/layout/bProcess3"/>
    <dgm:cxn modelId="{5D83D6FF-F1E4-43FA-92C2-BF5A493FB5FD}" type="presOf" srcId="{2E10FC4C-49C4-46D5-BE34-F672743856D9}" destId="{2757C5F1-EB53-4E60-8F05-846C03E19817}" srcOrd="0" destOrd="0" presId="urn:microsoft.com/office/officeart/2005/8/layout/bProcess3"/>
    <dgm:cxn modelId="{5EF7F885-9318-49F1-AE55-5329A6B94408}" type="presParOf" srcId="{39E86411-F5B6-4B64-9DED-95AB6BC7B011}" destId="{4C9EFCE8-FCB6-483D-AE5E-D64A735CBB2E}" srcOrd="0" destOrd="0" presId="urn:microsoft.com/office/officeart/2005/8/layout/bProcess3"/>
    <dgm:cxn modelId="{8C95434D-2672-45EF-8BD1-820AC531ABF3}" type="presParOf" srcId="{39E86411-F5B6-4B64-9DED-95AB6BC7B011}" destId="{87077C31-FE78-4139-A865-C50B91825371}" srcOrd="1" destOrd="0" presId="urn:microsoft.com/office/officeart/2005/8/layout/bProcess3"/>
    <dgm:cxn modelId="{58A3CA54-99A0-4944-A0EC-D6474A6C4B2C}" type="presParOf" srcId="{87077C31-FE78-4139-A865-C50B91825371}" destId="{C1EBC81B-0172-46CA-A75A-0E71F0EF12D8}" srcOrd="0" destOrd="0" presId="urn:microsoft.com/office/officeart/2005/8/layout/bProcess3"/>
    <dgm:cxn modelId="{87EF4379-237E-485E-B6CC-5574DDD4F77D}" type="presParOf" srcId="{39E86411-F5B6-4B64-9DED-95AB6BC7B011}" destId="{AE947BCC-4CE8-4CEB-B8D2-6C8A79066ECA}" srcOrd="2" destOrd="0" presId="urn:microsoft.com/office/officeart/2005/8/layout/bProcess3"/>
    <dgm:cxn modelId="{85B7E856-2453-45C7-BFDB-0DE305615A73}" type="presParOf" srcId="{39E86411-F5B6-4B64-9DED-95AB6BC7B011}" destId="{44E8EF7C-07A1-4D13-B4AB-9156F53DF235}" srcOrd="3" destOrd="0" presId="urn:microsoft.com/office/officeart/2005/8/layout/bProcess3"/>
    <dgm:cxn modelId="{513BF395-8AA9-48ED-AF3D-89221663EFD6}" type="presParOf" srcId="{44E8EF7C-07A1-4D13-B4AB-9156F53DF235}" destId="{FAEE3737-81D7-4E3A-ABDF-41FDC918AF04}" srcOrd="0" destOrd="0" presId="urn:microsoft.com/office/officeart/2005/8/layout/bProcess3"/>
    <dgm:cxn modelId="{00AC07D9-EF55-451E-9EAD-20FCA4C62028}" type="presParOf" srcId="{39E86411-F5B6-4B64-9DED-95AB6BC7B011}" destId="{2757C5F1-EB53-4E60-8F05-846C03E19817}" srcOrd="4" destOrd="0" presId="urn:microsoft.com/office/officeart/2005/8/layout/bProcess3"/>
    <dgm:cxn modelId="{A6DFDE9C-551F-4A0B-8938-15FEC371843C}" type="presParOf" srcId="{39E86411-F5B6-4B64-9DED-95AB6BC7B011}" destId="{A14A8AD2-C601-4A45-AD9D-865965AEC1D1}" srcOrd="5" destOrd="0" presId="urn:microsoft.com/office/officeart/2005/8/layout/bProcess3"/>
    <dgm:cxn modelId="{14036DB8-179C-41F3-BD1A-D0E6546113B1}" type="presParOf" srcId="{A14A8AD2-C601-4A45-AD9D-865965AEC1D1}" destId="{A26E55AA-9FAF-4A90-9C51-FC9DAF6F09D5}" srcOrd="0" destOrd="0" presId="urn:microsoft.com/office/officeart/2005/8/layout/bProcess3"/>
    <dgm:cxn modelId="{5CF1706C-C2DE-4AF9-B561-83FEFB529C69}" type="presParOf" srcId="{39E86411-F5B6-4B64-9DED-95AB6BC7B011}" destId="{23827833-314C-49E1-9609-6F2245BFA10F}" srcOrd="6" destOrd="0" presId="urn:microsoft.com/office/officeart/2005/8/layout/bProcess3"/>
    <dgm:cxn modelId="{B1ABA575-EFE1-48BF-BB77-0A7CD6438678}" type="presParOf" srcId="{39E86411-F5B6-4B64-9DED-95AB6BC7B011}" destId="{A1D48E4A-93F2-4472-86B5-4F25C526E142}" srcOrd="7" destOrd="0" presId="urn:microsoft.com/office/officeart/2005/8/layout/bProcess3"/>
    <dgm:cxn modelId="{05FAC29E-965B-42C1-80A4-D9D722444164}" type="presParOf" srcId="{A1D48E4A-93F2-4472-86B5-4F25C526E142}" destId="{8C0D2A41-F00F-437E-8E36-DBD8DBFB4262}" srcOrd="0" destOrd="0" presId="urn:microsoft.com/office/officeart/2005/8/layout/bProcess3"/>
    <dgm:cxn modelId="{3A2EECF7-0CC9-44A8-B054-54978BC91034}" type="presParOf" srcId="{39E86411-F5B6-4B64-9DED-95AB6BC7B011}" destId="{A1EC971A-2A41-41C2-8729-18D233FAEAA0}" srcOrd="8" destOrd="0" presId="urn:microsoft.com/office/officeart/2005/8/layout/bProcess3"/>
    <dgm:cxn modelId="{70458542-9B0B-4BC7-85BF-833B001CE2F6}" type="presParOf" srcId="{39E86411-F5B6-4B64-9DED-95AB6BC7B011}" destId="{972C0F66-221C-4EF9-AA41-E97F8F1B2E7C}" srcOrd="9" destOrd="0" presId="urn:microsoft.com/office/officeart/2005/8/layout/bProcess3"/>
    <dgm:cxn modelId="{8DAFC249-F8E3-4A10-909B-CC6A0746D275}" type="presParOf" srcId="{972C0F66-221C-4EF9-AA41-E97F8F1B2E7C}" destId="{BD998AB3-24F9-446D-89ED-A73897A7E5A9}" srcOrd="0" destOrd="0" presId="urn:microsoft.com/office/officeart/2005/8/layout/bProcess3"/>
    <dgm:cxn modelId="{09463B6B-2A80-4F06-85D2-EE91B121E6A6}" type="presParOf" srcId="{39E86411-F5B6-4B64-9DED-95AB6BC7B011}" destId="{26D40375-A862-4706-85B2-A4C911290D5A}" srcOrd="10" destOrd="0" presId="urn:microsoft.com/office/officeart/2005/8/layout/bProcess3"/>
    <dgm:cxn modelId="{25412A8A-1BC7-4C63-9BAC-1ABE437DAAF7}" type="presParOf" srcId="{39E86411-F5B6-4B64-9DED-95AB6BC7B011}" destId="{E9DCBE08-9143-4241-84D2-91AAD45B9DFC}" srcOrd="11" destOrd="0" presId="urn:microsoft.com/office/officeart/2005/8/layout/bProcess3"/>
    <dgm:cxn modelId="{911DF497-404E-4661-9CF6-7EE63A897D47}" type="presParOf" srcId="{E9DCBE08-9143-4241-84D2-91AAD45B9DFC}" destId="{88D204B4-A838-4A2F-8313-4FFD91EF8FF1}" srcOrd="0" destOrd="0" presId="urn:microsoft.com/office/officeart/2005/8/layout/bProcess3"/>
    <dgm:cxn modelId="{BAF0B7C2-CCE0-4158-9D13-BEC14A75343F}" type="presParOf" srcId="{39E86411-F5B6-4B64-9DED-95AB6BC7B011}" destId="{2A7F2912-62EC-4D41-82D1-51945CDFC926}" srcOrd="12" destOrd="0" presId="urn:microsoft.com/office/officeart/2005/8/layout/bProcess3"/>
    <dgm:cxn modelId="{154AFDD7-41DC-49C3-8884-DFB33B77B441}" type="presParOf" srcId="{39E86411-F5B6-4B64-9DED-95AB6BC7B011}" destId="{7F7EDAEB-7946-4259-8A93-5DA769C3326B}" srcOrd="13" destOrd="0" presId="urn:microsoft.com/office/officeart/2005/8/layout/bProcess3"/>
    <dgm:cxn modelId="{F8B5CE19-A0CD-414E-8A18-1C5FAF4EA78C}" type="presParOf" srcId="{7F7EDAEB-7946-4259-8A93-5DA769C3326B}" destId="{5889AC8D-BB93-4715-BFAB-F9CD085D81B0}" srcOrd="0" destOrd="0" presId="urn:microsoft.com/office/officeart/2005/8/layout/bProcess3"/>
    <dgm:cxn modelId="{269ABA39-15EF-4A71-9B80-3CD93D0B4FA7}" type="presParOf" srcId="{39E86411-F5B6-4B64-9DED-95AB6BC7B011}" destId="{35C23318-B63F-4C44-B6F3-6B3A6567FFD2}" srcOrd="1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893FA5-475E-4374-8CAB-19E77D11FA91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4548E9D0-03AD-4A31-91D1-6EA59508D7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Same Origin Policy</a:t>
          </a:r>
        </a:p>
      </dgm:t>
    </dgm:pt>
    <dgm:pt modelId="{D65B8DF5-9CC5-486E-B69E-4888C9F68918}" type="parTrans" cxnId="{7E65C455-93F6-4C99-A985-12B5FECC7631}">
      <dgm:prSet/>
      <dgm:spPr/>
      <dgm:t>
        <a:bodyPr/>
        <a:lstStyle/>
        <a:p>
          <a:endParaRPr lang="en-US"/>
        </a:p>
      </dgm:t>
    </dgm:pt>
    <dgm:pt modelId="{381D7357-C165-4D84-AD2D-4669A0F299AA}" type="sibTrans" cxnId="{7E65C455-93F6-4C99-A985-12B5FECC7631}">
      <dgm:prSet/>
      <dgm:spPr/>
      <dgm:t>
        <a:bodyPr/>
        <a:lstStyle/>
        <a:p>
          <a:endParaRPr lang="en-US"/>
        </a:p>
      </dgm:t>
    </dgm:pt>
    <dgm:pt modelId="{FAA64E30-13BD-4385-A943-5AFDE34F03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 feature to </a:t>
          </a:r>
          <a:r>
            <a:rPr lang="en-US" b="0" i="0"/>
            <a:t>prevent web pages from making requests to a different domain for security reasons</a:t>
          </a:r>
          <a:endParaRPr lang="en-US"/>
        </a:p>
      </dgm:t>
    </dgm:pt>
    <dgm:pt modelId="{7E334B87-3307-42F8-B1F4-EC31C0E044AE}" type="parTrans" cxnId="{9A21C795-BCC9-4D9C-BDD3-62EA1514FA8D}">
      <dgm:prSet/>
      <dgm:spPr/>
      <dgm:t>
        <a:bodyPr/>
        <a:lstStyle/>
        <a:p>
          <a:endParaRPr lang="en-US"/>
        </a:p>
      </dgm:t>
    </dgm:pt>
    <dgm:pt modelId="{208AD76E-44B3-4920-9736-005BD0EFE770}" type="sibTrans" cxnId="{9A21C795-BCC9-4D9C-BDD3-62EA1514FA8D}">
      <dgm:prSet/>
      <dgm:spPr/>
      <dgm:t>
        <a:bodyPr/>
        <a:lstStyle/>
        <a:p>
          <a:endParaRPr lang="en-US"/>
        </a:p>
      </dgm:t>
    </dgm:pt>
    <dgm:pt modelId="{16D5FDD2-F1EF-4AF9-8D64-F0C4014969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Cross Origin Requests</a:t>
          </a:r>
        </a:p>
      </dgm:t>
    </dgm:pt>
    <dgm:pt modelId="{645CB733-7927-4A4D-A9FC-37528CE5332C}" type="parTrans" cxnId="{8FBD1B06-33B9-40A4-B360-AAF02E892BE8}">
      <dgm:prSet/>
      <dgm:spPr/>
      <dgm:t>
        <a:bodyPr/>
        <a:lstStyle/>
        <a:p>
          <a:endParaRPr lang="en-US"/>
        </a:p>
      </dgm:t>
    </dgm:pt>
    <dgm:pt modelId="{5BBF0362-EF4F-496E-A203-A80006F5734F}" type="sibTrans" cxnId="{8FBD1B06-33B9-40A4-B360-AAF02E892BE8}">
      <dgm:prSet/>
      <dgm:spPr/>
      <dgm:t>
        <a:bodyPr/>
        <a:lstStyle/>
        <a:p>
          <a:endParaRPr lang="en-US"/>
        </a:p>
      </dgm:t>
    </dgm:pt>
    <dgm:pt modelId="{8A33FED2-E52F-442D-8CCB-D9092803EB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Sometimes we must access APIs or resources hosted on different domains</a:t>
          </a:r>
          <a:endParaRPr lang="en-US"/>
        </a:p>
      </dgm:t>
    </dgm:pt>
    <dgm:pt modelId="{7FE86388-6E0E-4954-B201-BB6F430653E2}" type="parTrans" cxnId="{BAEE5C4F-303A-42FF-BFB1-3A51E2394B57}">
      <dgm:prSet/>
      <dgm:spPr/>
      <dgm:t>
        <a:bodyPr/>
        <a:lstStyle/>
        <a:p>
          <a:endParaRPr lang="en-US"/>
        </a:p>
      </dgm:t>
    </dgm:pt>
    <dgm:pt modelId="{2A24E150-FD6E-4BD5-8B15-AD28D785466F}" type="sibTrans" cxnId="{BAEE5C4F-303A-42FF-BFB1-3A51E2394B57}">
      <dgm:prSet/>
      <dgm:spPr/>
      <dgm:t>
        <a:bodyPr/>
        <a:lstStyle/>
        <a:p>
          <a:endParaRPr lang="en-US"/>
        </a:p>
      </dgm:t>
    </dgm:pt>
    <dgm:pt modelId="{83D859B9-AC76-4739-9A31-E3BFBE5615E2}" type="pres">
      <dgm:prSet presAssocID="{6B893FA5-475E-4374-8CAB-19E77D11FA91}" presName="root" presStyleCnt="0">
        <dgm:presLayoutVars>
          <dgm:dir/>
          <dgm:resizeHandles val="exact"/>
        </dgm:presLayoutVars>
      </dgm:prSet>
      <dgm:spPr/>
    </dgm:pt>
    <dgm:pt modelId="{7665FC80-9FC2-4680-B355-7B1893CE4E07}" type="pres">
      <dgm:prSet presAssocID="{4548E9D0-03AD-4A31-91D1-6EA59508D77D}" presName="compNode" presStyleCnt="0"/>
      <dgm:spPr/>
    </dgm:pt>
    <dgm:pt modelId="{933D445E-7B78-4EC7-B293-0F24AA22A5B8}" type="pres">
      <dgm:prSet presAssocID="{4548E9D0-03AD-4A31-91D1-6EA59508D77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 outline"/>
        </a:ext>
      </dgm:extLst>
    </dgm:pt>
    <dgm:pt modelId="{54FA438E-56E4-4194-AB9B-F5AFEAAB4359}" type="pres">
      <dgm:prSet presAssocID="{4548E9D0-03AD-4A31-91D1-6EA59508D77D}" presName="iconSpace" presStyleCnt="0"/>
      <dgm:spPr/>
    </dgm:pt>
    <dgm:pt modelId="{A27B31DB-D874-49C9-B13F-E9AB2685036A}" type="pres">
      <dgm:prSet presAssocID="{4548E9D0-03AD-4A31-91D1-6EA59508D77D}" presName="parTx" presStyleLbl="revTx" presStyleIdx="0" presStyleCnt="4">
        <dgm:presLayoutVars>
          <dgm:chMax val="0"/>
          <dgm:chPref val="0"/>
        </dgm:presLayoutVars>
      </dgm:prSet>
      <dgm:spPr/>
    </dgm:pt>
    <dgm:pt modelId="{9BAA50F9-C456-4416-8660-1188BC06D4F0}" type="pres">
      <dgm:prSet presAssocID="{4548E9D0-03AD-4A31-91D1-6EA59508D77D}" presName="txSpace" presStyleCnt="0"/>
      <dgm:spPr/>
    </dgm:pt>
    <dgm:pt modelId="{E521D912-946A-4045-8957-94CD7A339E82}" type="pres">
      <dgm:prSet presAssocID="{4548E9D0-03AD-4A31-91D1-6EA59508D77D}" presName="desTx" presStyleLbl="revTx" presStyleIdx="1" presStyleCnt="4">
        <dgm:presLayoutVars/>
      </dgm:prSet>
      <dgm:spPr/>
    </dgm:pt>
    <dgm:pt modelId="{71FE3DF4-C6F1-478F-81F8-9980888254B2}" type="pres">
      <dgm:prSet presAssocID="{381D7357-C165-4D84-AD2D-4669A0F299AA}" presName="sibTrans" presStyleCnt="0"/>
      <dgm:spPr/>
    </dgm:pt>
    <dgm:pt modelId="{D46D7481-13B7-4B64-8399-C2477684801D}" type="pres">
      <dgm:prSet presAssocID="{16D5FDD2-F1EF-4AF9-8D64-F0C4014969D0}" presName="compNode" presStyleCnt="0"/>
      <dgm:spPr/>
    </dgm:pt>
    <dgm:pt modelId="{8CCD020E-7C3C-4D6C-9255-7D80D95984AE}" type="pres">
      <dgm:prSet presAssocID="{16D5FDD2-F1EF-4AF9-8D64-F0C4014969D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ute (Two Pins With A Path) with solid fill"/>
        </a:ext>
      </dgm:extLst>
    </dgm:pt>
    <dgm:pt modelId="{3E61904F-A108-4BF2-8B8A-A15A052C20F8}" type="pres">
      <dgm:prSet presAssocID="{16D5FDD2-F1EF-4AF9-8D64-F0C4014969D0}" presName="iconSpace" presStyleCnt="0"/>
      <dgm:spPr/>
    </dgm:pt>
    <dgm:pt modelId="{E3447C41-B932-42DF-9786-8E718DA43B9C}" type="pres">
      <dgm:prSet presAssocID="{16D5FDD2-F1EF-4AF9-8D64-F0C4014969D0}" presName="parTx" presStyleLbl="revTx" presStyleIdx="2" presStyleCnt="4">
        <dgm:presLayoutVars>
          <dgm:chMax val="0"/>
          <dgm:chPref val="0"/>
        </dgm:presLayoutVars>
      </dgm:prSet>
      <dgm:spPr/>
    </dgm:pt>
    <dgm:pt modelId="{7C76CA1F-D54C-410F-88CC-DA04FCFD9A44}" type="pres">
      <dgm:prSet presAssocID="{16D5FDD2-F1EF-4AF9-8D64-F0C4014969D0}" presName="txSpace" presStyleCnt="0"/>
      <dgm:spPr/>
    </dgm:pt>
    <dgm:pt modelId="{22B4C20E-2F82-4C32-980D-61AB1B665999}" type="pres">
      <dgm:prSet presAssocID="{16D5FDD2-F1EF-4AF9-8D64-F0C4014969D0}" presName="desTx" presStyleLbl="revTx" presStyleIdx="3" presStyleCnt="4">
        <dgm:presLayoutVars/>
      </dgm:prSet>
      <dgm:spPr/>
    </dgm:pt>
  </dgm:ptLst>
  <dgm:cxnLst>
    <dgm:cxn modelId="{C0108F04-B3DD-454D-B805-1934660297E9}" type="presOf" srcId="{16D5FDD2-F1EF-4AF9-8D64-F0C4014969D0}" destId="{E3447C41-B932-42DF-9786-8E718DA43B9C}" srcOrd="0" destOrd="0" presId="urn:microsoft.com/office/officeart/2018/2/layout/IconLabelDescriptionList"/>
    <dgm:cxn modelId="{8FBD1B06-33B9-40A4-B360-AAF02E892BE8}" srcId="{6B893FA5-475E-4374-8CAB-19E77D11FA91}" destId="{16D5FDD2-F1EF-4AF9-8D64-F0C4014969D0}" srcOrd="1" destOrd="0" parTransId="{645CB733-7927-4A4D-A9FC-37528CE5332C}" sibTransId="{5BBF0362-EF4F-496E-A203-A80006F5734F}"/>
    <dgm:cxn modelId="{D3871A2F-7BA9-4ACA-9CCB-3E924348614B}" type="presOf" srcId="{4548E9D0-03AD-4A31-91D1-6EA59508D77D}" destId="{A27B31DB-D874-49C9-B13F-E9AB2685036A}" srcOrd="0" destOrd="0" presId="urn:microsoft.com/office/officeart/2018/2/layout/IconLabelDescriptionList"/>
    <dgm:cxn modelId="{A0EB3F37-934C-4973-9D0E-0AAD43120F52}" type="presOf" srcId="{8A33FED2-E52F-442D-8CCB-D9092803EBBF}" destId="{22B4C20E-2F82-4C32-980D-61AB1B665999}" srcOrd="0" destOrd="0" presId="urn:microsoft.com/office/officeart/2018/2/layout/IconLabelDescriptionList"/>
    <dgm:cxn modelId="{BAEE5C4F-303A-42FF-BFB1-3A51E2394B57}" srcId="{16D5FDD2-F1EF-4AF9-8D64-F0C4014969D0}" destId="{8A33FED2-E52F-442D-8CCB-D9092803EBBF}" srcOrd="0" destOrd="0" parTransId="{7FE86388-6E0E-4954-B201-BB6F430653E2}" sibTransId="{2A24E150-FD6E-4BD5-8B15-AD28D785466F}"/>
    <dgm:cxn modelId="{7E65C455-93F6-4C99-A985-12B5FECC7631}" srcId="{6B893FA5-475E-4374-8CAB-19E77D11FA91}" destId="{4548E9D0-03AD-4A31-91D1-6EA59508D77D}" srcOrd="0" destOrd="0" parTransId="{D65B8DF5-9CC5-486E-B69E-4888C9F68918}" sibTransId="{381D7357-C165-4D84-AD2D-4669A0F299AA}"/>
    <dgm:cxn modelId="{9A21C795-BCC9-4D9C-BDD3-62EA1514FA8D}" srcId="{4548E9D0-03AD-4A31-91D1-6EA59508D77D}" destId="{FAA64E30-13BD-4385-A943-5AFDE34F03B4}" srcOrd="0" destOrd="0" parTransId="{7E334B87-3307-42F8-B1F4-EC31C0E044AE}" sibTransId="{208AD76E-44B3-4920-9736-005BD0EFE770}"/>
    <dgm:cxn modelId="{C3A332A3-5FE4-4BDD-ABA0-8A8B4C6C3CA1}" type="presOf" srcId="{FAA64E30-13BD-4385-A943-5AFDE34F03B4}" destId="{E521D912-946A-4045-8957-94CD7A339E82}" srcOrd="0" destOrd="0" presId="urn:microsoft.com/office/officeart/2018/2/layout/IconLabelDescriptionList"/>
    <dgm:cxn modelId="{D461A4B7-4FFD-44E8-A4A4-8600CBB225DA}" type="presOf" srcId="{6B893FA5-475E-4374-8CAB-19E77D11FA91}" destId="{83D859B9-AC76-4739-9A31-E3BFBE5615E2}" srcOrd="0" destOrd="0" presId="urn:microsoft.com/office/officeart/2018/2/layout/IconLabelDescriptionList"/>
    <dgm:cxn modelId="{08C19EC8-2566-4D87-A3C2-8F2F53C681EB}" type="presParOf" srcId="{83D859B9-AC76-4739-9A31-E3BFBE5615E2}" destId="{7665FC80-9FC2-4680-B355-7B1893CE4E07}" srcOrd="0" destOrd="0" presId="urn:microsoft.com/office/officeart/2018/2/layout/IconLabelDescriptionList"/>
    <dgm:cxn modelId="{EDAAB86B-5A5E-42E9-A9BF-9FF711F6D3E4}" type="presParOf" srcId="{7665FC80-9FC2-4680-B355-7B1893CE4E07}" destId="{933D445E-7B78-4EC7-B293-0F24AA22A5B8}" srcOrd="0" destOrd="0" presId="urn:microsoft.com/office/officeart/2018/2/layout/IconLabelDescriptionList"/>
    <dgm:cxn modelId="{D3904299-9829-43EC-9751-CCC18A72914D}" type="presParOf" srcId="{7665FC80-9FC2-4680-B355-7B1893CE4E07}" destId="{54FA438E-56E4-4194-AB9B-F5AFEAAB4359}" srcOrd="1" destOrd="0" presId="urn:microsoft.com/office/officeart/2018/2/layout/IconLabelDescriptionList"/>
    <dgm:cxn modelId="{D0139C16-BB25-43F1-8692-A3EDE6EDDF4B}" type="presParOf" srcId="{7665FC80-9FC2-4680-B355-7B1893CE4E07}" destId="{A27B31DB-D874-49C9-B13F-E9AB2685036A}" srcOrd="2" destOrd="0" presId="urn:microsoft.com/office/officeart/2018/2/layout/IconLabelDescriptionList"/>
    <dgm:cxn modelId="{055B7A8B-B692-4CC8-B2BD-177A1308A8CA}" type="presParOf" srcId="{7665FC80-9FC2-4680-B355-7B1893CE4E07}" destId="{9BAA50F9-C456-4416-8660-1188BC06D4F0}" srcOrd="3" destOrd="0" presId="urn:microsoft.com/office/officeart/2018/2/layout/IconLabelDescriptionList"/>
    <dgm:cxn modelId="{9FDE4547-1981-4520-8C68-F7E1951BF26C}" type="presParOf" srcId="{7665FC80-9FC2-4680-B355-7B1893CE4E07}" destId="{E521D912-946A-4045-8957-94CD7A339E82}" srcOrd="4" destOrd="0" presId="urn:microsoft.com/office/officeart/2018/2/layout/IconLabelDescriptionList"/>
    <dgm:cxn modelId="{4EB24FA4-EC92-4ED0-9694-C400B5881B1A}" type="presParOf" srcId="{83D859B9-AC76-4739-9A31-E3BFBE5615E2}" destId="{71FE3DF4-C6F1-478F-81F8-9980888254B2}" srcOrd="1" destOrd="0" presId="urn:microsoft.com/office/officeart/2018/2/layout/IconLabelDescriptionList"/>
    <dgm:cxn modelId="{8F675141-2DBD-473A-BE5C-64900A0901A2}" type="presParOf" srcId="{83D859B9-AC76-4739-9A31-E3BFBE5615E2}" destId="{D46D7481-13B7-4B64-8399-C2477684801D}" srcOrd="2" destOrd="0" presId="urn:microsoft.com/office/officeart/2018/2/layout/IconLabelDescriptionList"/>
    <dgm:cxn modelId="{07E8356F-EB36-4662-B12B-F6299BC32BEE}" type="presParOf" srcId="{D46D7481-13B7-4B64-8399-C2477684801D}" destId="{8CCD020E-7C3C-4D6C-9255-7D80D95984AE}" srcOrd="0" destOrd="0" presId="urn:microsoft.com/office/officeart/2018/2/layout/IconLabelDescriptionList"/>
    <dgm:cxn modelId="{321F5EFA-2CC2-4755-AA61-004688BFB340}" type="presParOf" srcId="{D46D7481-13B7-4B64-8399-C2477684801D}" destId="{3E61904F-A108-4BF2-8B8A-A15A052C20F8}" srcOrd="1" destOrd="0" presId="urn:microsoft.com/office/officeart/2018/2/layout/IconLabelDescriptionList"/>
    <dgm:cxn modelId="{99A80FCB-1CE7-4754-8B4F-4C7D78410B9A}" type="presParOf" srcId="{D46D7481-13B7-4B64-8399-C2477684801D}" destId="{E3447C41-B932-42DF-9786-8E718DA43B9C}" srcOrd="2" destOrd="0" presId="urn:microsoft.com/office/officeart/2018/2/layout/IconLabelDescriptionList"/>
    <dgm:cxn modelId="{6229127B-C676-4964-80E7-BFF6EDF55004}" type="presParOf" srcId="{D46D7481-13B7-4B64-8399-C2477684801D}" destId="{7C76CA1F-D54C-410F-88CC-DA04FCFD9A44}" srcOrd="3" destOrd="0" presId="urn:microsoft.com/office/officeart/2018/2/layout/IconLabelDescriptionList"/>
    <dgm:cxn modelId="{4F505942-5626-467D-9231-7EE722CDD889}" type="presParOf" srcId="{D46D7481-13B7-4B64-8399-C2477684801D}" destId="{22B4C20E-2F82-4C32-980D-61AB1B66599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0FBBED-8E86-48EA-9AF1-72D8B984D935}" type="doc">
      <dgm:prSet loTypeId="urn:microsoft.com/office/officeart/2018/5/layout/IconCircleLabelList" loCatId="icon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9DC3E6C4-3737-44A5-B40E-7A9A8DC5E08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Authentication</a:t>
          </a:r>
        </a:p>
      </dgm:t>
    </dgm:pt>
    <dgm:pt modelId="{8F29CED3-1FB7-49F0-8F6A-47F64779E1D4}" type="parTrans" cxnId="{1485E590-5748-46BC-875E-857A8E88E596}">
      <dgm:prSet/>
      <dgm:spPr/>
      <dgm:t>
        <a:bodyPr/>
        <a:lstStyle/>
        <a:p>
          <a:endParaRPr lang="en-US"/>
        </a:p>
      </dgm:t>
    </dgm:pt>
    <dgm:pt modelId="{118E4A23-73E4-480E-8AB0-F0CAA7109D19}" type="sibTrans" cxnId="{1485E590-5748-46BC-875E-857A8E88E596}">
      <dgm:prSet/>
      <dgm:spPr/>
      <dgm:t>
        <a:bodyPr/>
        <a:lstStyle/>
        <a:p>
          <a:endParaRPr lang="en-US"/>
        </a:p>
      </dgm:t>
    </dgm:pt>
    <dgm:pt modelId="{866B9BFB-09E1-4530-8819-CB37A920934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Authorization</a:t>
          </a:r>
        </a:p>
      </dgm:t>
    </dgm:pt>
    <dgm:pt modelId="{6B725DA6-FC58-4424-AAF7-292BF400AFE4}" type="parTrans" cxnId="{9BAD62EA-2624-4792-8B4E-E606FE892FC2}">
      <dgm:prSet/>
      <dgm:spPr/>
      <dgm:t>
        <a:bodyPr/>
        <a:lstStyle/>
        <a:p>
          <a:endParaRPr lang="en-US"/>
        </a:p>
      </dgm:t>
    </dgm:pt>
    <dgm:pt modelId="{FAA3D950-6C86-4D17-8EC2-2CB4EAF8A484}" type="sibTrans" cxnId="{9BAD62EA-2624-4792-8B4E-E606FE892FC2}">
      <dgm:prSet/>
      <dgm:spPr/>
      <dgm:t>
        <a:bodyPr/>
        <a:lstStyle/>
        <a:p>
          <a:endParaRPr lang="en-US"/>
        </a:p>
      </dgm:t>
    </dgm:pt>
    <dgm:pt modelId="{93DD6A16-4A26-46C2-BD01-51C1DC414884}" type="pres">
      <dgm:prSet presAssocID="{E80FBBED-8E86-48EA-9AF1-72D8B984D935}" presName="root" presStyleCnt="0">
        <dgm:presLayoutVars>
          <dgm:dir/>
          <dgm:resizeHandles val="exact"/>
        </dgm:presLayoutVars>
      </dgm:prSet>
      <dgm:spPr/>
    </dgm:pt>
    <dgm:pt modelId="{AFB88D8B-5AC9-4318-9480-1488210F2F55}" type="pres">
      <dgm:prSet presAssocID="{9DC3E6C4-3737-44A5-B40E-7A9A8DC5E08B}" presName="compNode" presStyleCnt="0"/>
      <dgm:spPr/>
    </dgm:pt>
    <dgm:pt modelId="{4A421361-5390-4901-9221-34C8EE13132A}" type="pres">
      <dgm:prSet presAssocID="{9DC3E6C4-3737-44A5-B40E-7A9A8DC5E08B}" presName="iconBgRect" presStyleLbl="bgShp" presStyleIdx="0" presStyleCnt="2"/>
      <dgm:spPr/>
    </dgm:pt>
    <dgm:pt modelId="{232E38B0-B4CE-4CD0-B41C-5253AD922A8E}" type="pres">
      <dgm:prSet presAssocID="{9DC3E6C4-3737-44A5-B40E-7A9A8DC5E08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 with solid fill"/>
        </a:ext>
      </dgm:extLst>
    </dgm:pt>
    <dgm:pt modelId="{78641DB1-CF0E-4F9F-A583-9EF251CAB478}" type="pres">
      <dgm:prSet presAssocID="{9DC3E6C4-3737-44A5-B40E-7A9A8DC5E08B}" presName="spaceRect" presStyleCnt="0"/>
      <dgm:spPr/>
    </dgm:pt>
    <dgm:pt modelId="{581B3DAC-0056-4E5C-B6A4-605257786680}" type="pres">
      <dgm:prSet presAssocID="{9DC3E6C4-3737-44A5-B40E-7A9A8DC5E08B}" presName="textRect" presStyleLbl="revTx" presStyleIdx="0" presStyleCnt="2">
        <dgm:presLayoutVars>
          <dgm:chMax val="1"/>
          <dgm:chPref val="1"/>
        </dgm:presLayoutVars>
      </dgm:prSet>
      <dgm:spPr/>
    </dgm:pt>
    <dgm:pt modelId="{94F375B9-2F14-4D62-A7E6-42B3E439F4C0}" type="pres">
      <dgm:prSet presAssocID="{118E4A23-73E4-480E-8AB0-F0CAA7109D19}" presName="sibTrans" presStyleCnt="0"/>
      <dgm:spPr/>
    </dgm:pt>
    <dgm:pt modelId="{2EDE46A0-673B-43AD-BD38-194682EFFE83}" type="pres">
      <dgm:prSet presAssocID="{866B9BFB-09E1-4530-8819-CB37A9209342}" presName="compNode" presStyleCnt="0"/>
      <dgm:spPr/>
    </dgm:pt>
    <dgm:pt modelId="{58AB09E2-01EE-4259-9E3F-C67D546C6AE1}" type="pres">
      <dgm:prSet presAssocID="{866B9BFB-09E1-4530-8819-CB37A9209342}" presName="iconBgRect" presStyleLbl="bgShp" presStyleIdx="1" presStyleCnt="2"/>
      <dgm:spPr/>
    </dgm:pt>
    <dgm:pt modelId="{8C454EAB-390B-471B-AEF8-EC3A37415148}" type="pres">
      <dgm:prSet presAssocID="{866B9BFB-09E1-4530-8819-CB37A920934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 outline"/>
        </a:ext>
      </dgm:extLst>
    </dgm:pt>
    <dgm:pt modelId="{94D853A1-30A7-4A75-9F77-58CF62CADBF1}" type="pres">
      <dgm:prSet presAssocID="{866B9BFB-09E1-4530-8819-CB37A9209342}" presName="spaceRect" presStyleCnt="0"/>
      <dgm:spPr/>
    </dgm:pt>
    <dgm:pt modelId="{5275B2D9-BDA0-4C30-BDB8-4F8E893E31E0}" type="pres">
      <dgm:prSet presAssocID="{866B9BFB-09E1-4530-8819-CB37A920934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7CD3812-5D8A-4DD8-9611-6A984D5E00A4}" type="presOf" srcId="{866B9BFB-09E1-4530-8819-CB37A9209342}" destId="{5275B2D9-BDA0-4C30-BDB8-4F8E893E31E0}" srcOrd="0" destOrd="0" presId="urn:microsoft.com/office/officeart/2018/5/layout/IconCircleLabelList"/>
    <dgm:cxn modelId="{1953ED2F-2296-4899-B032-1937C03A2787}" type="presOf" srcId="{E80FBBED-8E86-48EA-9AF1-72D8B984D935}" destId="{93DD6A16-4A26-46C2-BD01-51C1DC414884}" srcOrd="0" destOrd="0" presId="urn:microsoft.com/office/officeart/2018/5/layout/IconCircleLabelList"/>
    <dgm:cxn modelId="{1485E590-5748-46BC-875E-857A8E88E596}" srcId="{E80FBBED-8E86-48EA-9AF1-72D8B984D935}" destId="{9DC3E6C4-3737-44A5-B40E-7A9A8DC5E08B}" srcOrd="0" destOrd="0" parTransId="{8F29CED3-1FB7-49F0-8F6A-47F64779E1D4}" sibTransId="{118E4A23-73E4-480E-8AB0-F0CAA7109D19}"/>
    <dgm:cxn modelId="{A9A4F6E9-61A8-41CB-93B0-B4E39FAAD1BB}" type="presOf" srcId="{9DC3E6C4-3737-44A5-B40E-7A9A8DC5E08B}" destId="{581B3DAC-0056-4E5C-B6A4-605257786680}" srcOrd="0" destOrd="0" presId="urn:microsoft.com/office/officeart/2018/5/layout/IconCircleLabelList"/>
    <dgm:cxn modelId="{9BAD62EA-2624-4792-8B4E-E606FE892FC2}" srcId="{E80FBBED-8E86-48EA-9AF1-72D8B984D935}" destId="{866B9BFB-09E1-4530-8819-CB37A9209342}" srcOrd="1" destOrd="0" parTransId="{6B725DA6-FC58-4424-AAF7-292BF400AFE4}" sibTransId="{FAA3D950-6C86-4D17-8EC2-2CB4EAF8A484}"/>
    <dgm:cxn modelId="{34DC56B6-0AB0-4063-81F1-D89C8D787C67}" type="presParOf" srcId="{93DD6A16-4A26-46C2-BD01-51C1DC414884}" destId="{AFB88D8B-5AC9-4318-9480-1488210F2F55}" srcOrd="0" destOrd="0" presId="urn:microsoft.com/office/officeart/2018/5/layout/IconCircleLabelList"/>
    <dgm:cxn modelId="{9D76BA5D-2062-43B1-B758-DFA573FA9487}" type="presParOf" srcId="{AFB88D8B-5AC9-4318-9480-1488210F2F55}" destId="{4A421361-5390-4901-9221-34C8EE13132A}" srcOrd="0" destOrd="0" presId="urn:microsoft.com/office/officeart/2018/5/layout/IconCircleLabelList"/>
    <dgm:cxn modelId="{CFAAADDC-D730-4831-82C6-29D5D46914E6}" type="presParOf" srcId="{AFB88D8B-5AC9-4318-9480-1488210F2F55}" destId="{232E38B0-B4CE-4CD0-B41C-5253AD922A8E}" srcOrd="1" destOrd="0" presId="urn:microsoft.com/office/officeart/2018/5/layout/IconCircleLabelList"/>
    <dgm:cxn modelId="{32B1695C-A83F-41C8-A569-CE17B040534D}" type="presParOf" srcId="{AFB88D8B-5AC9-4318-9480-1488210F2F55}" destId="{78641DB1-CF0E-4F9F-A583-9EF251CAB478}" srcOrd="2" destOrd="0" presId="urn:microsoft.com/office/officeart/2018/5/layout/IconCircleLabelList"/>
    <dgm:cxn modelId="{2A64835B-FA8E-427A-B20C-C518473A9F3E}" type="presParOf" srcId="{AFB88D8B-5AC9-4318-9480-1488210F2F55}" destId="{581B3DAC-0056-4E5C-B6A4-605257786680}" srcOrd="3" destOrd="0" presId="urn:microsoft.com/office/officeart/2018/5/layout/IconCircleLabelList"/>
    <dgm:cxn modelId="{4D2859E4-0438-4B51-BA2D-B044ACFC16F2}" type="presParOf" srcId="{93DD6A16-4A26-46C2-BD01-51C1DC414884}" destId="{94F375B9-2F14-4D62-A7E6-42B3E439F4C0}" srcOrd="1" destOrd="0" presId="urn:microsoft.com/office/officeart/2018/5/layout/IconCircleLabelList"/>
    <dgm:cxn modelId="{4DE2752F-8520-43D6-A2D0-4EC8DEC423D2}" type="presParOf" srcId="{93DD6A16-4A26-46C2-BD01-51C1DC414884}" destId="{2EDE46A0-673B-43AD-BD38-194682EFFE83}" srcOrd="2" destOrd="0" presId="urn:microsoft.com/office/officeart/2018/5/layout/IconCircleLabelList"/>
    <dgm:cxn modelId="{0457E798-3458-4E7A-9FDC-4DF15ECD1EAD}" type="presParOf" srcId="{2EDE46A0-673B-43AD-BD38-194682EFFE83}" destId="{58AB09E2-01EE-4259-9E3F-C67D546C6AE1}" srcOrd="0" destOrd="0" presId="urn:microsoft.com/office/officeart/2018/5/layout/IconCircleLabelList"/>
    <dgm:cxn modelId="{91CB709D-5856-4BC2-8D5D-311D9040BA59}" type="presParOf" srcId="{2EDE46A0-673B-43AD-BD38-194682EFFE83}" destId="{8C454EAB-390B-471B-AEF8-EC3A37415148}" srcOrd="1" destOrd="0" presId="urn:microsoft.com/office/officeart/2018/5/layout/IconCircleLabelList"/>
    <dgm:cxn modelId="{54C77AA9-A1E8-40B9-9004-9C827B5ED534}" type="presParOf" srcId="{2EDE46A0-673B-43AD-BD38-194682EFFE83}" destId="{94D853A1-30A7-4A75-9F77-58CF62CADBF1}" srcOrd="2" destOrd="0" presId="urn:microsoft.com/office/officeart/2018/5/layout/IconCircleLabelList"/>
    <dgm:cxn modelId="{42B393CD-5F44-4908-8880-1993F020F6CF}" type="presParOf" srcId="{2EDE46A0-673B-43AD-BD38-194682EFFE83}" destId="{5275B2D9-BDA0-4C30-BDB8-4F8E893E31E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077C31-FE78-4139-A865-C50B91825371}">
      <dsp:nvSpPr>
        <dsp:cNvPr id="0" name=""/>
        <dsp:cNvSpPr/>
      </dsp:nvSpPr>
      <dsp:spPr>
        <a:xfrm>
          <a:off x="224153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4">
              <a:shade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1242976"/>
        <a:ext cx="25774" cy="5154"/>
      </dsp:txXfrm>
    </dsp:sp>
    <dsp:sp modelId="{4C9EFCE8-FCB6-483D-AE5E-D64A735CBB2E}">
      <dsp:nvSpPr>
        <dsp:cNvPr id="0" name=""/>
        <dsp:cNvSpPr/>
      </dsp:nvSpPr>
      <dsp:spPr>
        <a:xfrm>
          <a:off x="2092" y="573182"/>
          <a:ext cx="2241239" cy="134474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Request</a:t>
          </a:r>
        </a:p>
      </dsp:txBody>
      <dsp:txXfrm>
        <a:off x="2092" y="573182"/>
        <a:ext cx="2241239" cy="1344743"/>
      </dsp:txXfrm>
    </dsp:sp>
    <dsp:sp modelId="{44E8EF7C-07A1-4D13-B4AB-9156F53DF235}">
      <dsp:nvSpPr>
        <dsp:cNvPr id="0" name=""/>
        <dsp:cNvSpPr/>
      </dsp:nvSpPr>
      <dsp:spPr>
        <a:xfrm>
          <a:off x="4998257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4">
              <a:shade val="90000"/>
              <a:hueOff val="21509"/>
              <a:satOff val="26"/>
              <a:lumOff val="344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1242976"/>
        <a:ext cx="25774" cy="5154"/>
      </dsp:txXfrm>
    </dsp:sp>
    <dsp:sp modelId="{AE947BCC-4CE8-4CEB-B8D2-6C8A79066ECA}">
      <dsp:nvSpPr>
        <dsp:cNvPr id="0" name=""/>
        <dsp:cNvSpPr/>
      </dsp:nvSpPr>
      <dsp:spPr>
        <a:xfrm>
          <a:off x="2758817" y="573182"/>
          <a:ext cx="2241239" cy="134474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Body parsing</a:t>
          </a:r>
        </a:p>
      </dsp:txBody>
      <dsp:txXfrm>
        <a:off x="2758817" y="573182"/>
        <a:ext cx="2241239" cy="1344743"/>
      </dsp:txXfrm>
    </dsp:sp>
    <dsp:sp modelId="{A14A8AD2-C601-4A45-AD9D-865965AEC1D1}">
      <dsp:nvSpPr>
        <dsp:cNvPr id="0" name=""/>
        <dsp:cNvSpPr/>
      </dsp:nvSpPr>
      <dsp:spPr>
        <a:xfrm>
          <a:off x="775498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4">
              <a:shade val="90000"/>
              <a:hueOff val="43019"/>
              <a:satOff val="52"/>
              <a:lumOff val="688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1242976"/>
        <a:ext cx="25774" cy="5154"/>
      </dsp:txXfrm>
    </dsp:sp>
    <dsp:sp modelId="{2757C5F1-EB53-4E60-8F05-846C03E19817}">
      <dsp:nvSpPr>
        <dsp:cNvPr id="0" name=""/>
        <dsp:cNvSpPr/>
      </dsp:nvSpPr>
      <dsp:spPr>
        <a:xfrm>
          <a:off x="5515542" y="573182"/>
          <a:ext cx="2241239" cy="134474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1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CORS</a:t>
          </a:r>
        </a:p>
      </dsp:txBody>
      <dsp:txXfrm>
        <a:off x="5515542" y="573182"/>
        <a:ext cx="2241239" cy="1344743"/>
      </dsp:txXfrm>
    </dsp:sp>
    <dsp:sp modelId="{A1D48E4A-93F2-4472-86B5-4F25C526E142}">
      <dsp:nvSpPr>
        <dsp:cNvPr id="0" name=""/>
        <dsp:cNvSpPr/>
      </dsp:nvSpPr>
      <dsp:spPr>
        <a:xfrm>
          <a:off x="1122712" y="1916126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6350" cap="flat" cmpd="sng" algn="ctr">
          <a:solidFill>
            <a:schemeClr val="accent4">
              <a:shade val="90000"/>
              <a:hueOff val="64528"/>
              <a:satOff val="78"/>
              <a:lumOff val="1033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2155991"/>
        <a:ext cx="414311" cy="5154"/>
      </dsp:txXfrm>
    </dsp:sp>
    <dsp:sp modelId="{23827833-314C-49E1-9609-6F2245BFA10F}">
      <dsp:nvSpPr>
        <dsp:cNvPr id="0" name=""/>
        <dsp:cNvSpPr/>
      </dsp:nvSpPr>
      <dsp:spPr>
        <a:xfrm>
          <a:off x="8272267" y="573182"/>
          <a:ext cx="2241239" cy="134474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Authentication</a:t>
          </a:r>
        </a:p>
      </dsp:txBody>
      <dsp:txXfrm>
        <a:off x="8272267" y="573182"/>
        <a:ext cx="2241239" cy="1344743"/>
      </dsp:txXfrm>
    </dsp:sp>
    <dsp:sp modelId="{972C0F66-221C-4EF9-AA41-E97F8F1B2E7C}">
      <dsp:nvSpPr>
        <dsp:cNvPr id="0" name=""/>
        <dsp:cNvSpPr/>
      </dsp:nvSpPr>
      <dsp:spPr>
        <a:xfrm>
          <a:off x="224153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4">
              <a:shade val="90000"/>
              <a:hueOff val="86038"/>
              <a:satOff val="103"/>
              <a:lumOff val="1377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3103206"/>
        <a:ext cx="25774" cy="5154"/>
      </dsp:txXfrm>
    </dsp:sp>
    <dsp:sp modelId="{A1EC971A-2A41-41C2-8729-18D233FAEAA0}">
      <dsp:nvSpPr>
        <dsp:cNvPr id="0" name=""/>
        <dsp:cNvSpPr/>
      </dsp:nvSpPr>
      <dsp:spPr>
        <a:xfrm>
          <a:off x="2092" y="2433411"/>
          <a:ext cx="2241239" cy="134474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2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Authorization</a:t>
          </a:r>
        </a:p>
      </dsp:txBody>
      <dsp:txXfrm>
        <a:off x="2092" y="2433411"/>
        <a:ext cx="2241239" cy="1344743"/>
      </dsp:txXfrm>
    </dsp:sp>
    <dsp:sp modelId="{E9DCBE08-9143-4241-84D2-91AAD45B9DFC}">
      <dsp:nvSpPr>
        <dsp:cNvPr id="0" name=""/>
        <dsp:cNvSpPr/>
      </dsp:nvSpPr>
      <dsp:spPr>
        <a:xfrm>
          <a:off x="4998257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4">
              <a:shade val="90000"/>
              <a:hueOff val="107547"/>
              <a:satOff val="129"/>
              <a:lumOff val="1721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3103206"/>
        <a:ext cx="25774" cy="5154"/>
      </dsp:txXfrm>
    </dsp:sp>
    <dsp:sp modelId="{26D40375-A862-4706-85B2-A4C911290D5A}">
      <dsp:nvSpPr>
        <dsp:cNvPr id="0" name=""/>
        <dsp:cNvSpPr/>
      </dsp:nvSpPr>
      <dsp:spPr>
        <a:xfrm>
          <a:off x="2758817" y="2433411"/>
          <a:ext cx="2241239" cy="134474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2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Caching</a:t>
          </a:r>
        </a:p>
      </dsp:txBody>
      <dsp:txXfrm>
        <a:off x="2758817" y="2433411"/>
        <a:ext cx="2241239" cy="1344743"/>
      </dsp:txXfrm>
    </dsp:sp>
    <dsp:sp modelId="{7F7EDAEB-7946-4259-8A93-5DA769C3326B}">
      <dsp:nvSpPr>
        <dsp:cNvPr id="0" name=""/>
        <dsp:cNvSpPr/>
      </dsp:nvSpPr>
      <dsp:spPr>
        <a:xfrm>
          <a:off x="775498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4">
              <a:shade val="90000"/>
              <a:hueOff val="129056"/>
              <a:satOff val="155"/>
              <a:lumOff val="2066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3103206"/>
        <a:ext cx="25774" cy="5154"/>
      </dsp:txXfrm>
    </dsp:sp>
    <dsp:sp modelId="{2A7F2912-62EC-4D41-82D1-51945CDFC926}">
      <dsp:nvSpPr>
        <dsp:cNvPr id="0" name=""/>
        <dsp:cNvSpPr/>
      </dsp:nvSpPr>
      <dsp:spPr>
        <a:xfrm>
          <a:off x="5515542" y="2433411"/>
          <a:ext cx="2241239" cy="134474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3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Error handling</a:t>
          </a:r>
        </a:p>
      </dsp:txBody>
      <dsp:txXfrm>
        <a:off x="5515542" y="2433411"/>
        <a:ext cx="2241239" cy="1344743"/>
      </dsp:txXfrm>
    </dsp:sp>
    <dsp:sp modelId="{35C23318-B63F-4C44-B6F3-6B3A6567FFD2}">
      <dsp:nvSpPr>
        <dsp:cNvPr id="0" name=""/>
        <dsp:cNvSpPr/>
      </dsp:nvSpPr>
      <dsp:spPr>
        <a:xfrm>
          <a:off x="8272267" y="2433411"/>
          <a:ext cx="2241239" cy="134474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Response</a:t>
          </a:r>
        </a:p>
      </dsp:txBody>
      <dsp:txXfrm>
        <a:off x="8272267" y="2433411"/>
        <a:ext cx="2241239" cy="13447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D445E-7B78-4EC7-B293-0F24AA22A5B8}">
      <dsp:nvSpPr>
        <dsp:cNvPr id="0" name=""/>
        <dsp:cNvSpPr/>
      </dsp:nvSpPr>
      <dsp:spPr>
        <a:xfrm>
          <a:off x="559800" y="14344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B31DB-D874-49C9-B13F-E9AB2685036A}">
      <dsp:nvSpPr>
        <dsp:cNvPr id="0" name=""/>
        <dsp:cNvSpPr/>
      </dsp:nvSpPr>
      <dsp:spPr>
        <a:xfrm>
          <a:off x="559800" y="17911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Same Origin Policy</a:t>
          </a:r>
        </a:p>
      </dsp:txBody>
      <dsp:txXfrm>
        <a:off x="559800" y="1791193"/>
        <a:ext cx="4320000" cy="648000"/>
      </dsp:txXfrm>
    </dsp:sp>
    <dsp:sp modelId="{E521D912-946A-4045-8957-94CD7A339E82}">
      <dsp:nvSpPr>
        <dsp:cNvPr id="0" name=""/>
        <dsp:cNvSpPr/>
      </dsp:nvSpPr>
      <dsp:spPr>
        <a:xfrm>
          <a:off x="559800" y="2502334"/>
          <a:ext cx="4320000" cy="79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Security feature to </a:t>
          </a:r>
          <a:r>
            <a:rPr lang="en-US" sz="1700" b="0" i="0" kern="1200"/>
            <a:t>prevent web pages from making requests to a different domain for security reasons</a:t>
          </a:r>
          <a:endParaRPr lang="en-US" sz="1700" kern="1200"/>
        </a:p>
      </dsp:txBody>
      <dsp:txXfrm>
        <a:off x="559800" y="2502334"/>
        <a:ext cx="4320000" cy="798147"/>
      </dsp:txXfrm>
    </dsp:sp>
    <dsp:sp modelId="{8CCD020E-7C3C-4D6C-9255-7D80D95984AE}">
      <dsp:nvSpPr>
        <dsp:cNvPr id="0" name=""/>
        <dsp:cNvSpPr/>
      </dsp:nvSpPr>
      <dsp:spPr>
        <a:xfrm>
          <a:off x="5635800" y="143440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47C41-B932-42DF-9786-8E718DA43B9C}">
      <dsp:nvSpPr>
        <dsp:cNvPr id="0" name=""/>
        <dsp:cNvSpPr/>
      </dsp:nvSpPr>
      <dsp:spPr>
        <a:xfrm>
          <a:off x="5635800" y="17911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Cross Origin Requests</a:t>
          </a:r>
        </a:p>
      </dsp:txBody>
      <dsp:txXfrm>
        <a:off x="5635800" y="1791193"/>
        <a:ext cx="4320000" cy="648000"/>
      </dsp:txXfrm>
    </dsp:sp>
    <dsp:sp modelId="{22B4C20E-2F82-4C32-980D-61AB1B665999}">
      <dsp:nvSpPr>
        <dsp:cNvPr id="0" name=""/>
        <dsp:cNvSpPr/>
      </dsp:nvSpPr>
      <dsp:spPr>
        <a:xfrm>
          <a:off x="5635800" y="2502334"/>
          <a:ext cx="4320000" cy="79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Sometimes we must access APIs or resources hosted on different domains</a:t>
          </a:r>
          <a:endParaRPr lang="en-US" sz="1700" kern="1200"/>
        </a:p>
      </dsp:txBody>
      <dsp:txXfrm>
        <a:off x="5635800" y="2502334"/>
        <a:ext cx="4320000" cy="7981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421361-5390-4901-9221-34C8EE13132A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32E38B0-B4CE-4CD0-B41C-5253AD922A8E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81B3DAC-0056-4E5C-B6A4-605257786680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89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800" kern="1200"/>
            <a:t>Authentication</a:t>
          </a:r>
        </a:p>
      </dsp:txBody>
      <dsp:txXfrm>
        <a:off x="1342800" y="3255669"/>
        <a:ext cx="3600000" cy="720000"/>
      </dsp:txXfrm>
    </dsp:sp>
    <dsp:sp modelId="{58AB09E2-01EE-4259-9E3F-C67D546C6AE1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C454EAB-390B-471B-AEF8-EC3A37415148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275B2D9-BDA0-4C30-BDB8-4F8E893E31E0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89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800" kern="1200" dirty="0"/>
            <a:t>Authorization</a:t>
          </a:r>
        </a:p>
      </dsp:txBody>
      <dsp:txXfrm>
        <a:off x="5572800" y="32556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028A-B3CD-38F7-0D8A-9044CF70A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C0E09-2CAB-E42D-4E83-AE5EC245C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E30E9-FB15-3AAC-B987-660A7492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68699-081D-F2A8-AE4E-96D90DC7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4D4BB-AA99-1824-BDC1-3701D9CD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0980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24AE-66B3-AC4A-213A-0192D399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A58C4-2232-7393-EE78-B9953123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9A0A6-D985-07D0-7ED7-E605580E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411CB-775F-B34C-24CD-B1980E65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D85B7-49D9-1D1E-DBEC-1107A658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702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BE14-E681-9C38-5C87-34A8C3D3C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6213A-6D79-D3BF-69EF-564F622AD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788C1-D119-E258-C403-665B4B071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6CE92-F87E-079E-2C15-8860F2B2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4E78-C7A8-FFE6-4454-26DFB8C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416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0AEB-011D-4735-FDBF-B47230A1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86390-D718-C912-675A-B0875268E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82966-E170-E489-2AD5-E6DEC667D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B0CC3-EB84-B679-4F5A-D918876C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498A9-545E-BE00-E46F-8C0184D8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146C7-92AC-4879-1D5B-2F65D0903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7329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021DF-65B5-AAA5-A623-4800EB71C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19D87-9B51-617C-F0F5-A3D47333F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9E287-D3BF-7326-E62B-29A3C2E76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B35422-C1FE-0BCC-D4D9-ACF52101F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8782D2-CF8D-3553-D3C8-75F57C5E7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491DF-D54E-F270-1ADC-356C83F0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4E54C1-940F-5BD3-32F8-3FAE65A2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1C5E3-E1E8-FBEE-E527-D215D784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9684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652FA-647A-AB65-AA70-20E332376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08EB3-3C03-5A67-776B-A3E05CD3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E4EE0-4555-B69E-9D95-6FC8541AD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0340B-61D6-F273-9B8D-27180555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199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89C2D-D4C9-2ED1-A3EC-28BE144A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597D0-6639-F934-BA16-6E17CEC9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00282-CBCD-DAED-3AF5-E039C6AB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0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2805-AA23-824F-A065-96E114E6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CAB08-AA98-513C-4F5D-5447E2EF8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C096F-C8E9-CDD7-DD9D-E6D782BA8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1664B-B6C5-E56B-7FA4-E05B7BA26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86B64-D8BA-BACD-0624-1470DF1B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7EC4E-65B3-94BE-35B3-AB47B6CA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821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8210-07E5-FC3D-728F-F96953008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98BB5B-F461-6482-715F-82835C650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EE27B-BDB5-18FE-F7ED-50AFD87A9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F20D2-1E0A-AADD-488A-26993589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5F9E1-F3E8-AFD7-4A9C-BE12CD7DF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BCB6B-A6E0-8605-CB87-4D997AF0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4006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B8B8-CA42-C526-B7CA-6CF36086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A0EE3-FBA5-29FF-A791-176A876B8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230A8-5A36-923E-4C99-4953228D6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7F071-B9A6-BC51-C1DB-CE35D58B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14C69-100C-F4E9-8582-1B368470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939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3C449-98BA-1118-68CA-DBC75EA73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8D2-2080-F0A9-3B1C-4971C8EFD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B1EE9-9C79-0F82-B9AF-897D3375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9168A-E4D8-616C-FA0B-4E197D28D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D37D6-CD28-0682-B037-70DB9A216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563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03161-D6EC-0968-E75B-2C736EBB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40D10-BCE2-731A-435D-CFD286620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D104D-470F-0C32-EA74-987A1E019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BB2E2-AD49-4A7D-A957-AE9122053661}" type="datetimeFigureOut">
              <a:rPr lang="LID4096" smtClean="0"/>
              <a:t>11/04/2025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51EF-1AF9-7BD9-8D2A-C92D7E8BB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7FD06-C7DB-6D8F-B35D-8395E8FFD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076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3FBEE-38D2-81AC-C24D-34971B20F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587"/>
            <a:ext cx="9144000" cy="2387600"/>
          </a:xfrm>
        </p:spPr>
        <p:txBody>
          <a:bodyPr>
            <a:normAutofit/>
          </a:bodyPr>
          <a:lstStyle/>
          <a:p>
            <a:r>
              <a:rPr lang="en-US" sz="6400"/>
              <a:t>Request Pipeline</a:t>
            </a:r>
            <a:endParaRPr lang="LID4096" sz="6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E0BF4-CAB0-F6B4-E9E3-B942D5410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0338"/>
            <a:ext cx="9144000" cy="1563686"/>
          </a:xfrm>
        </p:spPr>
        <p:txBody>
          <a:bodyPr>
            <a:normAutofit/>
          </a:bodyPr>
          <a:lstStyle/>
          <a:p>
            <a:r>
              <a:rPr lang="en-US" dirty="0"/>
              <a:t>Server course – lesson 5</a:t>
            </a:r>
            <a:endParaRPr lang="LID4096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1FAE794-E556-0BB6-3413-2DDEE3FC8F1A}"/>
              </a:ext>
            </a:extLst>
          </p:cNvPr>
          <p:cNvSpPr txBox="1"/>
          <p:nvPr/>
        </p:nvSpPr>
        <p:spPr>
          <a:xfrm>
            <a:off x="9923724" y="6393512"/>
            <a:ext cx="8609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8912">
              <a:spcAft>
                <a:spcPts val="600"/>
              </a:spcAft>
            </a:pPr>
            <a:r>
              <a:rPr lang="en-IL" sz="2000" b="0" i="0" dirty="0">
                <a:solidFill>
                  <a:srgbClr val="212121"/>
                </a:solidFill>
                <a:effectLst/>
                <a:latin typeface="Lato" panose="020F0502020204030204" pitchFamily="34" charset="0"/>
              </a:rPr>
              <a:t>©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Lato" panose="020F0502020204030204" pitchFamily="34" charset="0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Ayala Gottfried</a:t>
            </a:r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18085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CBB95-C065-0614-1998-65072D1E0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Middleware Chain</a:t>
            </a:r>
          </a:p>
        </p:txBody>
      </p:sp>
      <p:pic>
        <p:nvPicPr>
          <p:cNvPr id="5" name="תמונה 4" descr="תמונה שמכילה טקסט, צילום מסך, תרשים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19C60AD-33EB-B87F-1C96-42FF7D5EDE9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97" y="1481690"/>
            <a:ext cx="7213405" cy="520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5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C4086D-933B-7D64-2E66-BD29F3F1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Pipeline</a:t>
            </a:r>
            <a:endParaRPr lang="he-IL" dirty="0"/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0CB61A5F-E628-461C-34A4-D9626FC267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4414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6726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3C63-6CD8-C97E-2637-9041A354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CORS</a:t>
            </a:r>
            <a:endParaRPr lang="LID4096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1E7CDF1-7AEF-776F-52C6-F1EB7ECB5F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0341370"/>
              </p:ext>
            </p:extLst>
          </p:nvPr>
        </p:nvGraphicFramePr>
        <p:xfrm>
          <a:off x="838200" y="2733039"/>
          <a:ext cx="10515600" cy="3443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13CBDDB-943E-79E9-2813-6D95FF58069F}"/>
              </a:ext>
            </a:extLst>
          </p:cNvPr>
          <p:cNvSpPr txBox="1">
            <a:spLocks/>
          </p:cNvSpPr>
          <p:nvPr/>
        </p:nvSpPr>
        <p:spPr>
          <a:xfrm>
            <a:off x="838200" y="1178560"/>
            <a:ext cx="10515600" cy="766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Cross-Origin Resource Sharing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58514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E2A342F7-5AF3-0DCE-B18A-3CE6189AC4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8899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579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630B-39B9-5B0D-53B0-71FBC127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Caching</a:t>
            </a:r>
            <a:endParaRPr lang="LID4096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EF9511-30D0-000D-EF41-31D6DF177DCC}"/>
              </a:ext>
            </a:extLst>
          </p:cNvPr>
          <p:cNvSpPr txBox="1"/>
          <p:nvPr/>
        </p:nvSpPr>
        <p:spPr>
          <a:xfrm>
            <a:off x="4760893" y="1624867"/>
            <a:ext cx="2668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First request</a:t>
            </a:r>
            <a:endParaRPr lang="LID4096" sz="2800" dirty="0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A7729C29-C8BE-F059-FD87-240BB5DE1687}"/>
              </a:ext>
            </a:extLst>
          </p:cNvPr>
          <p:cNvGrpSpPr/>
          <p:nvPr/>
        </p:nvGrpSpPr>
        <p:grpSpPr>
          <a:xfrm>
            <a:off x="2754183" y="2039722"/>
            <a:ext cx="6682193" cy="2205370"/>
            <a:chOff x="2754183" y="2039722"/>
            <a:chExt cx="6682193" cy="2205370"/>
          </a:xfrm>
        </p:grpSpPr>
        <p:pic>
          <p:nvPicPr>
            <p:cNvPr id="40" name="Graphic 39" descr="Laptop with solid fill">
              <a:extLst>
                <a:ext uri="{FF2B5EF4-FFF2-40B4-BE49-F238E27FC236}">
                  <a16:creationId xmlns:a16="http://schemas.microsoft.com/office/drawing/2014/main" id="{6D359077-9E83-27FC-C093-719DA25A6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4183" y="2039722"/>
              <a:ext cx="1405491" cy="1405491"/>
            </a:xfrm>
            <a:prstGeom prst="rect">
              <a:avLst/>
            </a:prstGeom>
          </p:spPr>
        </p:pic>
        <p:pic>
          <p:nvPicPr>
            <p:cNvPr id="44" name="Graphic 43" descr="Database with solid fill">
              <a:extLst>
                <a:ext uri="{FF2B5EF4-FFF2-40B4-BE49-F238E27FC236}">
                  <a16:creationId xmlns:a16="http://schemas.microsoft.com/office/drawing/2014/main" id="{A04A0218-6A57-9E9B-80F0-6ABB4EAD5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56517" y="3169005"/>
              <a:ext cx="1076087" cy="1076087"/>
            </a:xfrm>
            <a:prstGeom prst="rect">
              <a:avLst/>
            </a:prstGeom>
          </p:spPr>
        </p:pic>
        <p:pic>
          <p:nvPicPr>
            <p:cNvPr id="48" name="Graphic 47" descr="Computer with solid fill">
              <a:extLst>
                <a:ext uri="{FF2B5EF4-FFF2-40B4-BE49-F238E27FC236}">
                  <a16:creationId xmlns:a16="http://schemas.microsoft.com/office/drawing/2014/main" id="{35017189-F2E6-0217-2D24-8A0F29F4E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34464" y="2091511"/>
              <a:ext cx="1301912" cy="1301912"/>
            </a:xfrm>
            <a:prstGeom prst="rect">
              <a:avLst/>
            </a:prstGeom>
          </p:spPr>
        </p:pic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47263C4-D54E-A02A-6D9D-2E02702C3EA0}"/>
                </a:ext>
              </a:extLst>
            </p:cNvPr>
            <p:cNvCxnSpPr>
              <a:cxnSpLocks/>
            </p:cNvCxnSpPr>
            <p:nvPr/>
          </p:nvCxnSpPr>
          <p:spPr>
            <a:xfrm>
              <a:off x="4159674" y="2583097"/>
              <a:ext cx="3869774" cy="0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CFB6621-D96A-1A5F-3ACB-7E2EFE28C2DC}"/>
                </a:ext>
              </a:extLst>
            </p:cNvPr>
            <p:cNvCxnSpPr>
              <a:cxnSpLocks/>
            </p:cNvCxnSpPr>
            <p:nvPr/>
          </p:nvCxnSpPr>
          <p:spPr>
            <a:xfrm>
              <a:off x="4092075" y="2824404"/>
              <a:ext cx="3869774" cy="0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43B17C7-F82E-B81A-3522-D1D63CF20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7573" y="3292723"/>
              <a:ext cx="1985237" cy="396328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5556B75A-91E6-F7F2-09FD-2EB92F10B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6928" y="3292723"/>
              <a:ext cx="2147079" cy="414325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1A2AD94-2254-2027-CCC6-BB29F1BED5CA}"/>
                </a:ext>
              </a:extLst>
            </p:cNvPr>
            <p:cNvSpPr txBox="1"/>
            <p:nvPr/>
          </p:nvSpPr>
          <p:spPr>
            <a:xfrm rot="628181">
              <a:off x="3602028" y="3497448"/>
              <a:ext cx="16374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check in cache</a:t>
              </a:r>
              <a:endParaRPr lang="LID4096" sz="16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A839F456-A8F1-F4E9-AFF5-7CCF02B123E1}"/>
                </a:ext>
              </a:extLst>
            </p:cNvPr>
            <p:cNvSpPr txBox="1"/>
            <p:nvPr/>
          </p:nvSpPr>
          <p:spPr>
            <a:xfrm rot="20905440">
              <a:off x="6927937" y="3449860"/>
              <a:ext cx="16374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save in cache</a:t>
              </a:r>
              <a:endParaRPr lang="LID4096" sz="16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7D5714DE-8193-4C21-87DF-0496C1CB10B0}"/>
                </a:ext>
              </a:extLst>
            </p:cNvPr>
            <p:cNvSpPr txBox="1"/>
            <p:nvPr/>
          </p:nvSpPr>
          <p:spPr>
            <a:xfrm>
              <a:off x="5294399" y="2227279"/>
              <a:ext cx="16374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request to server</a:t>
              </a:r>
              <a:endParaRPr lang="LID4096" sz="16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029" name="TextBox 1028">
            <a:extLst>
              <a:ext uri="{FF2B5EF4-FFF2-40B4-BE49-F238E27FC236}">
                <a16:creationId xmlns:a16="http://schemas.microsoft.com/office/drawing/2014/main" id="{1CEFB2EC-C632-37CA-8212-DFEF6A0DFE82}"/>
              </a:ext>
            </a:extLst>
          </p:cNvPr>
          <p:cNvSpPr txBox="1"/>
          <p:nvPr/>
        </p:nvSpPr>
        <p:spPr>
          <a:xfrm>
            <a:off x="4218961" y="4730140"/>
            <a:ext cx="3752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Subsequent requests</a:t>
            </a:r>
            <a:endParaRPr lang="LID4096" sz="2800" dirty="0"/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8C0990B8-9991-B2DB-B29F-6EFCF1821BF8}"/>
              </a:ext>
            </a:extLst>
          </p:cNvPr>
          <p:cNvGrpSpPr/>
          <p:nvPr/>
        </p:nvGrpSpPr>
        <p:grpSpPr>
          <a:xfrm>
            <a:off x="3670541" y="5331495"/>
            <a:ext cx="4849477" cy="1405491"/>
            <a:chOff x="2754183" y="2039722"/>
            <a:chExt cx="4849477" cy="1405491"/>
          </a:xfrm>
        </p:grpSpPr>
        <p:pic>
          <p:nvPicPr>
            <p:cNvPr id="1039" name="Graphic 1038" descr="Laptop with solid fill">
              <a:extLst>
                <a:ext uri="{FF2B5EF4-FFF2-40B4-BE49-F238E27FC236}">
                  <a16:creationId xmlns:a16="http://schemas.microsoft.com/office/drawing/2014/main" id="{BF1A9727-D978-3871-D45D-1FB5FB8D9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4183" y="2039722"/>
              <a:ext cx="1405491" cy="1405491"/>
            </a:xfrm>
            <a:prstGeom prst="rect">
              <a:avLst/>
            </a:prstGeom>
          </p:spPr>
        </p:pic>
        <p:pic>
          <p:nvPicPr>
            <p:cNvPr id="1040" name="Graphic 1039" descr="Database with solid fill">
              <a:extLst>
                <a:ext uri="{FF2B5EF4-FFF2-40B4-BE49-F238E27FC236}">
                  <a16:creationId xmlns:a16="http://schemas.microsoft.com/office/drawing/2014/main" id="{D4783DEE-FCEB-E825-C864-9727B5637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27573" y="2126982"/>
              <a:ext cx="1076087" cy="1076087"/>
            </a:xfrm>
            <a:prstGeom prst="rect">
              <a:avLst/>
            </a:prstGeom>
          </p:spPr>
        </p:pic>
        <p:cxnSp>
          <p:nvCxnSpPr>
            <p:cNvPr id="1042" name="Straight Arrow Connector 1041">
              <a:extLst>
                <a:ext uri="{FF2B5EF4-FFF2-40B4-BE49-F238E27FC236}">
                  <a16:creationId xmlns:a16="http://schemas.microsoft.com/office/drawing/2014/main" id="{F7B83707-476E-0078-4FD7-DA5CFA8DF5CD}"/>
                </a:ext>
              </a:extLst>
            </p:cNvPr>
            <p:cNvCxnSpPr>
              <a:cxnSpLocks/>
            </p:cNvCxnSpPr>
            <p:nvPr/>
          </p:nvCxnSpPr>
          <p:spPr>
            <a:xfrm>
              <a:off x="4159674" y="2583097"/>
              <a:ext cx="2472930" cy="0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Arrow Connector 1042">
              <a:extLst>
                <a:ext uri="{FF2B5EF4-FFF2-40B4-BE49-F238E27FC236}">
                  <a16:creationId xmlns:a16="http://schemas.microsoft.com/office/drawing/2014/main" id="{61127C5F-289B-7D28-1AC5-C7BC3C12CF65}"/>
                </a:ext>
              </a:extLst>
            </p:cNvPr>
            <p:cNvCxnSpPr>
              <a:cxnSpLocks/>
            </p:cNvCxnSpPr>
            <p:nvPr/>
          </p:nvCxnSpPr>
          <p:spPr>
            <a:xfrm>
              <a:off x="4092075" y="2824404"/>
              <a:ext cx="2435498" cy="0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7082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3E93-E864-47C7-0A5C-C5969A1A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Handler</a:t>
            </a:r>
            <a:endParaRPr lang="LID4096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8FA9C2F-C701-23D3-A411-DA130DD52BFC}"/>
              </a:ext>
            </a:extLst>
          </p:cNvPr>
          <p:cNvSpPr/>
          <p:nvPr/>
        </p:nvSpPr>
        <p:spPr>
          <a:xfrm>
            <a:off x="3777215" y="3285461"/>
            <a:ext cx="4637568" cy="5316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MW</a:t>
            </a:r>
            <a:endParaRPr lang="LID4096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D9C155D-D645-D052-58CC-268EEBA71366}"/>
              </a:ext>
            </a:extLst>
          </p:cNvPr>
          <p:cNvSpPr/>
          <p:nvPr/>
        </p:nvSpPr>
        <p:spPr>
          <a:xfrm>
            <a:off x="3777215" y="4082902"/>
            <a:ext cx="4637568" cy="5316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MW</a:t>
            </a:r>
            <a:endParaRPr lang="LID4096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49743B6-0C95-9EFD-624C-C66548E8144A}"/>
              </a:ext>
            </a:extLst>
          </p:cNvPr>
          <p:cNvSpPr/>
          <p:nvPr/>
        </p:nvSpPr>
        <p:spPr>
          <a:xfrm>
            <a:off x="3777215" y="4880343"/>
            <a:ext cx="4637568" cy="5316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MW</a:t>
            </a:r>
            <a:endParaRPr lang="LID4096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2DD4DAB-819C-2EC6-2221-475748DD3B84}"/>
              </a:ext>
            </a:extLst>
          </p:cNvPr>
          <p:cNvSpPr/>
          <p:nvPr/>
        </p:nvSpPr>
        <p:spPr>
          <a:xfrm>
            <a:off x="3777215" y="5677783"/>
            <a:ext cx="4637568" cy="5316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</a:t>
            </a:r>
            <a:endParaRPr lang="LID4096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A47BC51-74B6-BDA5-C09B-993AB0B6F561}"/>
              </a:ext>
            </a:extLst>
          </p:cNvPr>
          <p:cNvGrpSpPr/>
          <p:nvPr/>
        </p:nvGrpSpPr>
        <p:grpSpPr>
          <a:xfrm>
            <a:off x="6016255" y="5396020"/>
            <a:ext cx="159489" cy="318977"/>
            <a:chOff x="6010941" y="5396020"/>
            <a:chExt cx="159489" cy="318977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2B6BD0B-D3A4-7867-8DBD-6831BBFCDEEA}"/>
                </a:ext>
              </a:extLst>
            </p:cNvPr>
            <p:cNvCxnSpPr/>
            <p:nvPr/>
          </p:nvCxnSpPr>
          <p:spPr>
            <a:xfrm flipH="1">
              <a:off x="6010941" y="5396020"/>
              <a:ext cx="1" cy="318977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B18AAAA-D4F1-2792-CFD1-1F2198E2F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0430" y="5411971"/>
              <a:ext cx="0" cy="265812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7D6E03D-697E-A17D-F8F1-7BFF78567218}"/>
              </a:ext>
            </a:extLst>
          </p:cNvPr>
          <p:cNvGrpSpPr/>
          <p:nvPr/>
        </p:nvGrpSpPr>
        <p:grpSpPr>
          <a:xfrm>
            <a:off x="6016255" y="4587948"/>
            <a:ext cx="159489" cy="318977"/>
            <a:chOff x="6010941" y="5396020"/>
            <a:chExt cx="159489" cy="318977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94219BC-4CE3-AC07-FC0D-AC7CF0F6B2E6}"/>
                </a:ext>
              </a:extLst>
            </p:cNvPr>
            <p:cNvCxnSpPr/>
            <p:nvPr/>
          </p:nvCxnSpPr>
          <p:spPr>
            <a:xfrm flipH="1">
              <a:off x="6010941" y="5396020"/>
              <a:ext cx="1" cy="318977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4A68CF4-C964-1DCB-8C1C-942E6278CF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0430" y="5411971"/>
              <a:ext cx="0" cy="265812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236F614-A61A-E307-DF7B-B44498DEEDEF}"/>
              </a:ext>
            </a:extLst>
          </p:cNvPr>
          <p:cNvGrpSpPr/>
          <p:nvPr/>
        </p:nvGrpSpPr>
        <p:grpSpPr>
          <a:xfrm>
            <a:off x="6016255" y="3790507"/>
            <a:ext cx="159489" cy="318977"/>
            <a:chOff x="6010941" y="5396020"/>
            <a:chExt cx="159489" cy="318977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63A4B0A-2EEA-AB11-27CC-0EC5AE2A37CF}"/>
                </a:ext>
              </a:extLst>
            </p:cNvPr>
            <p:cNvCxnSpPr/>
            <p:nvPr/>
          </p:nvCxnSpPr>
          <p:spPr>
            <a:xfrm flipH="1">
              <a:off x="6010941" y="5396020"/>
              <a:ext cx="1" cy="318977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FCB4CAF-266F-32E5-F302-90AA785C66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0430" y="5411971"/>
              <a:ext cx="0" cy="265812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3E31FDC-F9B0-D2A1-4D87-A0DA5DE54C81}"/>
              </a:ext>
            </a:extLst>
          </p:cNvPr>
          <p:cNvGrpSpPr/>
          <p:nvPr/>
        </p:nvGrpSpPr>
        <p:grpSpPr>
          <a:xfrm>
            <a:off x="6016256" y="1780674"/>
            <a:ext cx="159488" cy="1499471"/>
            <a:chOff x="6010941" y="5396020"/>
            <a:chExt cx="159489" cy="31897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E085E39-A7A7-2E26-387B-D1F5FE7509BE}"/>
                </a:ext>
              </a:extLst>
            </p:cNvPr>
            <p:cNvCxnSpPr/>
            <p:nvPr/>
          </p:nvCxnSpPr>
          <p:spPr>
            <a:xfrm flipH="1">
              <a:off x="6010941" y="5396020"/>
              <a:ext cx="1" cy="318977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390902E-396D-E186-C946-1FD3612C67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0430" y="5396020"/>
              <a:ext cx="0" cy="318977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2F8059A2-4A0C-2383-8037-084221942D3E}"/>
              </a:ext>
            </a:extLst>
          </p:cNvPr>
          <p:cNvCxnSpPr>
            <a:stCxn id="32" idx="3"/>
          </p:cNvCxnSpPr>
          <p:nvPr/>
        </p:nvCxnSpPr>
        <p:spPr>
          <a:xfrm flipV="1">
            <a:off x="8414783" y="2961168"/>
            <a:ext cx="1207682" cy="2982429"/>
          </a:xfrm>
          <a:prstGeom prst="bentConnector2">
            <a:avLst/>
          </a:prstGeom>
          <a:ln w="28575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7853838-6E9A-FD9C-78C1-2ACFA5D9C9B1}"/>
              </a:ext>
            </a:extLst>
          </p:cNvPr>
          <p:cNvSpPr txBox="1"/>
          <p:nvPr/>
        </p:nvSpPr>
        <p:spPr>
          <a:xfrm>
            <a:off x="8507374" y="3988403"/>
            <a:ext cx="676054" cy="37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error</a:t>
            </a:r>
            <a:endParaRPr lang="LID4096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4A17F19-8C16-DE44-C7E5-628B22BF3BB3}"/>
              </a:ext>
            </a:extLst>
          </p:cNvPr>
          <p:cNvCxnSpPr>
            <a:cxnSpLocks/>
            <a:stCxn id="31" idx="1"/>
          </p:cNvCxnSpPr>
          <p:nvPr/>
        </p:nvCxnSpPr>
        <p:spPr>
          <a:xfrm rot="10800000">
            <a:off x="2772077" y="2945109"/>
            <a:ext cx="1005139" cy="2201048"/>
          </a:xfrm>
          <a:prstGeom prst="bentConnector2">
            <a:avLst/>
          </a:prstGeom>
          <a:ln w="28575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F735D8B-7DB5-71C3-0EFE-C2715870D929}"/>
              </a:ext>
            </a:extLst>
          </p:cNvPr>
          <p:cNvSpPr txBox="1"/>
          <p:nvPr/>
        </p:nvSpPr>
        <p:spPr>
          <a:xfrm>
            <a:off x="2943402" y="4795068"/>
            <a:ext cx="676054" cy="37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error</a:t>
            </a:r>
            <a:endParaRPr lang="LID4096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BE6953BD-FB07-C9E3-2D11-E747AB30C7B2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8414783" y="2961169"/>
            <a:ext cx="861236" cy="1387547"/>
          </a:xfrm>
          <a:prstGeom prst="bentConnector2">
            <a:avLst/>
          </a:prstGeom>
          <a:ln w="28575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754C178-38A1-4525-E45F-56167F817620}"/>
              </a:ext>
            </a:extLst>
          </p:cNvPr>
          <p:cNvSpPr/>
          <p:nvPr/>
        </p:nvSpPr>
        <p:spPr>
          <a:xfrm>
            <a:off x="2220432" y="2434856"/>
            <a:ext cx="7751135" cy="5316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Exception Middleware</a:t>
            </a:r>
            <a:endParaRPr lang="LID4096" dirty="0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F373C8F6-3EEC-C982-C7FA-7542237FC271}"/>
              </a:ext>
            </a:extLst>
          </p:cNvPr>
          <p:cNvCxnSpPr>
            <a:cxnSpLocks/>
            <a:stCxn id="29" idx="1"/>
          </p:cNvCxnSpPr>
          <p:nvPr/>
        </p:nvCxnSpPr>
        <p:spPr>
          <a:xfrm rot="10800000">
            <a:off x="3101167" y="2961171"/>
            <a:ext cx="676049" cy="590105"/>
          </a:xfrm>
          <a:prstGeom prst="bentConnector3">
            <a:avLst>
              <a:gd name="adj1" fmla="val 99832"/>
            </a:avLst>
          </a:prstGeom>
          <a:ln w="28575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12AFC5A-20A4-9986-A4ED-EA78E20A09A2}"/>
              </a:ext>
            </a:extLst>
          </p:cNvPr>
          <p:cNvSpPr txBox="1"/>
          <p:nvPr/>
        </p:nvSpPr>
        <p:spPr>
          <a:xfrm>
            <a:off x="3123352" y="3186725"/>
            <a:ext cx="676054" cy="37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error</a:t>
            </a:r>
            <a:endParaRPr lang="LID4096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B6FBEC-C010-6A18-1E2A-3AC58C6BEDA9}"/>
              </a:ext>
            </a:extLst>
          </p:cNvPr>
          <p:cNvSpPr txBox="1"/>
          <p:nvPr/>
        </p:nvSpPr>
        <p:spPr>
          <a:xfrm>
            <a:off x="8679207" y="5590971"/>
            <a:ext cx="676054" cy="37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error</a:t>
            </a:r>
            <a:endParaRPr lang="LID4096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0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4803</TotalTime>
  <Words>90</Words>
  <Application>Microsoft Office PowerPoint</Application>
  <PresentationFormat>מסך רחב</PresentationFormat>
  <Paragraphs>37</Paragraphs>
  <Slides>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Lato</vt:lpstr>
      <vt:lpstr>Office Theme</vt:lpstr>
      <vt:lpstr>Request Pipeline</vt:lpstr>
      <vt:lpstr>Middleware Chain</vt:lpstr>
      <vt:lpstr>Request Pipeline</vt:lpstr>
      <vt:lpstr>CORS</vt:lpstr>
      <vt:lpstr>מצגת של PowerPoint‏</vt:lpstr>
      <vt:lpstr>Response Caching</vt:lpstr>
      <vt:lpstr>Exception Handler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Request Pipeline</dc:title>
  <dc:creator>Ayala Gottfried</dc:creator>
  <cp:lastModifiedBy>גוטפריד אילה</cp:lastModifiedBy>
  <cp:revision>10</cp:revision>
  <dcterms:created xsi:type="dcterms:W3CDTF">2023-11-01T19:24:22Z</dcterms:created>
  <dcterms:modified xsi:type="dcterms:W3CDTF">2025-11-04T16:22:54Z</dcterms:modified>
</cp:coreProperties>
</file>