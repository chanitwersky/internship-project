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sldIdLst>
    <p:sldId id="256" r:id="rId2"/>
    <p:sldId id="265" r:id="rId3"/>
    <p:sldId id="259" r:id="rId4"/>
    <p:sldId id="260" r:id="rId5"/>
    <p:sldId id="267" r:id="rId6"/>
    <p:sldId id="262" r:id="rId7"/>
    <p:sldId id="263" r:id="rId8"/>
    <p:sldId id="269" r:id="rId9"/>
    <p:sldId id="279" r:id="rId10"/>
    <p:sldId id="270" r:id="rId11"/>
    <p:sldId id="271" r:id="rId12"/>
    <p:sldId id="273" r:id="rId13"/>
    <p:sldId id="272" r:id="rId14"/>
    <p:sldId id="274" r:id="rId15"/>
    <p:sldId id="275" r:id="rId16"/>
    <p:sldId id="276" r:id="rId17"/>
    <p:sldId id="277" r:id="rId18"/>
    <p:sldId id="278" r:id="rId19"/>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0D608D-0F6C-4FC8-8BEE-E492B56EBFE0}" v="145" dt="2024-09-12T22:32:32.5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35" autoAdjust="0"/>
    <p:restoredTop sz="94660"/>
  </p:normalViewPr>
  <p:slideViewPr>
    <p:cSldViewPr snapToGrid="0">
      <p:cViewPr varScale="1">
        <p:scale>
          <a:sx n="60" d="100"/>
          <a:sy n="60" d="100"/>
        </p:scale>
        <p:origin x="836"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yala Gottfried" userId="c17bd24936a7b4a9" providerId="LiveId" clId="{730D608D-0F6C-4FC8-8BEE-E492B56EBFE0}"/>
    <pc:docChg chg="undo redo custSel addSld delSld modSld sldOrd">
      <pc:chgData name="Ayala Gottfried" userId="c17bd24936a7b4a9" providerId="LiveId" clId="{730D608D-0F6C-4FC8-8BEE-E492B56EBFE0}" dt="2024-09-14T18:51:56.375" v="2316" actId="47"/>
      <pc:docMkLst>
        <pc:docMk/>
      </pc:docMkLst>
      <pc:sldChg chg="modSp mod">
        <pc:chgData name="Ayala Gottfried" userId="c17bd24936a7b4a9" providerId="LiveId" clId="{730D608D-0F6C-4FC8-8BEE-E492B56EBFE0}" dt="2024-09-12T22:21:04.496" v="1831" actId="207"/>
        <pc:sldMkLst>
          <pc:docMk/>
          <pc:sldMk cId="254020650" sldId="260"/>
        </pc:sldMkLst>
        <pc:graphicFrameChg chg="mod modGraphic">
          <ac:chgData name="Ayala Gottfried" userId="c17bd24936a7b4a9" providerId="LiveId" clId="{730D608D-0F6C-4FC8-8BEE-E492B56EBFE0}" dt="2024-09-12T22:21:04.496" v="1831" actId="207"/>
          <ac:graphicFrameMkLst>
            <pc:docMk/>
            <pc:sldMk cId="254020650" sldId="260"/>
            <ac:graphicFrameMk id="5" creationId="{31367838-16E0-CD4B-A4A1-ED312FCB144F}"/>
          </ac:graphicFrameMkLst>
        </pc:graphicFrameChg>
      </pc:sldChg>
      <pc:sldChg chg="delSp modSp mod">
        <pc:chgData name="Ayala Gottfried" userId="c17bd24936a7b4a9" providerId="LiveId" clId="{730D608D-0F6C-4FC8-8BEE-E492B56EBFE0}" dt="2024-09-12T22:34:06.187" v="2263" actId="1076"/>
        <pc:sldMkLst>
          <pc:docMk/>
          <pc:sldMk cId="2164530742" sldId="262"/>
        </pc:sldMkLst>
        <pc:spChg chg="mod">
          <ac:chgData name="Ayala Gottfried" userId="c17bd24936a7b4a9" providerId="LiveId" clId="{730D608D-0F6C-4FC8-8BEE-E492B56EBFE0}" dt="2024-09-12T22:34:01.873" v="2262" actId="14100"/>
          <ac:spMkLst>
            <pc:docMk/>
            <pc:sldMk cId="2164530742" sldId="262"/>
            <ac:spMk id="2" creationId="{16B08534-F8F8-47D0-271E-A1D3A9BCE22A}"/>
          </ac:spMkLst>
        </pc:spChg>
        <pc:spChg chg="del">
          <ac:chgData name="Ayala Gottfried" userId="c17bd24936a7b4a9" providerId="LiveId" clId="{730D608D-0F6C-4FC8-8BEE-E492B56EBFE0}" dt="2024-09-12T22:33:57.631" v="2261" actId="478"/>
          <ac:spMkLst>
            <pc:docMk/>
            <pc:sldMk cId="2164530742" sldId="262"/>
            <ac:spMk id="32" creationId="{6C9D7675-7037-D405-8FF9-D9279114BB46}"/>
          </ac:spMkLst>
        </pc:spChg>
        <pc:graphicFrameChg chg="mod modGraphic">
          <ac:chgData name="Ayala Gottfried" userId="c17bd24936a7b4a9" providerId="LiveId" clId="{730D608D-0F6C-4FC8-8BEE-E492B56EBFE0}" dt="2024-09-12T22:34:06.187" v="2263" actId="1076"/>
          <ac:graphicFrameMkLst>
            <pc:docMk/>
            <pc:sldMk cId="2164530742" sldId="262"/>
            <ac:graphicFrameMk id="31" creationId="{AC45FF47-717D-0390-6CE5-A4B48AD8BCC8}"/>
          </ac:graphicFrameMkLst>
        </pc:graphicFrameChg>
      </pc:sldChg>
      <pc:sldChg chg="modSp mod">
        <pc:chgData name="Ayala Gottfried" userId="c17bd24936a7b4a9" providerId="LiveId" clId="{730D608D-0F6C-4FC8-8BEE-E492B56EBFE0}" dt="2024-09-12T22:20:04.224" v="1825" actId="207"/>
        <pc:sldMkLst>
          <pc:docMk/>
          <pc:sldMk cId="2591584283" sldId="263"/>
        </pc:sldMkLst>
        <pc:graphicFrameChg chg="mod modGraphic">
          <ac:chgData name="Ayala Gottfried" userId="c17bd24936a7b4a9" providerId="LiveId" clId="{730D608D-0F6C-4FC8-8BEE-E492B56EBFE0}" dt="2024-09-12T22:20:04.224" v="1825" actId="207"/>
          <ac:graphicFrameMkLst>
            <pc:docMk/>
            <pc:sldMk cId="2591584283" sldId="263"/>
            <ac:graphicFrameMk id="32" creationId="{AC4AFA7D-3DBB-E6D5-446A-E98FB2AFE7B4}"/>
          </ac:graphicFrameMkLst>
        </pc:graphicFrameChg>
      </pc:sldChg>
      <pc:sldChg chg="modSp mod">
        <pc:chgData name="Ayala Gottfried" userId="c17bd24936a7b4a9" providerId="LiveId" clId="{730D608D-0F6C-4FC8-8BEE-E492B56EBFE0}" dt="2024-09-14T18:51:51.109" v="2315" actId="20577"/>
        <pc:sldMkLst>
          <pc:docMk/>
          <pc:sldMk cId="3188142941" sldId="265"/>
        </pc:sldMkLst>
        <pc:spChg chg="mod">
          <ac:chgData name="Ayala Gottfried" userId="c17bd24936a7b4a9" providerId="LiveId" clId="{730D608D-0F6C-4FC8-8BEE-E492B56EBFE0}" dt="2024-09-14T18:51:51.109" v="2315" actId="20577"/>
          <ac:spMkLst>
            <pc:docMk/>
            <pc:sldMk cId="3188142941" sldId="265"/>
            <ac:spMk id="3" creationId="{C3A28E39-66E4-9091-94DA-DD90E7B7B510}"/>
          </ac:spMkLst>
        </pc:spChg>
        <pc:picChg chg="mod">
          <ac:chgData name="Ayala Gottfried" userId="c17bd24936a7b4a9" providerId="LiveId" clId="{730D608D-0F6C-4FC8-8BEE-E492B56EBFE0}" dt="2024-09-12T22:20:49.687" v="1830" actId="2085"/>
          <ac:picMkLst>
            <pc:docMk/>
            <pc:sldMk cId="3188142941" sldId="265"/>
            <ac:picMk id="7" creationId="{BF0DB94D-88BA-1462-5590-8F281C4FE93D}"/>
          </ac:picMkLst>
        </pc:picChg>
      </pc:sldChg>
      <pc:sldChg chg="modSp mod">
        <pc:chgData name="Ayala Gottfried" userId="c17bd24936a7b4a9" providerId="LiveId" clId="{730D608D-0F6C-4FC8-8BEE-E492B56EBFE0}" dt="2024-09-11T20:48:16.205" v="243" actId="20577"/>
        <pc:sldMkLst>
          <pc:docMk/>
          <pc:sldMk cId="2370539556" sldId="267"/>
        </pc:sldMkLst>
        <pc:spChg chg="mod">
          <ac:chgData name="Ayala Gottfried" userId="c17bd24936a7b4a9" providerId="LiveId" clId="{730D608D-0F6C-4FC8-8BEE-E492B56EBFE0}" dt="2024-09-11T20:48:16.205" v="243" actId="20577"/>
          <ac:spMkLst>
            <pc:docMk/>
            <pc:sldMk cId="2370539556" sldId="267"/>
            <ac:spMk id="3" creationId="{C3A28E39-66E4-9091-94DA-DD90E7B7B510}"/>
          </ac:spMkLst>
        </pc:spChg>
      </pc:sldChg>
      <pc:sldChg chg="modSp del mod">
        <pc:chgData name="Ayala Gottfried" userId="c17bd24936a7b4a9" providerId="LiveId" clId="{730D608D-0F6C-4FC8-8BEE-E492B56EBFE0}" dt="2024-09-14T18:51:56.375" v="2316" actId="47"/>
        <pc:sldMkLst>
          <pc:docMk/>
          <pc:sldMk cId="1916761991" sldId="268"/>
        </pc:sldMkLst>
        <pc:spChg chg="mod">
          <ac:chgData name="Ayala Gottfried" userId="c17bd24936a7b4a9" providerId="LiveId" clId="{730D608D-0F6C-4FC8-8BEE-E492B56EBFE0}" dt="2024-09-12T22:34:45.504" v="2276" actId="20577"/>
          <ac:spMkLst>
            <pc:docMk/>
            <pc:sldMk cId="1916761991" sldId="268"/>
            <ac:spMk id="2" creationId="{0A63A2B7-2472-D51D-0AD1-BADB5374CA96}"/>
          </ac:spMkLst>
        </pc:spChg>
        <pc:spChg chg="mod">
          <ac:chgData name="Ayala Gottfried" userId="c17bd24936a7b4a9" providerId="LiveId" clId="{730D608D-0F6C-4FC8-8BEE-E492B56EBFE0}" dt="2024-09-14T18:51:25.542" v="2280" actId="1076"/>
          <ac:spMkLst>
            <pc:docMk/>
            <pc:sldMk cId="1916761991" sldId="268"/>
            <ac:spMk id="3" creationId="{C3A28E39-66E4-9091-94DA-DD90E7B7B510}"/>
          </ac:spMkLst>
        </pc:spChg>
        <pc:picChg chg="mod">
          <ac:chgData name="Ayala Gottfried" userId="c17bd24936a7b4a9" providerId="LiveId" clId="{730D608D-0F6C-4FC8-8BEE-E492B56EBFE0}" dt="2024-09-12T22:20:42.846" v="1828" actId="2085"/>
          <ac:picMkLst>
            <pc:docMk/>
            <pc:sldMk cId="1916761991" sldId="268"/>
            <ac:picMk id="7" creationId="{BF0DB94D-88BA-1462-5590-8F281C4FE93D}"/>
          </ac:picMkLst>
        </pc:picChg>
      </pc:sldChg>
      <pc:sldChg chg="modSp mod ord">
        <pc:chgData name="Ayala Gottfried" userId="c17bd24936a7b4a9" providerId="LiveId" clId="{730D608D-0F6C-4FC8-8BEE-E492B56EBFE0}" dt="2024-09-12T21:03:45.967" v="570" actId="5793"/>
        <pc:sldMkLst>
          <pc:docMk/>
          <pc:sldMk cId="3649447853" sldId="269"/>
        </pc:sldMkLst>
        <pc:spChg chg="mod">
          <ac:chgData name="Ayala Gottfried" userId="c17bd24936a7b4a9" providerId="LiveId" clId="{730D608D-0F6C-4FC8-8BEE-E492B56EBFE0}" dt="2024-09-12T21:03:45.967" v="570" actId="5793"/>
          <ac:spMkLst>
            <pc:docMk/>
            <pc:sldMk cId="3649447853" sldId="269"/>
            <ac:spMk id="3" creationId="{C3A28E39-66E4-9091-94DA-DD90E7B7B510}"/>
          </ac:spMkLst>
        </pc:spChg>
      </pc:sldChg>
      <pc:sldChg chg="delSp modSp mod">
        <pc:chgData name="Ayala Gottfried" userId="c17bd24936a7b4a9" providerId="LiveId" clId="{730D608D-0F6C-4FC8-8BEE-E492B56EBFE0}" dt="2024-09-12T22:33:44.977" v="2260" actId="1076"/>
        <pc:sldMkLst>
          <pc:docMk/>
          <pc:sldMk cId="1016193076" sldId="270"/>
        </pc:sldMkLst>
        <pc:spChg chg="mod">
          <ac:chgData name="Ayala Gottfried" userId="c17bd24936a7b4a9" providerId="LiveId" clId="{730D608D-0F6C-4FC8-8BEE-E492B56EBFE0}" dt="2024-09-12T22:33:37.294" v="2259" actId="14100"/>
          <ac:spMkLst>
            <pc:docMk/>
            <pc:sldMk cId="1016193076" sldId="270"/>
            <ac:spMk id="2" creationId="{16B08534-F8F8-47D0-271E-A1D3A9BCE22A}"/>
          </ac:spMkLst>
        </pc:spChg>
        <pc:spChg chg="del">
          <ac:chgData name="Ayala Gottfried" userId="c17bd24936a7b4a9" providerId="LiveId" clId="{730D608D-0F6C-4FC8-8BEE-E492B56EBFE0}" dt="2024-09-12T22:33:29.123" v="2258" actId="478"/>
          <ac:spMkLst>
            <pc:docMk/>
            <pc:sldMk cId="1016193076" sldId="270"/>
            <ac:spMk id="32" creationId="{6C9D7675-7037-D405-8FF9-D9279114BB46}"/>
          </ac:spMkLst>
        </pc:spChg>
        <pc:graphicFrameChg chg="mod modGraphic">
          <ac:chgData name="Ayala Gottfried" userId="c17bd24936a7b4a9" providerId="LiveId" clId="{730D608D-0F6C-4FC8-8BEE-E492B56EBFE0}" dt="2024-09-12T22:33:44.977" v="2260" actId="1076"/>
          <ac:graphicFrameMkLst>
            <pc:docMk/>
            <pc:sldMk cId="1016193076" sldId="270"/>
            <ac:graphicFrameMk id="31" creationId="{AC45FF47-717D-0390-6CE5-A4B48AD8BCC8}"/>
          </ac:graphicFrameMkLst>
        </pc:graphicFrameChg>
      </pc:sldChg>
      <pc:sldChg chg="addSp delSp modSp new mod">
        <pc:chgData name="Ayala Gottfried" userId="c17bd24936a7b4a9" providerId="LiveId" clId="{730D608D-0F6C-4FC8-8BEE-E492B56EBFE0}" dt="2024-09-11T20:44:41.030" v="104" actId="14100"/>
        <pc:sldMkLst>
          <pc:docMk/>
          <pc:sldMk cId="366466500" sldId="271"/>
        </pc:sldMkLst>
        <pc:spChg chg="mod">
          <ac:chgData name="Ayala Gottfried" userId="c17bd24936a7b4a9" providerId="LiveId" clId="{730D608D-0F6C-4FC8-8BEE-E492B56EBFE0}" dt="2024-09-11T20:38:28.426" v="16" actId="20577"/>
          <ac:spMkLst>
            <pc:docMk/>
            <pc:sldMk cId="366466500" sldId="271"/>
            <ac:spMk id="2" creationId="{85526BAF-10AF-0B10-547C-55349B0685C5}"/>
          </ac:spMkLst>
        </pc:spChg>
        <pc:spChg chg="del">
          <ac:chgData name="Ayala Gottfried" userId="c17bd24936a7b4a9" providerId="LiveId" clId="{730D608D-0F6C-4FC8-8BEE-E492B56EBFE0}" dt="2024-09-11T20:39:02.082" v="17"/>
          <ac:spMkLst>
            <pc:docMk/>
            <pc:sldMk cId="366466500" sldId="271"/>
            <ac:spMk id="3" creationId="{763596C2-5CDF-E5FC-87FF-14279D8800AF}"/>
          </ac:spMkLst>
        </pc:spChg>
        <pc:spChg chg="add mod">
          <ac:chgData name="Ayala Gottfried" userId="c17bd24936a7b4a9" providerId="LiveId" clId="{730D608D-0F6C-4FC8-8BEE-E492B56EBFE0}" dt="2024-09-11T20:44:41.030" v="104" actId="14100"/>
          <ac:spMkLst>
            <pc:docMk/>
            <pc:sldMk cId="366466500" sldId="271"/>
            <ac:spMk id="4" creationId="{C6BB4DBA-486E-CE3B-3505-A9B47ED1F29B}"/>
          </ac:spMkLst>
        </pc:spChg>
      </pc:sldChg>
      <pc:sldChg chg="modSp add mod">
        <pc:chgData name="Ayala Gottfried" userId="c17bd24936a7b4a9" providerId="LiveId" clId="{730D608D-0F6C-4FC8-8BEE-E492B56EBFE0}" dt="2024-09-11T20:47:39.654" v="208" actId="20577"/>
        <pc:sldMkLst>
          <pc:docMk/>
          <pc:sldMk cId="2344190221" sldId="272"/>
        </pc:sldMkLst>
        <pc:spChg chg="mod">
          <ac:chgData name="Ayala Gottfried" userId="c17bd24936a7b4a9" providerId="LiveId" clId="{730D608D-0F6C-4FC8-8BEE-E492B56EBFE0}" dt="2024-09-11T20:46:43.572" v="173" actId="20577"/>
          <ac:spMkLst>
            <pc:docMk/>
            <pc:sldMk cId="2344190221" sldId="272"/>
            <ac:spMk id="2" creationId="{0A63A2B7-2472-D51D-0AD1-BADB5374CA96}"/>
          </ac:spMkLst>
        </pc:spChg>
        <pc:spChg chg="mod">
          <ac:chgData name="Ayala Gottfried" userId="c17bd24936a7b4a9" providerId="LiveId" clId="{730D608D-0F6C-4FC8-8BEE-E492B56EBFE0}" dt="2024-09-11T20:47:39.654" v="208" actId="20577"/>
          <ac:spMkLst>
            <pc:docMk/>
            <pc:sldMk cId="2344190221" sldId="272"/>
            <ac:spMk id="3" creationId="{C3A28E39-66E4-9091-94DA-DD90E7B7B510}"/>
          </ac:spMkLst>
        </pc:spChg>
      </pc:sldChg>
      <pc:sldChg chg="modSp add del mod ord">
        <pc:chgData name="Ayala Gottfried" userId="c17bd24936a7b4a9" providerId="LiveId" clId="{730D608D-0F6C-4FC8-8BEE-E492B56EBFE0}" dt="2024-09-11T20:44:05.122" v="93" actId="47"/>
        <pc:sldMkLst>
          <pc:docMk/>
          <pc:sldMk cId="3295508284" sldId="272"/>
        </pc:sldMkLst>
        <pc:spChg chg="mod">
          <ac:chgData name="Ayala Gottfried" userId="c17bd24936a7b4a9" providerId="LiveId" clId="{730D608D-0F6C-4FC8-8BEE-E492B56EBFE0}" dt="2024-09-11T20:43:56.224" v="92" actId="113"/>
          <ac:spMkLst>
            <pc:docMk/>
            <pc:sldMk cId="3295508284" sldId="272"/>
            <ac:spMk id="3" creationId="{C3A28E39-66E4-9091-94DA-DD90E7B7B510}"/>
          </ac:spMkLst>
        </pc:spChg>
      </pc:sldChg>
      <pc:sldChg chg="modSp add mod">
        <pc:chgData name="Ayala Gottfried" userId="c17bd24936a7b4a9" providerId="LiveId" clId="{730D608D-0F6C-4FC8-8BEE-E492B56EBFE0}" dt="2024-09-12T20:53:04.463" v="402" actId="20577"/>
        <pc:sldMkLst>
          <pc:docMk/>
          <pc:sldMk cId="389297286" sldId="273"/>
        </pc:sldMkLst>
        <pc:spChg chg="mod">
          <ac:chgData name="Ayala Gottfried" userId="c17bd24936a7b4a9" providerId="LiveId" clId="{730D608D-0F6C-4FC8-8BEE-E492B56EBFE0}" dt="2024-09-12T20:53:04.463" v="402" actId="20577"/>
          <ac:spMkLst>
            <pc:docMk/>
            <pc:sldMk cId="389297286" sldId="273"/>
            <ac:spMk id="4" creationId="{C6BB4DBA-486E-CE3B-3505-A9B47ED1F29B}"/>
          </ac:spMkLst>
        </pc:spChg>
      </pc:sldChg>
      <pc:sldChg chg="addSp delSp modSp new mod">
        <pc:chgData name="Ayala Gottfried" userId="c17bd24936a7b4a9" providerId="LiveId" clId="{730D608D-0F6C-4FC8-8BEE-E492B56EBFE0}" dt="2024-09-12T22:33:04.356" v="2257" actId="27636"/>
        <pc:sldMkLst>
          <pc:docMk/>
          <pc:sldMk cId="2864102576" sldId="274"/>
        </pc:sldMkLst>
        <pc:spChg chg="mod">
          <ac:chgData name="Ayala Gottfried" userId="c17bd24936a7b4a9" providerId="LiveId" clId="{730D608D-0F6C-4FC8-8BEE-E492B56EBFE0}" dt="2024-09-12T21:00:23.673" v="407" actId="20577"/>
          <ac:spMkLst>
            <pc:docMk/>
            <pc:sldMk cId="2864102576" sldId="274"/>
            <ac:spMk id="2" creationId="{7A7B8F34-EE0C-BA60-D5C9-81432A27C51B}"/>
          </ac:spMkLst>
        </pc:spChg>
        <pc:spChg chg="mod">
          <ac:chgData name="Ayala Gottfried" userId="c17bd24936a7b4a9" providerId="LiveId" clId="{730D608D-0F6C-4FC8-8BEE-E492B56EBFE0}" dt="2024-09-12T22:33:04.356" v="2257" actId="27636"/>
          <ac:spMkLst>
            <pc:docMk/>
            <pc:sldMk cId="2864102576" sldId="274"/>
            <ac:spMk id="3" creationId="{C84576F6-3CE1-BB08-8A4D-2BA404F19031}"/>
          </ac:spMkLst>
        </pc:spChg>
        <pc:spChg chg="add del">
          <ac:chgData name="Ayala Gottfried" userId="c17bd24936a7b4a9" providerId="LiveId" clId="{730D608D-0F6C-4FC8-8BEE-E492B56EBFE0}" dt="2024-09-12T21:16:48.667" v="770" actId="22"/>
          <ac:spMkLst>
            <pc:docMk/>
            <pc:sldMk cId="2864102576" sldId="274"/>
            <ac:spMk id="5" creationId="{A2373B25-5D1E-B3B3-B971-24AA4CB0BA5A}"/>
          </ac:spMkLst>
        </pc:spChg>
      </pc:sldChg>
      <pc:sldChg chg="addSp delSp modSp add mod">
        <pc:chgData name="Ayala Gottfried" userId="c17bd24936a7b4a9" providerId="LiveId" clId="{730D608D-0F6C-4FC8-8BEE-E492B56EBFE0}" dt="2024-09-12T21:46:20.982" v="1113" actId="22"/>
        <pc:sldMkLst>
          <pc:docMk/>
          <pc:sldMk cId="1396507762" sldId="275"/>
        </pc:sldMkLst>
        <pc:spChg chg="mod">
          <ac:chgData name="Ayala Gottfried" userId="c17bd24936a7b4a9" providerId="LiveId" clId="{730D608D-0F6C-4FC8-8BEE-E492B56EBFE0}" dt="2024-09-12T21:33:28.762" v="991" actId="20577"/>
          <ac:spMkLst>
            <pc:docMk/>
            <pc:sldMk cId="1396507762" sldId="275"/>
            <ac:spMk id="3" creationId="{C84576F6-3CE1-BB08-8A4D-2BA404F19031}"/>
          </ac:spMkLst>
        </pc:spChg>
        <pc:spChg chg="add del">
          <ac:chgData name="Ayala Gottfried" userId="c17bd24936a7b4a9" providerId="LiveId" clId="{730D608D-0F6C-4FC8-8BEE-E492B56EBFE0}" dt="2024-09-12T21:46:20.982" v="1113" actId="22"/>
          <ac:spMkLst>
            <pc:docMk/>
            <pc:sldMk cId="1396507762" sldId="275"/>
            <ac:spMk id="5" creationId="{050ACBDC-8AEA-A65C-0178-CA1378CD2558}"/>
          </ac:spMkLst>
        </pc:spChg>
      </pc:sldChg>
      <pc:sldChg chg="addSp modSp add mod">
        <pc:chgData name="Ayala Gottfried" userId="c17bd24936a7b4a9" providerId="LiveId" clId="{730D608D-0F6C-4FC8-8BEE-E492B56EBFE0}" dt="2024-09-12T22:35:17.688" v="2278" actId="20577"/>
        <pc:sldMkLst>
          <pc:docMk/>
          <pc:sldMk cId="370950966" sldId="276"/>
        </pc:sldMkLst>
        <pc:spChg chg="mod">
          <ac:chgData name="Ayala Gottfried" userId="c17bd24936a7b4a9" providerId="LiveId" clId="{730D608D-0F6C-4FC8-8BEE-E492B56EBFE0}" dt="2024-09-12T22:35:17.688" v="2278" actId="20577"/>
          <ac:spMkLst>
            <pc:docMk/>
            <pc:sldMk cId="370950966" sldId="276"/>
            <ac:spMk id="3" creationId="{C84576F6-3CE1-BB08-8A4D-2BA404F19031}"/>
          </ac:spMkLst>
        </pc:spChg>
        <pc:spChg chg="add">
          <ac:chgData name="Ayala Gottfried" userId="c17bd24936a7b4a9" providerId="LiveId" clId="{730D608D-0F6C-4FC8-8BEE-E492B56EBFE0}" dt="2024-09-12T21:52:09.749" v="1271"/>
          <ac:spMkLst>
            <pc:docMk/>
            <pc:sldMk cId="370950966" sldId="276"/>
            <ac:spMk id="4" creationId="{E66DD1CB-5A6E-AF00-D21E-6DD9E4473F21}"/>
          </ac:spMkLst>
        </pc:spChg>
      </pc:sldChg>
      <pc:sldChg chg="addSp delSp modSp add mod setBg">
        <pc:chgData name="Ayala Gottfried" userId="c17bd24936a7b4a9" providerId="LiveId" clId="{730D608D-0F6C-4FC8-8BEE-E492B56EBFE0}" dt="2024-09-12T22:25:50.211" v="1934"/>
        <pc:sldMkLst>
          <pc:docMk/>
          <pc:sldMk cId="1976077708" sldId="277"/>
        </pc:sldMkLst>
        <pc:spChg chg="mod">
          <ac:chgData name="Ayala Gottfried" userId="c17bd24936a7b4a9" providerId="LiveId" clId="{730D608D-0F6C-4FC8-8BEE-E492B56EBFE0}" dt="2024-09-12T21:57:52.048" v="1416" actId="26606"/>
          <ac:spMkLst>
            <pc:docMk/>
            <pc:sldMk cId="1976077708" sldId="277"/>
            <ac:spMk id="2" creationId="{7A7B8F34-EE0C-BA60-D5C9-81432A27C51B}"/>
          </ac:spMkLst>
        </pc:spChg>
        <pc:spChg chg="add del mod">
          <ac:chgData name="Ayala Gottfried" userId="c17bd24936a7b4a9" providerId="LiveId" clId="{730D608D-0F6C-4FC8-8BEE-E492B56EBFE0}" dt="2024-09-12T22:03:52.036" v="1603" actId="26606"/>
          <ac:spMkLst>
            <pc:docMk/>
            <pc:sldMk cId="1976077708" sldId="277"/>
            <ac:spMk id="3" creationId="{C84576F6-3CE1-BB08-8A4D-2BA404F19031}"/>
          </ac:spMkLst>
        </pc:spChg>
        <pc:spChg chg="add del">
          <ac:chgData name="Ayala Gottfried" userId="c17bd24936a7b4a9" providerId="LiveId" clId="{730D608D-0F6C-4FC8-8BEE-E492B56EBFE0}" dt="2024-09-12T21:57:52.048" v="1416" actId="26606"/>
          <ac:spMkLst>
            <pc:docMk/>
            <pc:sldMk cId="1976077708" sldId="277"/>
            <ac:spMk id="6" creationId="{53B739BF-52FC-4875-B392-4044CC04F091}"/>
          </ac:spMkLst>
        </pc:spChg>
        <pc:spChg chg="add del">
          <ac:chgData name="Ayala Gottfried" userId="c17bd24936a7b4a9" providerId="LiveId" clId="{730D608D-0F6C-4FC8-8BEE-E492B56EBFE0}" dt="2024-09-12T21:57:52.048" v="1416" actId="26606"/>
          <ac:spMkLst>
            <pc:docMk/>
            <pc:sldMk cId="1976077708" sldId="277"/>
            <ac:spMk id="7" creationId="{3AA1CAD8-1CD4-40E6-B88B-9D4FF5C3D072}"/>
          </ac:spMkLst>
        </pc:spChg>
        <pc:spChg chg="add del">
          <ac:chgData name="Ayala Gottfried" userId="c17bd24936a7b4a9" providerId="LiveId" clId="{730D608D-0F6C-4FC8-8BEE-E492B56EBFE0}" dt="2024-09-12T21:56:56.057" v="1409" actId="26606"/>
          <ac:spMkLst>
            <pc:docMk/>
            <pc:sldMk cId="1976077708" sldId="277"/>
            <ac:spMk id="9" creationId="{458183E0-58D3-4C7F-97F0-2494113B38F6}"/>
          </ac:spMkLst>
        </pc:spChg>
        <pc:spChg chg="add del">
          <ac:chgData name="Ayala Gottfried" userId="c17bd24936a7b4a9" providerId="LiveId" clId="{730D608D-0F6C-4FC8-8BEE-E492B56EBFE0}" dt="2024-09-12T21:56:56.057" v="1409" actId="26606"/>
          <ac:spMkLst>
            <pc:docMk/>
            <pc:sldMk cId="1976077708" sldId="277"/>
            <ac:spMk id="11" creationId="{493D7220-9A41-4B89-8A05-2E854925EDA1}"/>
          </ac:spMkLst>
        </pc:spChg>
        <pc:spChg chg="add del">
          <ac:chgData name="Ayala Gottfried" userId="c17bd24936a7b4a9" providerId="LiveId" clId="{730D608D-0F6C-4FC8-8BEE-E492B56EBFE0}" dt="2024-09-12T21:57:05.516" v="1413" actId="26606"/>
          <ac:spMkLst>
            <pc:docMk/>
            <pc:sldMk cId="1976077708" sldId="277"/>
            <ac:spMk id="23" creationId="{458183E0-58D3-4C7F-97F0-2494113B38F6}"/>
          </ac:spMkLst>
        </pc:spChg>
        <pc:spChg chg="add del">
          <ac:chgData name="Ayala Gottfried" userId="c17bd24936a7b4a9" providerId="LiveId" clId="{730D608D-0F6C-4FC8-8BEE-E492B56EBFE0}" dt="2024-09-12T21:57:05.516" v="1413" actId="26606"/>
          <ac:spMkLst>
            <pc:docMk/>
            <pc:sldMk cId="1976077708" sldId="277"/>
            <ac:spMk id="24" creationId="{493D7220-9A41-4B89-8A05-2E854925EDA1}"/>
          </ac:spMkLst>
        </pc:spChg>
        <pc:grpChg chg="add del">
          <ac:chgData name="Ayala Gottfried" userId="c17bd24936a7b4a9" providerId="LiveId" clId="{730D608D-0F6C-4FC8-8BEE-E492B56EBFE0}" dt="2024-09-12T21:57:52.048" v="1416" actId="26606"/>
          <ac:grpSpMkLst>
            <pc:docMk/>
            <pc:sldMk cId="1976077708" sldId="277"/>
            <ac:grpSpMk id="8" creationId="{0D65577D-83CF-47FA-954E-60C70AFDBB28}"/>
          </ac:grpSpMkLst>
        </pc:grpChg>
        <pc:grpChg chg="add del">
          <ac:chgData name="Ayala Gottfried" userId="c17bd24936a7b4a9" providerId="LiveId" clId="{730D608D-0F6C-4FC8-8BEE-E492B56EBFE0}" dt="2024-09-12T21:56:56.057" v="1409" actId="26606"/>
          <ac:grpSpMkLst>
            <pc:docMk/>
            <pc:sldMk cId="1976077708" sldId="277"/>
            <ac:grpSpMk id="13" creationId="{9215E110-AB5D-437B-9906-4A431F695EDF}"/>
          </ac:grpSpMkLst>
        </pc:grpChg>
        <pc:grpChg chg="add del">
          <ac:chgData name="Ayala Gottfried" userId="c17bd24936a7b4a9" providerId="LiveId" clId="{730D608D-0F6C-4FC8-8BEE-E492B56EBFE0}" dt="2024-09-12T21:57:05.516" v="1413" actId="26606"/>
          <ac:grpSpMkLst>
            <pc:docMk/>
            <pc:sldMk cId="1976077708" sldId="277"/>
            <ac:grpSpMk id="25" creationId="{9215E110-AB5D-437B-9906-4A431F695EDF}"/>
          </ac:grpSpMkLst>
        </pc:grpChg>
        <pc:graphicFrameChg chg="add del">
          <ac:chgData name="Ayala Gottfried" userId="c17bd24936a7b4a9" providerId="LiveId" clId="{730D608D-0F6C-4FC8-8BEE-E492B56EBFE0}" dt="2024-09-12T21:56:56.057" v="1409" actId="26606"/>
          <ac:graphicFrameMkLst>
            <pc:docMk/>
            <pc:sldMk cId="1976077708" sldId="277"/>
            <ac:graphicFrameMk id="5" creationId="{BF76CE05-CAF1-1C34-B691-B7D68002DE24}"/>
          </ac:graphicFrameMkLst>
        </pc:graphicFrameChg>
        <pc:graphicFrameChg chg="add del mod">
          <ac:chgData name="Ayala Gottfried" userId="c17bd24936a7b4a9" providerId="LiveId" clId="{730D608D-0F6C-4FC8-8BEE-E492B56EBFE0}" dt="2024-09-12T21:57:52.048" v="1416" actId="26606"/>
          <ac:graphicFrameMkLst>
            <pc:docMk/>
            <pc:sldMk cId="1976077708" sldId="277"/>
            <ac:graphicFrameMk id="10" creationId="{1D5E283B-D715-12EE-1BC0-8D89D654D0AE}"/>
          </ac:graphicFrameMkLst>
        </pc:graphicFrameChg>
        <pc:graphicFrameChg chg="add del">
          <ac:chgData name="Ayala Gottfried" userId="c17bd24936a7b4a9" providerId="LiveId" clId="{730D608D-0F6C-4FC8-8BEE-E492B56EBFE0}" dt="2024-09-12T22:03:51.075" v="1600" actId="26606"/>
          <ac:graphicFrameMkLst>
            <pc:docMk/>
            <pc:sldMk cId="1976077708" sldId="277"/>
            <ac:graphicFrameMk id="12" creationId="{6346A11C-6BCE-B713-E9D1-E55EBE53A145}"/>
          </ac:graphicFrameMkLst>
        </pc:graphicFrameChg>
        <pc:graphicFrameChg chg="add del">
          <ac:chgData name="Ayala Gottfried" userId="c17bd24936a7b4a9" providerId="LiveId" clId="{730D608D-0F6C-4FC8-8BEE-E492B56EBFE0}" dt="2024-09-12T22:03:52.014" v="1602" actId="26606"/>
          <ac:graphicFrameMkLst>
            <pc:docMk/>
            <pc:sldMk cId="1976077708" sldId="277"/>
            <ac:graphicFrameMk id="14" creationId="{F24C9216-07EB-3A9A-78F7-C27851532499}"/>
          </ac:graphicFrameMkLst>
        </pc:graphicFrameChg>
        <pc:graphicFrameChg chg="add mod modGraphic">
          <ac:chgData name="Ayala Gottfried" userId="c17bd24936a7b4a9" providerId="LiveId" clId="{730D608D-0F6C-4FC8-8BEE-E492B56EBFE0}" dt="2024-09-12T22:25:50.211" v="1934"/>
          <ac:graphicFrameMkLst>
            <pc:docMk/>
            <pc:sldMk cId="1976077708" sldId="277"/>
            <ac:graphicFrameMk id="16" creationId="{6346A11C-6BCE-B713-E9D1-E55EBE53A145}"/>
          </ac:graphicFrameMkLst>
        </pc:graphicFrameChg>
        <pc:graphicFrameChg chg="add del">
          <ac:chgData name="Ayala Gottfried" userId="c17bd24936a7b4a9" providerId="LiveId" clId="{730D608D-0F6C-4FC8-8BEE-E492B56EBFE0}" dt="2024-09-12T21:57:05.516" v="1413" actId="26606"/>
          <ac:graphicFrameMkLst>
            <pc:docMk/>
            <pc:sldMk cId="1976077708" sldId="277"/>
            <ac:graphicFrameMk id="34" creationId="{85FFDE70-AE98-F5E1-C541-3127835EB7C2}"/>
          </ac:graphicFrameMkLst>
        </pc:graphicFrameChg>
      </pc:sldChg>
      <pc:sldChg chg="addSp delSp modSp new mod setBg">
        <pc:chgData name="Ayala Gottfried" userId="c17bd24936a7b4a9" providerId="LiveId" clId="{730D608D-0F6C-4FC8-8BEE-E492B56EBFE0}" dt="2024-09-12T22:21:50.031" v="1834" actId="207"/>
        <pc:sldMkLst>
          <pc:docMk/>
          <pc:sldMk cId="2729590659" sldId="278"/>
        </pc:sldMkLst>
        <pc:spChg chg="mod">
          <ac:chgData name="Ayala Gottfried" userId="c17bd24936a7b4a9" providerId="LiveId" clId="{730D608D-0F6C-4FC8-8BEE-E492B56EBFE0}" dt="2024-09-12T22:21:35.586" v="1833" actId="26606"/>
          <ac:spMkLst>
            <pc:docMk/>
            <pc:sldMk cId="2729590659" sldId="278"/>
            <ac:spMk id="2" creationId="{DE367A97-3AAE-FEAA-D3AF-435C3CBF5A8F}"/>
          </ac:spMkLst>
        </pc:spChg>
        <pc:spChg chg="del mod">
          <ac:chgData name="Ayala Gottfried" userId="c17bd24936a7b4a9" providerId="LiveId" clId="{730D608D-0F6C-4FC8-8BEE-E492B56EBFE0}" dt="2024-09-12T22:16:51.505" v="1813" actId="26606"/>
          <ac:spMkLst>
            <pc:docMk/>
            <pc:sldMk cId="2729590659" sldId="278"/>
            <ac:spMk id="3" creationId="{113CC558-E72F-372F-5D82-A8139326DA2F}"/>
          </ac:spMkLst>
        </pc:spChg>
        <pc:spChg chg="add del">
          <ac:chgData name="Ayala Gottfried" userId="c17bd24936a7b4a9" providerId="LiveId" clId="{730D608D-0F6C-4FC8-8BEE-E492B56EBFE0}" dt="2024-09-12T22:21:35.586" v="1833" actId="26606"/>
          <ac:spMkLst>
            <pc:docMk/>
            <pc:sldMk cId="2729590659" sldId="278"/>
            <ac:spMk id="10" creationId="{53B739BF-52FC-4875-B392-4044CC04F091}"/>
          </ac:spMkLst>
        </pc:spChg>
        <pc:spChg chg="add del">
          <ac:chgData name="Ayala Gottfried" userId="c17bd24936a7b4a9" providerId="LiveId" clId="{730D608D-0F6C-4FC8-8BEE-E492B56EBFE0}" dt="2024-09-12T22:21:35.586" v="1833" actId="26606"/>
          <ac:spMkLst>
            <pc:docMk/>
            <pc:sldMk cId="2729590659" sldId="278"/>
            <ac:spMk id="12" creationId="{3AA1CAD8-1CD4-40E6-B88B-9D4FF5C3D072}"/>
          </ac:spMkLst>
        </pc:spChg>
        <pc:grpChg chg="add del">
          <ac:chgData name="Ayala Gottfried" userId="c17bd24936a7b4a9" providerId="LiveId" clId="{730D608D-0F6C-4FC8-8BEE-E492B56EBFE0}" dt="2024-09-12T22:21:35.586" v="1833" actId="26606"/>
          <ac:grpSpMkLst>
            <pc:docMk/>
            <pc:sldMk cId="2729590659" sldId="278"/>
            <ac:grpSpMk id="14" creationId="{0D65577D-83CF-47FA-954E-60C70AFDBB28}"/>
          </ac:grpSpMkLst>
        </pc:grpChg>
        <pc:graphicFrameChg chg="add mod modGraphic">
          <ac:chgData name="Ayala Gottfried" userId="c17bd24936a7b4a9" providerId="LiveId" clId="{730D608D-0F6C-4FC8-8BEE-E492B56EBFE0}" dt="2024-09-12T22:21:50.031" v="1834" actId="207"/>
          <ac:graphicFrameMkLst>
            <pc:docMk/>
            <pc:sldMk cId="2729590659" sldId="278"/>
            <ac:graphicFrameMk id="5" creationId="{183251BF-8757-B0FC-7CEB-EEE91AB0E279}"/>
          </ac:graphicFrameMkLst>
        </pc:graphicFrameChg>
      </pc:sldChg>
      <pc:sldChg chg="modSp new mod">
        <pc:chgData name="Ayala Gottfried" userId="c17bd24936a7b4a9" providerId="LiveId" clId="{730D608D-0F6C-4FC8-8BEE-E492B56EBFE0}" dt="2024-09-12T22:32:00.405" v="2222" actId="255"/>
        <pc:sldMkLst>
          <pc:docMk/>
          <pc:sldMk cId="2514546803" sldId="279"/>
        </pc:sldMkLst>
        <pc:spChg chg="mod">
          <ac:chgData name="Ayala Gottfried" userId="c17bd24936a7b4a9" providerId="LiveId" clId="{730D608D-0F6C-4FC8-8BEE-E492B56EBFE0}" dt="2024-09-12T22:23:34.154" v="1884" actId="20577"/>
          <ac:spMkLst>
            <pc:docMk/>
            <pc:sldMk cId="2514546803" sldId="279"/>
            <ac:spMk id="2" creationId="{00FDD23B-AED3-1106-F208-2CCD3ABE6043}"/>
          </ac:spMkLst>
        </pc:spChg>
        <pc:spChg chg="mod">
          <ac:chgData name="Ayala Gottfried" userId="c17bd24936a7b4a9" providerId="LiveId" clId="{730D608D-0F6C-4FC8-8BEE-E492B56EBFE0}" dt="2024-09-12T22:32:00.405" v="2222" actId="255"/>
          <ac:spMkLst>
            <pc:docMk/>
            <pc:sldMk cId="2514546803" sldId="279"/>
            <ac:spMk id="3" creationId="{2FF75AF7-AEA1-496D-64A1-745309A19567}"/>
          </ac:spMkLst>
        </pc:spChg>
      </pc:sldChg>
      <pc:sldChg chg="delSp modSp add del mod ord">
        <pc:chgData name="Ayala Gottfried" userId="c17bd24936a7b4a9" providerId="LiveId" clId="{730D608D-0F6C-4FC8-8BEE-E492B56EBFE0}" dt="2024-09-12T22:23:22.540" v="1867" actId="47"/>
        <pc:sldMkLst>
          <pc:docMk/>
          <pc:sldMk cId="3253049978" sldId="279"/>
        </pc:sldMkLst>
        <pc:spChg chg="mod">
          <ac:chgData name="Ayala Gottfried" userId="c17bd24936a7b4a9" providerId="LiveId" clId="{730D608D-0F6C-4FC8-8BEE-E492B56EBFE0}" dt="2024-09-12T22:22:54.787" v="1864" actId="20577"/>
          <ac:spMkLst>
            <pc:docMk/>
            <pc:sldMk cId="3253049978" sldId="279"/>
            <ac:spMk id="2" creationId="{16B08534-F8F8-47D0-271E-A1D3A9BCE22A}"/>
          </ac:spMkLst>
        </pc:spChg>
        <pc:spChg chg="del mod">
          <ac:chgData name="Ayala Gottfried" userId="c17bd24936a7b4a9" providerId="LiveId" clId="{730D608D-0F6C-4FC8-8BEE-E492B56EBFE0}" dt="2024-09-12T22:23:16.460" v="1866" actId="478"/>
          <ac:spMkLst>
            <pc:docMk/>
            <pc:sldMk cId="3253049978" sldId="279"/>
            <ac:spMk id="32" creationId="{6C9D7675-7037-D405-8FF9-D9279114BB46}"/>
          </ac:spMkLst>
        </pc:sp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ata3.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ata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3.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rawing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470DB53-734A-447A-A95C-B256A39DCBC4}" type="doc">
      <dgm:prSet loTypeId="urn:microsoft.com/office/officeart/2018/2/layout/IconVerticalSolidList" loCatId="icon" qsTypeId="urn:microsoft.com/office/officeart/2005/8/quickstyle/simple4" qsCatId="simple" csTypeId="urn:microsoft.com/office/officeart/2005/8/colors/accent2_2" csCatId="accent2" phldr="1"/>
      <dgm:spPr/>
      <dgm:t>
        <a:bodyPr/>
        <a:lstStyle/>
        <a:p>
          <a:endParaRPr lang="en-US"/>
        </a:p>
      </dgm:t>
    </dgm:pt>
    <dgm:pt modelId="{DBEF0A26-4B93-4FA2-BECE-56CFDEA7B79A}">
      <dgm:prSet/>
      <dgm:spPr/>
      <dgm:t>
        <a:bodyPr/>
        <a:lstStyle/>
        <a:p>
          <a:pPr>
            <a:lnSpc>
              <a:spcPct val="100000"/>
            </a:lnSpc>
          </a:pPr>
          <a:r>
            <a:rPr lang="en-US" dirty="0">
              <a:solidFill>
                <a:schemeClr val="tx2"/>
              </a:solidFill>
            </a:rPr>
            <a:t>Server </a:t>
          </a:r>
        </a:p>
      </dgm:t>
    </dgm:pt>
    <dgm:pt modelId="{DE1EFE2C-A766-4F8B-842C-E415FC872591}" type="parTrans" cxnId="{DD8786DC-E00A-4D09-9105-95FD0B132A2E}">
      <dgm:prSet/>
      <dgm:spPr/>
      <dgm:t>
        <a:bodyPr/>
        <a:lstStyle/>
        <a:p>
          <a:endParaRPr lang="en-US">
            <a:solidFill>
              <a:schemeClr val="tx2"/>
            </a:solidFill>
          </a:endParaRPr>
        </a:p>
      </dgm:t>
    </dgm:pt>
    <dgm:pt modelId="{B1E4C8A5-945B-424C-AD4A-39C65D237936}" type="sibTrans" cxnId="{DD8786DC-E00A-4D09-9105-95FD0B132A2E}">
      <dgm:prSet/>
      <dgm:spPr/>
      <dgm:t>
        <a:bodyPr/>
        <a:lstStyle/>
        <a:p>
          <a:endParaRPr lang="en-US">
            <a:solidFill>
              <a:schemeClr val="tx2"/>
            </a:solidFill>
          </a:endParaRPr>
        </a:p>
      </dgm:t>
    </dgm:pt>
    <dgm:pt modelId="{B5915C2F-6BAA-4E14-9C5A-D909141AF9A8}">
      <dgm:prSet/>
      <dgm:spPr/>
      <dgm:t>
        <a:bodyPr/>
        <a:lstStyle/>
        <a:p>
          <a:pPr>
            <a:lnSpc>
              <a:spcPct val="100000"/>
            </a:lnSpc>
          </a:pPr>
          <a:r>
            <a:rPr lang="en-US" dirty="0">
              <a:solidFill>
                <a:schemeClr val="tx2"/>
              </a:solidFill>
            </a:rPr>
            <a:t>Provides resources to clients over a network.</a:t>
          </a:r>
        </a:p>
      </dgm:t>
    </dgm:pt>
    <dgm:pt modelId="{15EDD0EC-AEC6-4111-B661-EA805411531A}" type="parTrans" cxnId="{8D1D2C41-FCB4-40CA-A4DE-47FFE81CA0C9}">
      <dgm:prSet/>
      <dgm:spPr/>
      <dgm:t>
        <a:bodyPr/>
        <a:lstStyle/>
        <a:p>
          <a:endParaRPr lang="en-US">
            <a:solidFill>
              <a:schemeClr val="tx2"/>
            </a:solidFill>
          </a:endParaRPr>
        </a:p>
      </dgm:t>
    </dgm:pt>
    <dgm:pt modelId="{440FC52F-BBFE-45FA-B074-39852A78AA9D}" type="sibTrans" cxnId="{8D1D2C41-FCB4-40CA-A4DE-47FFE81CA0C9}">
      <dgm:prSet/>
      <dgm:spPr/>
      <dgm:t>
        <a:bodyPr/>
        <a:lstStyle/>
        <a:p>
          <a:endParaRPr lang="en-US">
            <a:solidFill>
              <a:schemeClr val="tx2"/>
            </a:solidFill>
          </a:endParaRPr>
        </a:p>
      </dgm:t>
    </dgm:pt>
    <dgm:pt modelId="{FD6C564C-10AD-43F7-82E5-B9C37AE8A7ED}">
      <dgm:prSet/>
      <dgm:spPr/>
      <dgm:t>
        <a:bodyPr/>
        <a:lstStyle/>
        <a:p>
          <a:pPr>
            <a:lnSpc>
              <a:spcPct val="100000"/>
            </a:lnSpc>
          </a:pPr>
          <a:r>
            <a:rPr lang="en-US">
              <a:solidFill>
                <a:schemeClr val="tx2"/>
              </a:solidFill>
            </a:rPr>
            <a:t>Client</a:t>
          </a:r>
        </a:p>
      </dgm:t>
    </dgm:pt>
    <dgm:pt modelId="{0FE6F30B-EF15-401E-8CD6-DD988687536B}" type="parTrans" cxnId="{2FCCE286-E478-4DA7-B80D-C609E595CBB6}">
      <dgm:prSet/>
      <dgm:spPr/>
      <dgm:t>
        <a:bodyPr/>
        <a:lstStyle/>
        <a:p>
          <a:endParaRPr lang="en-US">
            <a:solidFill>
              <a:schemeClr val="tx2"/>
            </a:solidFill>
          </a:endParaRPr>
        </a:p>
      </dgm:t>
    </dgm:pt>
    <dgm:pt modelId="{3D3E6B86-AAF2-4C3B-9CAC-8A640418D340}" type="sibTrans" cxnId="{2FCCE286-E478-4DA7-B80D-C609E595CBB6}">
      <dgm:prSet/>
      <dgm:spPr/>
      <dgm:t>
        <a:bodyPr/>
        <a:lstStyle/>
        <a:p>
          <a:endParaRPr lang="en-US">
            <a:solidFill>
              <a:schemeClr val="tx2"/>
            </a:solidFill>
          </a:endParaRPr>
        </a:p>
      </dgm:t>
    </dgm:pt>
    <dgm:pt modelId="{A0B85514-0DC9-42A1-8F1C-97B51148B871}">
      <dgm:prSet/>
      <dgm:spPr/>
      <dgm:t>
        <a:bodyPr/>
        <a:lstStyle/>
        <a:p>
          <a:pPr>
            <a:lnSpc>
              <a:spcPct val="100000"/>
            </a:lnSpc>
          </a:pPr>
          <a:r>
            <a:rPr lang="en-US">
              <a:solidFill>
                <a:schemeClr val="tx2"/>
              </a:solidFill>
            </a:rPr>
            <a:t>Consumes service from the server</a:t>
          </a:r>
        </a:p>
      </dgm:t>
    </dgm:pt>
    <dgm:pt modelId="{1EDD31B4-E429-4065-AE9B-5CB4904FCDEE}" type="parTrans" cxnId="{4B3E789E-D8F1-447A-9172-819E178B7BF0}">
      <dgm:prSet/>
      <dgm:spPr/>
      <dgm:t>
        <a:bodyPr/>
        <a:lstStyle/>
        <a:p>
          <a:endParaRPr lang="en-US">
            <a:solidFill>
              <a:schemeClr val="tx2"/>
            </a:solidFill>
          </a:endParaRPr>
        </a:p>
      </dgm:t>
    </dgm:pt>
    <dgm:pt modelId="{23939642-F294-4EDF-BC1A-996AC790E5AE}" type="sibTrans" cxnId="{4B3E789E-D8F1-447A-9172-819E178B7BF0}">
      <dgm:prSet/>
      <dgm:spPr/>
      <dgm:t>
        <a:bodyPr/>
        <a:lstStyle/>
        <a:p>
          <a:endParaRPr lang="en-US">
            <a:solidFill>
              <a:schemeClr val="tx2"/>
            </a:solidFill>
          </a:endParaRPr>
        </a:p>
      </dgm:t>
    </dgm:pt>
    <dgm:pt modelId="{15146CDC-77C9-48F7-93EA-4EA6260E9D97}">
      <dgm:prSet/>
      <dgm:spPr/>
      <dgm:t>
        <a:bodyPr/>
        <a:lstStyle/>
        <a:p>
          <a:pPr>
            <a:lnSpc>
              <a:spcPct val="100000"/>
            </a:lnSpc>
          </a:pPr>
          <a:r>
            <a:rPr lang="en-US">
              <a:solidFill>
                <a:schemeClr val="tx2"/>
              </a:solidFill>
            </a:rPr>
            <a:t>Request</a:t>
          </a:r>
        </a:p>
      </dgm:t>
    </dgm:pt>
    <dgm:pt modelId="{A418455D-5037-4464-B9DB-5A12DCCC89D6}" type="parTrans" cxnId="{AE047270-CF7A-49AD-9217-338031D28787}">
      <dgm:prSet/>
      <dgm:spPr/>
      <dgm:t>
        <a:bodyPr/>
        <a:lstStyle/>
        <a:p>
          <a:endParaRPr lang="en-US">
            <a:solidFill>
              <a:schemeClr val="tx2"/>
            </a:solidFill>
          </a:endParaRPr>
        </a:p>
      </dgm:t>
    </dgm:pt>
    <dgm:pt modelId="{C6266343-1F1B-4998-A39B-E747B3017F5D}" type="sibTrans" cxnId="{AE047270-CF7A-49AD-9217-338031D28787}">
      <dgm:prSet/>
      <dgm:spPr/>
      <dgm:t>
        <a:bodyPr/>
        <a:lstStyle/>
        <a:p>
          <a:endParaRPr lang="en-US">
            <a:solidFill>
              <a:schemeClr val="tx2"/>
            </a:solidFill>
          </a:endParaRPr>
        </a:p>
      </dgm:t>
    </dgm:pt>
    <dgm:pt modelId="{1A450E7B-CB5A-469D-B988-D3697137E710}">
      <dgm:prSet/>
      <dgm:spPr/>
      <dgm:t>
        <a:bodyPr/>
        <a:lstStyle/>
        <a:p>
          <a:pPr>
            <a:lnSpc>
              <a:spcPct val="100000"/>
            </a:lnSpc>
          </a:pPr>
          <a:r>
            <a:rPr lang="en-US">
              <a:solidFill>
                <a:schemeClr val="tx2"/>
              </a:solidFill>
            </a:rPr>
            <a:t>The client consumes a service from the server through a request</a:t>
          </a:r>
        </a:p>
      </dgm:t>
    </dgm:pt>
    <dgm:pt modelId="{2E437D7C-9E31-4B98-A6CD-C6E02F17EB9D}" type="parTrans" cxnId="{8844585A-0668-4159-B448-46699139CC26}">
      <dgm:prSet/>
      <dgm:spPr/>
      <dgm:t>
        <a:bodyPr/>
        <a:lstStyle/>
        <a:p>
          <a:endParaRPr lang="en-US">
            <a:solidFill>
              <a:schemeClr val="tx2"/>
            </a:solidFill>
          </a:endParaRPr>
        </a:p>
      </dgm:t>
    </dgm:pt>
    <dgm:pt modelId="{EB42466F-25D0-44F9-B1CB-88C289A436B3}" type="sibTrans" cxnId="{8844585A-0668-4159-B448-46699139CC26}">
      <dgm:prSet/>
      <dgm:spPr/>
      <dgm:t>
        <a:bodyPr/>
        <a:lstStyle/>
        <a:p>
          <a:endParaRPr lang="en-US">
            <a:solidFill>
              <a:schemeClr val="tx2"/>
            </a:solidFill>
          </a:endParaRPr>
        </a:p>
      </dgm:t>
    </dgm:pt>
    <dgm:pt modelId="{05DF4D38-37C4-4E19-A683-C3E7B74F8C40}">
      <dgm:prSet/>
      <dgm:spPr/>
      <dgm:t>
        <a:bodyPr/>
        <a:lstStyle/>
        <a:p>
          <a:pPr>
            <a:lnSpc>
              <a:spcPct val="100000"/>
            </a:lnSpc>
          </a:pPr>
          <a:r>
            <a:rPr lang="en-US" dirty="0">
              <a:solidFill>
                <a:schemeClr val="tx2"/>
              </a:solidFill>
            </a:rPr>
            <a:t>Response</a:t>
          </a:r>
        </a:p>
      </dgm:t>
    </dgm:pt>
    <dgm:pt modelId="{7F8269AE-73D5-4FB5-B9B9-47CF3F884B63}" type="parTrans" cxnId="{F815F24F-9104-40EB-BC1F-1FFAB0B7EBDC}">
      <dgm:prSet/>
      <dgm:spPr/>
      <dgm:t>
        <a:bodyPr/>
        <a:lstStyle/>
        <a:p>
          <a:endParaRPr lang="en-US">
            <a:solidFill>
              <a:schemeClr val="tx2"/>
            </a:solidFill>
          </a:endParaRPr>
        </a:p>
      </dgm:t>
    </dgm:pt>
    <dgm:pt modelId="{A92DFEA9-47B5-4554-B48E-776C739AE84D}" type="sibTrans" cxnId="{F815F24F-9104-40EB-BC1F-1FFAB0B7EBDC}">
      <dgm:prSet/>
      <dgm:spPr/>
      <dgm:t>
        <a:bodyPr/>
        <a:lstStyle/>
        <a:p>
          <a:endParaRPr lang="en-US">
            <a:solidFill>
              <a:schemeClr val="tx2"/>
            </a:solidFill>
          </a:endParaRPr>
        </a:p>
      </dgm:t>
    </dgm:pt>
    <dgm:pt modelId="{FF6E5338-72D3-4F1A-8E93-D0254052B692}">
      <dgm:prSet/>
      <dgm:spPr/>
      <dgm:t>
        <a:bodyPr/>
        <a:lstStyle/>
        <a:p>
          <a:pPr>
            <a:lnSpc>
              <a:spcPct val="100000"/>
            </a:lnSpc>
          </a:pPr>
          <a:r>
            <a:rPr lang="en-US">
              <a:solidFill>
                <a:schemeClr val="tx2"/>
              </a:solidFill>
            </a:rPr>
            <a:t>The server provides service to the client through a response</a:t>
          </a:r>
        </a:p>
      </dgm:t>
    </dgm:pt>
    <dgm:pt modelId="{8541B4BE-3AB5-4F63-A879-DCC79F5A073B}" type="parTrans" cxnId="{9A2CD7AE-2442-44B5-97BD-6A870B689825}">
      <dgm:prSet/>
      <dgm:spPr/>
      <dgm:t>
        <a:bodyPr/>
        <a:lstStyle/>
        <a:p>
          <a:endParaRPr lang="en-US">
            <a:solidFill>
              <a:schemeClr val="tx2"/>
            </a:solidFill>
          </a:endParaRPr>
        </a:p>
      </dgm:t>
    </dgm:pt>
    <dgm:pt modelId="{E72D476F-5A54-498E-90A4-974ABA519C14}" type="sibTrans" cxnId="{9A2CD7AE-2442-44B5-97BD-6A870B689825}">
      <dgm:prSet/>
      <dgm:spPr/>
      <dgm:t>
        <a:bodyPr/>
        <a:lstStyle/>
        <a:p>
          <a:endParaRPr lang="en-US">
            <a:solidFill>
              <a:schemeClr val="tx2"/>
            </a:solidFill>
          </a:endParaRPr>
        </a:p>
      </dgm:t>
    </dgm:pt>
    <dgm:pt modelId="{7DD5AB83-1488-44CD-9E17-5EACA2FB1EF9}" type="pres">
      <dgm:prSet presAssocID="{F470DB53-734A-447A-A95C-B256A39DCBC4}" presName="root" presStyleCnt="0">
        <dgm:presLayoutVars>
          <dgm:dir/>
          <dgm:resizeHandles val="exact"/>
        </dgm:presLayoutVars>
      </dgm:prSet>
      <dgm:spPr/>
    </dgm:pt>
    <dgm:pt modelId="{3BCFE3D5-7633-4EE6-BEEC-A926513807D8}" type="pres">
      <dgm:prSet presAssocID="{DBEF0A26-4B93-4FA2-BECE-56CFDEA7B79A}" presName="compNode" presStyleCnt="0"/>
      <dgm:spPr/>
    </dgm:pt>
    <dgm:pt modelId="{B99FA2F1-F371-456C-A979-E12CDAB4FD14}" type="pres">
      <dgm:prSet presAssocID="{DBEF0A26-4B93-4FA2-BECE-56CFDEA7B79A}" presName="bgRect" presStyleLbl="bgShp" presStyleIdx="0" presStyleCnt="4"/>
      <dgm:spPr/>
    </dgm:pt>
    <dgm:pt modelId="{6D141898-124A-41D0-83B2-9481E24BBB19}" type="pres">
      <dgm:prSet presAssocID="{DBEF0A26-4B93-4FA2-BECE-56CFDEA7B79A}"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erver"/>
        </a:ext>
      </dgm:extLst>
    </dgm:pt>
    <dgm:pt modelId="{C9C117FF-D2FF-4EE9-A2B6-D73D693B7DE8}" type="pres">
      <dgm:prSet presAssocID="{DBEF0A26-4B93-4FA2-BECE-56CFDEA7B79A}" presName="spaceRect" presStyleCnt="0"/>
      <dgm:spPr/>
    </dgm:pt>
    <dgm:pt modelId="{C820EF9F-AE86-46A5-B9CB-B03A659862DF}" type="pres">
      <dgm:prSet presAssocID="{DBEF0A26-4B93-4FA2-BECE-56CFDEA7B79A}" presName="parTx" presStyleLbl="revTx" presStyleIdx="0" presStyleCnt="8">
        <dgm:presLayoutVars>
          <dgm:chMax val="0"/>
          <dgm:chPref val="0"/>
        </dgm:presLayoutVars>
      </dgm:prSet>
      <dgm:spPr/>
    </dgm:pt>
    <dgm:pt modelId="{B1D517F2-66A5-4DFA-88D8-78EA644E2087}" type="pres">
      <dgm:prSet presAssocID="{DBEF0A26-4B93-4FA2-BECE-56CFDEA7B79A}" presName="desTx" presStyleLbl="revTx" presStyleIdx="1" presStyleCnt="8" custLinFactNeighborX="-61134">
        <dgm:presLayoutVars/>
      </dgm:prSet>
      <dgm:spPr/>
    </dgm:pt>
    <dgm:pt modelId="{9087510D-57ED-4362-BF38-707EF4A5C243}" type="pres">
      <dgm:prSet presAssocID="{B1E4C8A5-945B-424C-AD4A-39C65D237936}" presName="sibTrans" presStyleCnt="0"/>
      <dgm:spPr/>
    </dgm:pt>
    <dgm:pt modelId="{7EFEDFBD-B511-4233-AF37-086C0D5EE897}" type="pres">
      <dgm:prSet presAssocID="{FD6C564C-10AD-43F7-82E5-B9C37AE8A7ED}" presName="compNode" presStyleCnt="0"/>
      <dgm:spPr/>
    </dgm:pt>
    <dgm:pt modelId="{1E99FD10-4EFE-445B-A6CA-1EFA86D0638D}" type="pres">
      <dgm:prSet presAssocID="{FD6C564C-10AD-43F7-82E5-B9C37AE8A7ED}" presName="bgRect" presStyleLbl="bgShp" presStyleIdx="1" presStyleCnt="4" custLinFactNeighborY="-24"/>
      <dgm:spPr/>
    </dgm:pt>
    <dgm:pt modelId="{FFEB6725-0F84-40AA-98F9-DA5753CBE481}" type="pres">
      <dgm:prSet presAssocID="{FD6C564C-10AD-43F7-82E5-B9C37AE8A7ED}"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rowser Window"/>
        </a:ext>
      </dgm:extLst>
    </dgm:pt>
    <dgm:pt modelId="{D4212D17-60AF-4CAF-8C7C-F5C97F00D513}" type="pres">
      <dgm:prSet presAssocID="{FD6C564C-10AD-43F7-82E5-B9C37AE8A7ED}" presName="spaceRect" presStyleCnt="0"/>
      <dgm:spPr/>
    </dgm:pt>
    <dgm:pt modelId="{B25E69E0-5DA0-4AB9-BB4A-F835F7F77F14}" type="pres">
      <dgm:prSet presAssocID="{FD6C564C-10AD-43F7-82E5-B9C37AE8A7ED}" presName="parTx" presStyleLbl="revTx" presStyleIdx="2" presStyleCnt="8">
        <dgm:presLayoutVars>
          <dgm:chMax val="0"/>
          <dgm:chPref val="0"/>
        </dgm:presLayoutVars>
      </dgm:prSet>
      <dgm:spPr/>
    </dgm:pt>
    <dgm:pt modelId="{4B824F35-F305-4DB2-8B29-38CE48231976}" type="pres">
      <dgm:prSet presAssocID="{FD6C564C-10AD-43F7-82E5-B9C37AE8A7ED}" presName="desTx" presStyleLbl="revTx" presStyleIdx="3" presStyleCnt="8" custLinFactNeighborX="-61134" custLinFactNeighborY="-24">
        <dgm:presLayoutVars/>
      </dgm:prSet>
      <dgm:spPr/>
    </dgm:pt>
    <dgm:pt modelId="{B2117957-92FC-4F65-878D-B3D1A1346D3E}" type="pres">
      <dgm:prSet presAssocID="{3D3E6B86-AAF2-4C3B-9CAC-8A640418D340}" presName="sibTrans" presStyleCnt="0"/>
      <dgm:spPr/>
    </dgm:pt>
    <dgm:pt modelId="{B8F8C526-5522-4670-8B39-F406CF32B985}" type="pres">
      <dgm:prSet presAssocID="{15146CDC-77C9-48F7-93EA-4EA6260E9D97}" presName="compNode" presStyleCnt="0"/>
      <dgm:spPr/>
    </dgm:pt>
    <dgm:pt modelId="{EDCA855C-B747-45C0-8F4D-4FC01EE19FD4}" type="pres">
      <dgm:prSet presAssocID="{15146CDC-77C9-48F7-93EA-4EA6260E9D97}" presName="bgRect" presStyleLbl="bgShp" presStyleIdx="2" presStyleCnt="4"/>
      <dgm:spPr/>
    </dgm:pt>
    <dgm:pt modelId="{74077813-4FDB-42BE-91F0-49BCD5320B39}" type="pres">
      <dgm:prSet presAssocID="{15146CDC-77C9-48F7-93EA-4EA6260E9D97}"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isconnected"/>
        </a:ext>
      </dgm:extLst>
    </dgm:pt>
    <dgm:pt modelId="{702DBD89-8AB9-429A-AD6F-7338A2863A13}" type="pres">
      <dgm:prSet presAssocID="{15146CDC-77C9-48F7-93EA-4EA6260E9D97}" presName="spaceRect" presStyleCnt="0"/>
      <dgm:spPr/>
    </dgm:pt>
    <dgm:pt modelId="{9E610FF9-8044-4F18-B05D-22C22E9F594B}" type="pres">
      <dgm:prSet presAssocID="{15146CDC-77C9-48F7-93EA-4EA6260E9D97}" presName="parTx" presStyleLbl="revTx" presStyleIdx="4" presStyleCnt="8">
        <dgm:presLayoutVars>
          <dgm:chMax val="0"/>
          <dgm:chPref val="0"/>
        </dgm:presLayoutVars>
      </dgm:prSet>
      <dgm:spPr/>
    </dgm:pt>
    <dgm:pt modelId="{23A8B52E-8519-47DD-BFC1-8CEEB7EBC1C6}" type="pres">
      <dgm:prSet presAssocID="{15146CDC-77C9-48F7-93EA-4EA6260E9D97}" presName="desTx" presStyleLbl="revTx" presStyleIdx="5" presStyleCnt="8" custLinFactNeighborX="-61134">
        <dgm:presLayoutVars/>
      </dgm:prSet>
      <dgm:spPr/>
    </dgm:pt>
    <dgm:pt modelId="{8033435A-EB11-44BF-A12C-B45F36DE0726}" type="pres">
      <dgm:prSet presAssocID="{C6266343-1F1B-4998-A39B-E747B3017F5D}" presName="sibTrans" presStyleCnt="0"/>
      <dgm:spPr/>
    </dgm:pt>
    <dgm:pt modelId="{0C3AF09A-9568-468C-9BD1-A8E42AFE1B91}" type="pres">
      <dgm:prSet presAssocID="{05DF4D38-37C4-4E19-A683-C3E7B74F8C40}" presName="compNode" presStyleCnt="0"/>
      <dgm:spPr/>
    </dgm:pt>
    <dgm:pt modelId="{91ACA6A7-0813-4F6D-8FE5-AB7A6E62AE21}" type="pres">
      <dgm:prSet presAssocID="{05DF4D38-37C4-4E19-A683-C3E7B74F8C40}" presName="bgRect" presStyleLbl="bgShp" presStyleIdx="3" presStyleCnt="4"/>
      <dgm:spPr/>
    </dgm:pt>
    <dgm:pt modelId="{4EC13313-DC7E-4F1E-AE9E-4068FF8C7094}" type="pres">
      <dgm:prSet presAssocID="{05DF4D38-37C4-4E19-A683-C3E7B74F8C40}" presName="iconRect" presStyleLbl="node1" presStyleIdx="3" presStyleCnt="4"/>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Download from cloud with solid fill"/>
        </a:ext>
      </dgm:extLst>
    </dgm:pt>
    <dgm:pt modelId="{4BBE897B-CC22-4EEC-9468-78327DA0ECAA}" type="pres">
      <dgm:prSet presAssocID="{05DF4D38-37C4-4E19-A683-C3E7B74F8C40}" presName="spaceRect" presStyleCnt="0"/>
      <dgm:spPr/>
    </dgm:pt>
    <dgm:pt modelId="{9F8A0FE9-6A04-4F80-B16D-92CA13B24053}" type="pres">
      <dgm:prSet presAssocID="{05DF4D38-37C4-4E19-A683-C3E7B74F8C40}" presName="parTx" presStyleLbl="revTx" presStyleIdx="6" presStyleCnt="8">
        <dgm:presLayoutVars>
          <dgm:chMax val="0"/>
          <dgm:chPref val="0"/>
        </dgm:presLayoutVars>
      </dgm:prSet>
      <dgm:spPr/>
    </dgm:pt>
    <dgm:pt modelId="{FD4FF8CF-D036-48AA-A3B8-1A69D7F7AEB2}" type="pres">
      <dgm:prSet presAssocID="{05DF4D38-37C4-4E19-A683-C3E7B74F8C40}" presName="desTx" presStyleLbl="revTx" presStyleIdx="7" presStyleCnt="8" custLinFactNeighborX="-60909">
        <dgm:presLayoutVars/>
      </dgm:prSet>
      <dgm:spPr/>
    </dgm:pt>
  </dgm:ptLst>
  <dgm:cxnLst>
    <dgm:cxn modelId="{2D2E5C03-4EFE-4AEB-8CD8-E447C473071B}" type="presOf" srcId="{05DF4D38-37C4-4E19-A683-C3E7B74F8C40}" destId="{9F8A0FE9-6A04-4F80-B16D-92CA13B24053}" srcOrd="0" destOrd="0" presId="urn:microsoft.com/office/officeart/2018/2/layout/IconVerticalSolidList"/>
    <dgm:cxn modelId="{A248BE03-E78B-4D28-8484-F9DBF74E6C3B}" type="presOf" srcId="{A0B85514-0DC9-42A1-8F1C-97B51148B871}" destId="{4B824F35-F305-4DB2-8B29-38CE48231976}" srcOrd="0" destOrd="0" presId="urn:microsoft.com/office/officeart/2018/2/layout/IconVerticalSolidList"/>
    <dgm:cxn modelId="{A2747D2B-ACB0-4AA8-BBB8-1AD39D7239EB}" type="presOf" srcId="{FF6E5338-72D3-4F1A-8E93-D0254052B692}" destId="{FD4FF8CF-D036-48AA-A3B8-1A69D7F7AEB2}" srcOrd="0" destOrd="0" presId="urn:microsoft.com/office/officeart/2018/2/layout/IconVerticalSolidList"/>
    <dgm:cxn modelId="{8D1D2C41-FCB4-40CA-A4DE-47FFE81CA0C9}" srcId="{DBEF0A26-4B93-4FA2-BECE-56CFDEA7B79A}" destId="{B5915C2F-6BAA-4E14-9C5A-D909141AF9A8}" srcOrd="0" destOrd="0" parTransId="{15EDD0EC-AEC6-4111-B661-EA805411531A}" sibTransId="{440FC52F-BBFE-45FA-B074-39852A78AA9D}"/>
    <dgm:cxn modelId="{D1BBA741-083F-435B-B805-AB13FE7898B4}" type="presOf" srcId="{F470DB53-734A-447A-A95C-B256A39DCBC4}" destId="{7DD5AB83-1488-44CD-9E17-5EACA2FB1EF9}" srcOrd="0" destOrd="0" presId="urn:microsoft.com/office/officeart/2018/2/layout/IconVerticalSolidList"/>
    <dgm:cxn modelId="{02BF704D-3C21-4553-ACB9-C47CD0141686}" type="presOf" srcId="{DBEF0A26-4B93-4FA2-BECE-56CFDEA7B79A}" destId="{C820EF9F-AE86-46A5-B9CB-B03A659862DF}" srcOrd="0" destOrd="0" presId="urn:microsoft.com/office/officeart/2018/2/layout/IconVerticalSolidList"/>
    <dgm:cxn modelId="{F815F24F-9104-40EB-BC1F-1FFAB0B7EBDC}" srcId="{F470DB53-734A-447A-A95C-B256A39DCBC4}" destId="{05DF4D38-37C4-4E19-A683-C3E7B74F8C40}" srcOrd="3" destOrd="0" parTransId="{7F8269AE-73D5-4FB5-B9B9-47CF3F884B63}" sibTransId="{A92DFEA9-47B5-4554-B48E-776C739AE84D}"/>
    <dgm:cxn modelId="{AE047270-CF7A-49AD-9217-338031D28787}" srcId="{F470DB53-734A-447A-A95C-B256A39DCBC4}" destId="{15146CDC-77C9-48F7-93EA-4EA6260E9D97}" srcOrd="2" destOrd="0" parTransId="{A418455D-5037-4464-B9DB-5A12DCCC89D6}" sibTransId="{C6266343-1F1B-4998-A39B-E747B3017F5D}"/>
    <dgm:cxn modelId="{8844585A-0668-4159-B448-46699139CC26}" srcId="{15146CDC-77C9-48F7-93EA-4EA6260E9D97}" destId="{1A450E7B-CB5A-469D-B988-D3697137E710}" srcOrd="0" destOrd="0" parTransId="{2E437D7C-9E31-4B98-A6CD-C6E02F17EB9D}" sibTransId="{EB42466F-25D0-44F9-B1CB-88C289A436B3}"/>
    <dgm:cxn modelId="{2FCCE286-E478-4DA7-B80D-C609E595CBB6}" srcId="{F470DB53-734A-447A-A95C-B256A39DCBC4}" destId="{FD6C564C-10AD-43F7-82E5-B9C37AE8A7ED}" srcOrd="1" destOrd="0" parTransId="{0FE6F30B-EF15-401E-8CD6-DD988687536B}" sibTransId="{3D3E6B86-AAF2-4C3B-9CAC-8A640418D340}"/>
    <dgm:cxn modelId="{4B3E789E-D8F1-447A-9172-819E178B7BF0}" srcId="{FD6C564C-10AD-43F7-82E5-B9C37AE8A7ED}" destId="{A0B85514-0DC9-42A1-8F1C-97B51148B871}" srcOrd="0" destOrd="0" parTransId="{1EDD31B4-E429-4065-AE9B-5CB4904FCDEE}" sibTransId="{23939642-F294-4EDF-BC1A-996AC790E5AE}"/>
    <dgm:cxn modelId="{9A2CD7AE-2442-44B5-97BD-6A870B689825}" srcId="{05DF4D38-37C4-4E19-A683-C3E7B74F8C40}" destId="{FF6E5338-72D3-4F1A-8E93-D0254052B692}" srcOrd="0" destOrd="0" parTransId="{8541B4BE-3AB5-4F63-A879-DCC79F5A073B}" sibTransId="{E72D476F-5A54-498E-90A4-974ABA519C14}"/>
    <dgm:cxn modelId="{DD8786DC-E00A-4D09-9105-95FD0B132A2E}" srcId="{F470DB53-734A-447A-A95C-B256A39DCBC4}" destId="{DBEF0A26-4B93-4FA2-BECE-56CFDEA7B79A}" srcOrd="0" destOrd="0" parTransId="{DE1EFE2C-A766-4F8B-842C-E415FC872591}" sibTransId="{B1E4C8A5-945B-424C-AD4A-39C65D237936}"/>
    <dgm:cxn modelId="{C0AD49DD-7658-427C-8BF6-5C11E03CED5C}" type="presOf" srcId="{15146CDC-77C9-48F7-93EA-4EA6260E9D97}" destId="{9E610FF9-8044-4F18-B05D-22C22E9F594B}" srcOrd="0" destOrd="0" presId="urn:microsoft.com/office/officeart/2018/2/layout/IconVerticalSolidList"/>
    <dgm:cxn modelId="{4C2694DE-A8BC-4D01-B829-4BB80129758B}" type="presOf" srcId="{B5915C2F-6BAA-4E14-9C5A-D909141AF9A8}" destId="{B1D517F2-66A5-4DFA-88D8-78EA644E2087}" srcOrd="0" destOrd="0" presId="urn:microsoft.com/office/officeart/2018/2/layout/IconVerticalSolidList"/>
    <dgm:cxn modelId="{B568AAE3-0B6B-46B7-AB88-FBE95D628B1B}" type="presOf" srcId="{1A450E7B-CB5A-469D-B988-D3697137E710}" destId="{23A8B52E-8519-47DD-BFC1-8CEEB7EBC1C6}" srcOrd="0" destOrd="0" presId="urn:microsoft.com/office/officeart/2018/2/layout/IconVerticalSolidList"/>
    <dgm:cxn modelId="{9EB9D9FD-DAB6-4435-B550-E72F0A7B0661}" type="presOf" srcId="{FD6C564C-10AD-43F7-82E5-B9C37AE8A7ED}" destId="{B25E69E0-5DA0-4AB9-BB4A-F835F7F77F14}" srcOrd="0" destOrd="0" presId="urn:microsoft.com/office/officeart/2018/2/layout/IconVerticalSolidList"/>
    <dgm:cxn modelId="{C66099EC-52AA-4563-B94C-0962E4CA1E47}" type="presParOf" srcId="{7DD5AB83-1488-44CD-9E17-5EACA2FB1EF9}" destId="{3BCFE3D5-7633-4EE6-BEEC-A926513807D8}" srcOrd="0" destOrd="0" presId="urn:microsoft.com/office/officeart/2018/2/layout/IconVerticalSolidList"/>
    <dgm:cxn modelId="{A6AF8BCF-F1B1-4843-82C4-907BADD894B9}" type="presParOf" srcId="{3BCFE3D5-7633-4EE6-BEEC-A926513807D8}" destId="{B99FA2F1-F371-456C-A979-E12CDAB4FD14}" srcOrd="0" destOrd="0" presId="urn:microsoft.com/office/officeart/2018/2/layout/IconVerticalSolidList"/>
    <dgm:cxn modelId="{E672ECD7-EA04-4BBB-BB05-4599961CACBB}" type="presParOf" srcId="{3BCFE3D5-7633-4EE6-BEEC-A926513807D8}" destId="{6D141898-124A-41D0-83B2-9481E24BBB19}" srcOrd="1" destOrd="0" presId="urn:microsoft.com/office/officeart/2018/2/layout/IconVerticalSolidList"/>
    <dgm:cxn modelId="{3443090C-8A18-4D96-8C1F-19C5A88FA42E}" type="presParOf" srcId="{3BCFE3D5-7633-4EE6-BEEC-A926513807D8}" destId="{C9C117FF-D2FF-4EE9-A2B6-D73D693B7DE8}" srcOrd="2" destOrd="0" presId="urn:microsoft.com/office/officeart/2018/2/layout/IconVerticalSolidList"/>
    <dgm:cxn modelId="{A7E5F42E-08D3-4C3C-9B17-0047BCA670C5}" type="presParOf" srcId="{3BCFE3D5-7633-4EE6-BEEC-A926513807D8}" destId="{C820EF9F-AE86-46A5-B9CB-B03A659862DF}" srcOrd="3" destOrd="0" presId="urn:microsoft.com/office/officeart/2018/2/layout/IconVerticalSolidList"/>
    <dgm:cxn modelId="{6F1DB66D-0D3B-4D9C-A6C3-CC0DEA290B57}" type="presParOf" srcId="{3BCFE3D5-7633-4EE6-BEEC-A926513807D8}" destId="{B1D517F2-66A5-4DFA-88D8-78EA644E2087}" srcOrd="4" destOrd="0" presId="urn:microsoft.com/office/officeart/2018/2/layout/IconVerticalSolidList"/>
    <dgm:cxn modelId="{2640B870-0FF3-43FD-917D-B65738CC0AFB}" type="presParOf" srcId="{7DD5AB83-1488-44CD-9E17-5EACA2FB1EF9}" destId="{9087510D-57ED-4362-BF38-707EF4A5C243}" srcOrd="1" destOrd="0" presId="urn:microsoft.com/office/officeart/2018/2/layout/IconVerticalSolidList"/>
    <dgm:cxn modelId="{3DE65647-9E2A-4426-8540-7443AA484095}" type="presParOf" srcId="{7DD5AB83-1488-44CD-9E17-5EACA2FB1EF9}" destId="{7EFEDFBD-B511-4233-AF37-086C0D5EE897}" srcOrd="2" destOrd="0" presId="urn:microsoft.com/office/officeart/2018/2/layout/IconVerticalSolidList"/>
    <dgm:cxn modelId="{B2824B65-1554-4E37-9E00-84234EA7D53D}" type="presParOf" srcId="{7EFEDFBD-B511-4233-AF37-086C0D5EE897}" destId="{1E99FD10-4EFE-445B-A6CA-1EFA86D0638D}" srcOrd="0" destOrd="0" presId="urn:microsoft.com/office/officeart/2018/2/layout/IconVerticalSolidList"/>
    <dgm:cxn modelId="{8E68C113-3AF5-4A65-9D0D-BA58C37E0DBC}" type="presParOf" srcId="{7EFEDFBD-B511-4233-AF37-086C0D5EE897}" destId="{FFEB6725-0F84-40AA-98F9-DA5753CBE481}" srcOrd="1" destOrd="0" presId="urn:microsoft.com/office/officeart/2018/2/layout/IconVerticalSolidList"/>
    <dgm:cxn modelId="{8BDB0A16-F3DE-4431-8671-7DE5646F7E1E}" type="presParOf" srcId="{7EFEDFBD-B511-4233-AF37-086C0D5EE897}" destId="{D4212D17-60AF-4CAF-8C7C-F5C97F00D513}" srcOrd="2" destOrd="0" presId="urn:microsoft.com/office/officeart/2018/2/layout/IconVerticalSolidList"/>
    <dgm:cxn modelId="{858E0021-F71D-44BD-9A9E-B5E9A55389D7}" type="presParOf" srcId="{7EFEDFBD-B511-4233-AF37-086C0D5EE897}" destId="{B25E69E0-5DA0-4AB9-BB4A-F835F7F77F14}" srcOrd="3" destOrd="0" presId="urn:microsoft.com/office/officeart/2018/2/layout/IconVerticalSolidList"/>
    <dgm:cxn modelId="{9EFB496B-A2D9-4623-8163-EA7FF1208A02}" type="presParOf" srcId="{7EFEDFBD-B511-4233-AF37-086C0D5EE897}" destId="{4B824F35-F305-4DB2-8B29-38CE48231976}" srcOrd="4" destOrd="0" presId="urn:microsoft.com/office/officeart/2018/2/layout/IconVerticalSolidList"/>
    <dgm:cxn modelId="{46FE2414-3817-4B07-82BA-008D4DA75E45}" type="presParOf" srcId="{7DD5AB83-1488-44CD-9E17-5EACA2FB1EF9}" destId="{B2117957-92FC-4F65-878D-B3D1A1346D3E}" srcOrd="3" destOrd="0" presId="urn:microsoft.com/office/officeart/2018/2/layout/IconVerticalSolidList"/>
    <dgm:cxn modelId="{5EC23C76-FEE0-4FEB-9DCA-EC5B6BDD571F}" type="presParOf" srcId="{7DD5AB83-1488-44CD-9E17-5EACA2FB1EF9}" destId="{B8F8C526-5522-4670-8B39-F406CF32B985}" srcOrd="4" destOrd="0" presId="urn:microsoft.com/office/officeart/2018/2/layout/IconVerticalSolidList"/>
    <dgm:cxn modelId="{F70B9E9E-8A20-496B-91C0-22B4C88033B5}" type="presParOf" srcId="{B8F8C526-5522-4670-8B39-F406CF32B985}" destId="{EDCA855C-B747-45C0-8F4D-4FC01EE19FD4}" srcOrd="0" destOrd="0" presId="urn:microsoft.com/office/officeart/2018/2/layout/IconVerticalSolidList"/>
    <dgm:cxn modelId="{EC6EAD54-8A69-4BA1-B379-2CEDF560F440}" type="presParOf" srcId="{B8F8C526-5522-4670-8B39-F406CF32B985}" destId="{74077813-4FDB-42BE-91F0-49BCD5320B39}" srcOrd="1" destOrd="0" presId="urn:microsoft.com/office/officeart/2018/2/layout/IconVerticalSolidList"/>
    <dgm:cxn modelId="{FD979D80-C3BF-459D-9EB2-71B1B4313775}" type="presParOf" srcId="{B8F8C526-5522-4670-8B39-F406CF32B985}" destId="{702DBD89-8AB9-429A-AD6F-7338A2863A13}" srcOrd="2" destOrd="0" presId="urn:microsoft.com/office/officeart/2018/2/layout/IconVerticalSolidList"/>
    <dgm:cxn modelId="{F8E6856A-96FD-4496-9F2C-651B643FC79C}" type="presParOf" srcId="{B8F8C526-5522-4670-8B39-F406CF32B985}" destId="{9E610FF9-8044-4F18-B05D-22C22E9F594B}" srcOrd="3" destOrd="0" presId="urn:microsoft.com/office/officeart/2018/2/layout/IconVerticalSolidList"/>
    <dgm:cxn modelId="{420F02F7-501A-4BD2-BABC-17A1C2F38B2E}" type="presParOf" srcId="{B8F8C526-5522-4670-8B39-F406CF32B985}" destId="{23A8B52E-8519-47DD-BFC1-8CEEB7EBC1C6}" srcOrd="4" destOrd="0" presId="urn:microsoft.com/office/officeart/2018/2/layout/IconVerticalSolidList"/>
    <dgm:cxn modelId="{0973232B-263A-43E0-B026-E916F324E776}" type="presParOf" srcId="{7DD5AB83-1488-44CD-9E17-5EACA2FB1EF9}" destId="{8033435A-EB11-44BF-A12C-B45F36DE0726}" srcOrd="5" destOrd="0" presId="urn:microsoft.com/office/officeart/2018/2/layout/IconVerticalSolidList"/>
    <dgm:cxn modelId="{3EBE1FD6-0BD1-499E-9A6C-D09A022F4675}" type="presParOf" srcId="{7DD5AB83-1488-44CD-9E17-5EACA2FB1EF9}" destId="{0C3AF09A-9568-468C-9BD1-A8E42AFE1B91}" srcOrd="6" destOrd="0" presId="urn:microsoft.com/office/officeart/2018/2/layout/IconVerticalSolidList"/>
    <dgm:cxn modelId="{49EA2EA4-9CEE-4EC2-BEE2-418AFBAB11F7}" type="presParOf" srcId="{0C3AF09A-9568-468C-9BD1-A8E42AFE1B91}" destId="{91ACA6A7-0813-4F6D-8FE5-AB7A6E62AE21}" srcOrd="0" destOrd="0" presId="urn:microsoft.com/office/officeart/2018/2/layout/IconVerticalSolidList"/>
    <dgm:cxn modelId="{280AC61C-5FA4-4D0C-8276-8D7309286D1F}" type="presParOf" srcId="{0C3AF09A-9568-468C-9BD1-A8E42AFE1B91}" destId="{4EC13313-DC7E-4F1E-AE9E-4068FF8C7094}" srcOrd="1" destOrd="0" presId="urn:microsoft.com/office/officeart/2018/2/layout/IconVerticalSolidList"/>
    <dgm:cxn modelId="{2B4BCF3D-325B-4E46-A0AB-BA0E9FA4B773}" type="presParOf" srcId="{0C3AF09A-9568-468C-9BD1-A8E42AFE1B91}" destId="{4BBE897B-CC22-4EEC-9468-78327DA0ECAA}" srcOrd="2" destOrd="0" presId="urn:microsoft.com/office/officeart/2018/2/layout/IconVerticalSolidList"/>
    <dgm:cxn modelId="{564F0EC5-3E79-40BF-A098-4282F25EB413}" type="presParOf" srcId="{0C3AF09A-9568-468C-9BD1-A8E42AFE1B91}" destId="{9F8A0FE9-6A04-4F80-B16D-92CA13B24053}" srcOrd="3" destOrd="0" presId="urn:microsoft.com/office/officeart/2018/2/layout/IconVerticalSolidList"/>
    <dgm:cxn modelId="{1A7AF761-A12D-4C7C-B5BC-7640618BE662}" type="presParOf" srcId="{0C3AF09A-9568-468C-9BD1-A8E42AFE1B91}" destId="{FD4FF8CF-D036-48AA-A3B8-1A69D7F7AEB2}"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645B0AB-4E33-4B46-A9F4-571097EE0595}" type="doc">
      <dgm:prSet loTypeId="urn:microsoft.com/office/officeart/2008/layout/LinedList" loCatId="list" qsTypeId="urn:microsoft.com/office/officeart/2005/8/quickstyle/simple1" qsCatId="simple" csTypeId="urn:microsoft.com/office/officeart/2005/8/colors/accent2_2" csCatId="accent2" phldr="1"/>
      <dgm:spPr/>
      <dgm:t>
        <a:bodyPr/>
        <a:lstStyle/>
        <a:p>
          <a:endParaRPr lang="en-US"/>
        </a:p>
      </dgm:t>
    </dgm:pt>
    <dgm:pt modelId="{494B27FC-A7B3-4DCB-B011-F9F651176FA9}">
      <dgm:prSet/>
      <dgm:spPr/>
      <dgm:t>
        <a:bodyPr/>
        <a:lstStyle/>
        <a:p>
          <a:pPr>
            <a:lnSpc>
              <a:spcPct val="100000"/>
            </a:lnSpc>
            <a:defRPr b="1"/>
          </a:pPr>
          <a:r>
            <a:rPr lang="en-US" b="0" dirty="0">
              <a:solidFill>
                <a:schemeClr val="tx2"/>
              </a:solidFill>
            </a:rPr>
            <a:t>Method</a:t>
          </a:r>
        </a:p>
      </dgm:t>
    </dgm:pt>
    <dgm:pt modelId="{82E1911F-239D-450B-8D1B-E0420EEC6198}" type="parTrans" cxnId="{3F287BE7-00F9-41CE-A225-0078110F24C8}">
      <dgm:prSet/>
      <dgm:spPr/>
      <dgm:t>
        <a:bodyPr/>
        <a:lstStyle/>
        <a:p>
          <a:endParaRPr lang="en-US">
            <a:solidFill>
              <a:schemeClr val="tx2"/>
            </a:solidFill>
          </a:endParaRPr>
        </a:p>
      </dgm:t>
    </dgm:pt>
    <dgm:pt modelId="{5E1C8DF7-4D55-412F-B564-41661D6CAEA1}" type="sibTrans" cxnId="{3F287BE7-00F9-41CE-A225-0078110F24C8}">
      <dgm:prSet/>
      <dgm:spPr/>
      <dgm:t>
        <a:bodyPr/>
        <a:lstStyle/>
        <a:p>
          <a:endParaRPr lang="en-US">
            <a:solidFill>
              <a:schemeClr val="tx2"/>
            </a:solidFill>
          </a:endParaRPr>
        </a:p>
      </dgm:t>
    </dgm:pt>
    <dgm:pt modelId="{61773C38-00C8-4016-93D1-DD0351440C88}">
      <dgm:prSet custT="1"/>
      <dgm:spPr/>
      <dgm:t>
        <a:bodyPr/>
        <a:lstStyle/>
        <a:p>
          <a:pPr>
            <a:lnSpc>
              <a:spcPct val="100000"/>
            </a:lnSpc>
          </a:pPr>
          <a:r>
            <a:rPr lang="en-US" sz="2000" dirty="0">
              <a:solidFill>
                <a:schemeClr val="tx2"/>
              </a:solidFill>
            </a:rPr>
            <a:t>Specifies the action to be performed</a:t>
          </a:r>
        </a:p>
      </dgm:t>
    </dgm:pt>
    <dgm:pt modelId="{744FE49E-E7A2-4EC0-BD0C-04DEB6D419F4}" type="parTrans" cxnId="{E5F19AFD-11D4-400E-846A-A90A2B99F093}">
      <dgm:prSet/>
      <dgm:spPr/>
      <dgm:t>
        <a:bodyPr/>
        <a:lstStyle/>
        <a:p>
          <a:endParaRPr lang="en-US">
            <a:solidFill>
              <a:schemeClr val="tx2"/>
            </a:solidFill>
          </a:endParaRPr>
        </a:p>
      </dgm:t>
    </dgm:pt>
    <dgm:pt modelId="{DCE257DD-E1AF-469F-A1E1-AD5EE6E7FB25}" type="sibTrans" cxnId="{E5F19AFD-11D4-400E-846A-A90A2B99F093}">
      <dgm:prSet/>
      <dgm:spPr/>
      <dgm:t>
        <a:bodyPr/>
        <a:lstStyle/>
        <a:p>
          <a:endParaRPr lang="en-US">
            <a:solidFill>
              <a:schemeClr val="tx2"/>
            </a:solidFill>
          </a:endParaRPr>
        </a:p>
      </dgm:t>
    </dgm:pt>
    <dgm:pt modelId="{DF3B0F0C-9ABF-4265-AD61-A856E973AA07}">
      <dgm:prSet/>
      <dgm:spPr/>
      <dgm:t>
        <a:bodyPr/>
        <a:lstStyle/>
        <a:p>
          <a:pPr>
            <a:lnSpc>
              <a:spcPct val="100000"/>
            </a:lnSpc>
            <a:defRPr b="1"/>
          </a:pPr>
          <a:r>
            <a:rPr lang="en-US" b="0" dirty="0">
              <a:solidFill>
                <a:schemeClr val="tx2"/>
              </a:solidFill>
            </a:rPr>
            <a:t>URL</a:t>
          </a:r>
        </a:p>
      </dgm:t>
    </dgm:pt>
    <dgm:pt modelId="{B4F6604E-DD63-42F0-A580-3BB1FC5CC23C}" type="parTrans" cxnId="{8023DFC0-88A1-43F8-8477-18BC55FB90F2}">
      <dgm:prSet/>
      <dgm:spPr/>
      <dgm:t>
        <a:bodyPr/>
        <a:lstStyle/>
        <a:p>
          <a:endParaRPr lang="en-US">
            <a:solidFill>
              <a:schemeClr val="tx2"/>
            </a:solidFill>
          </a:endParaRPr>
        </a:p>
      </dgm:t>
    </dgm:pt>
    <dgm:pt modelId="{48CFEC84-A973-4A3E-9755-3456CEFFC447}" type="sibTrans" cxnId="{8023DFC0-88A1-43F8-8477-18BC55FB90F2}">
      <dgm:prSet/>
      <dgm:spPr/>
      <dgm:t>
        <a:bodyPr/>
        <a:lstStyle/>
        <a:p>
          <a:endParaRPr lang="en-US">
            <a:solidFill>
              <a:schemeClr val="tx2"/>
            </a:solidFill>
          </a:endParaRPr>
        </a:p>
      </dgm:t>
    </dgm:pt>
    <dgm:pt modelId="{A60E5DC2-9EA1-4205-95E8-09FDA50BBFD5}">
      <dgm:prSet custT="1"/>
      <dgm:spPr/>
      <dgm:t>
        <a:bodyPr/>
        <a:lstStyle/>
        <a:p>
          <a:pPr>
            <a:lnSpc>
              <a:spcPct val="100000"/>
            </a:lnSpc>
          </a:pPr>
          <a:r>
            <a:rPr lang="en-US" sz="2000" dirty="0">
              <a:solidFill>
                <a:schemeClr val="tx2"/>
              </a:solidFill>
            </a:rPr>
            <a:t>The address of the resource being requested.</a:t>
          </a:r>
        </a:p>
      </dgm:t>
    </dgm:pt>
    <dgm:pt modelId="{29362C5E-D3B1-4B19-BD9B-B10442E04ED0}" type="parTrans" cxnId="{87509475-C05E-4374-A5ED-8675A6612AF2}">
      <dgm:prSet/>
      <dgm:spPr/>
      <dgm:t>
        <a:bodyPr/>
        <a:lstStyle/>
        <a:p>
          <a:endParaRPr lang="en-US">
            <a:solidFill>
              <a:schemeClr val="tx2"/>
            </a:solidFill>
          </a:endParaRPr>
        </a:p>
      </dgm:t>
    </dgm:pt>
    <dgm:pt modelId="{1792F4FF-7E07-42A6-B260-78300931B078}" type="sibTrans" cxnId="{87509475-C05E-4374-A5ED-8675A6612AF2}">
      <dgm:prSet/>
      <dgm:spPr/>
      <dgm:t>
        <a:bodyPr/>
        <a:lstStyle/>
        <a:p>
          <a:endParaRPr lang="en-US">
            <a:solidFill>
              <a:schemeClr val="tx2"/>
            </a:solidFill>
          </a:endParaRPr>
        </a:p>
      </dgm:t>
    </dgm:pt>
    <dgm:pt modelId="{ACAC5D75-78C0-4654-9093-C14830EF5E2E}">
      <dgm:prSet/>
      <dgm:spPr/>
      <dgm:t>
        <a:bodyPr/>
        <a:lstStyle/>
        <a:p>
          <a:pPr>
            <a:lnSpc>
              <a:spcPct val="100000"/>
            </a:lnSpc>
            <a:defRPr b="1"/>
          </a:pPr>
          <a:r>
            <a:rPr lang="en-US" b="0" dirty="0">
              <a:solidFill>
                <a:schemeClr val="tx2"/>
              </a:solidFill>
            </a:rPr>
            <a:t>Version</a:t>
          </a:r>
        </a:p>
      </dgm:t>
    </dgm:pt>
    <dgm:pt modelId="{FEE3114F-8E9E-4E4B-B634-E3EF91CA4B61}" type="parTrans" cxnId="{861FA975-AD4F-4D2E-86AA-517E482DA7BB}">
      <dgm:prSet/>
      <dgm:spPr/>
      <dgm:t>
        <a:bodyPr/>
        <a:lstStyle/>
        <a:p>
          <a:endParaRPr lang="en-US">
            <a:solidFill>
              <a:schemeClr val="tx2"/>
            </a:solidFill>
          </a:endParaRPr>
        </a:p>
      </dgm:t>
    </dgm:pt>
    <dgm:pt modelId="{1227B765-4E96-4C91-8C52-FFCA6E712254}" type="sibTrans" cxnId="{861FA975-AD4F-4D2E-86AA-517E482DA7BB}">
      <dgm:prSet/>
      <dgm:spPr/>
      <dgm:t>
        <a:bodyPr/>
        <a:lstStyle/>
        <a:p>
          <a:endParaRPr lang="en-US">
            <a:solidFill>
              <a:schemeClr val="tx2"/>
            </a:solidFill>
          </a:endParaRPr>
        </a:p>
      </dgm:t>
    </dgm:pt>
    <dgm:pt modelId="{BA68FC3F-AFBD-4FD2-A4E2-0DA160868B71}">
      <dgm:prSet custT="1"/>
      <dgm:spPr/>
      <dgm:t>
        <a:bodyPr/>
        <a:lstStyle/>
        <a:p>
          <a:pPr>
            <a:lnSpc>
              <a:spcPct val="100000"/>
            </a:lnSpc>
          </a:pPr>
          <a:r>
            <a:rPr lang="en-US" sz="2000">
              <a:solidFill>
                <a:schemeClr val="tx2"/>
              </a:solidFill>
            </a:rPr>
            <a:t>The protocol version that the request stands for.</a:t>
          </a:r>
        </a:p>
      </dgm:t>
    </dgm:pt>
    <dgm:pt modelId="{82BDCB8B-A3F6-4273-98A4-3F4F975AF0C2}" type="parTrans" cxnId="{084F0025-A206-4993-A2E4-9549C6D21593}">
      <dgm:prSet/>
      <dgm:spPr/>
      <dgm:t>
        <a:bodyPr/>
        <a:lstStyle/>
        <a:p>
          <a:endParaRPr lang="en-US">
            <a:solidFill>
              <a:schemeClr val="tx2"/>
            </a:solidFill>
          </a:endParaRPr>
        </a:p>
      </dgm:t>
    </dgm:pt>
    <dgm:pt modelId="{F5BDEE9D-A76F-470F-BFBD-8322C20129F7}" type="sibTrans" cxnId="{084F0025-A206-4993-A2E4-9549C6D21593}">
      <dgm:prSet/>
      <dgm:spPr/>
      <dgm:t>
        <a:bodyPr/>
        <a:lstStyle/>
        <a:p>
          <a:endParaRPr lang="en-US">
            <a:solidFill>
              <a:schemeClr val="tx2"/>
            </a:solidFill>
          </a:endParaRPr>
        </a:p>
      </dgm:t>
    </dgm:pt>
    <dgm:pt modelId="{599D09F9-FE7A-47D3-A25C-0E26462723C8}">
      <dgm:prSet/>
      <dgm:spPr/>
      <dgm:t>
        <a:bodyPr/>
        <a:lstStyle/>
        <a:p>
          <a:pPr>
            <a:lnSpc>
              <a:spcPct val="100000"/>
            </a:lnSpc>
            <a:defRPr b="1"/>
          </a:pPr>
          <a:r>
            <a:rPr lang="en-US" b="0" dirty="0">
              <a:solidFill>
                <a:schemeClr val="tx2"/>
              </a:solidFill>
            </a:rPr>
            <a:t>Headers</a:t>
          </a:r>
        </a:p>
      </dgm:t>
    </dgm:pt>
    <dgm:pt modelId="{E234F0E7-15BC-4E04-A2C5-D5187C7D4383}" type="parTrans" cxnId="{0AB7B5FD-91F4-4871-AE2B-03ECEDF32ACF}">
      <dgm:prSet/>
      <dgm:spPr/>
      <dgm:t>
        <a:bodyPr/>
        <a:lstStyle/>
        <a:p>
          <a:endParaRPr lang="en-US">
            <a:solidFill>
              <a:schemeClr val="tx2"/>
            </a:solidFill>
          </a:endParaRPr>
        </a:p>
      </dgm:t>
    </dgm:pt>
    <dgm:pt modelId="{6C174BB6-C4E5-4E45-85B3-A45BBFA1150D}" type="sibTrans" cxnId="{0AB7B5FD-91F4-4871-AE2B-03ECEDF32ACF}">
      <dgm:prSet/>
      <dgm:spPr/>
      <dgm:t>
        <a:bodyPr/>
        <a:lstStyle/>
        <a:p>
          <a:endParaRPr lang="en-US">
            <a:solidFill>
              <a:schemeClr val="tx2"/>
            </a:solidFill>
          </a:endParaRPr>
        </a:p>
      </dgm:t>
    </dgm:pt>
    <dgm:pt modelId="{38170B0E-4A31-41CF-96EC-6632C3F678D1}">
      <dgm:prSet custT="1"/>
      <dgm:spPr/>
      <dgm:t>
        <a:bodyPr/>
        <a:lstStyle/>
        <a:p>
          <a:pPr>
            <a:lnSpc>
              <a:spcPct val="100000"/>
            </a:lnSpc>
          </a:pPr>
          <a:r>
            <a:rPr lang="en-US" sz="2000" dirty="0">
              <a:solidFill>
                <a:schemeClr val="tx2"/>
              </a:solidFill>
            </a:rPr>
            <a:t>Additional metadata about the request</a:t>
          </a:r>
        </a:p>
      </dgm:t>
    </dgm:pt>
    <dgm:pt modelId="{022AC670-0C36-43AF-9AF7-68FB411DCE11}" type="parTrans" cxnId="{325F05CF-02D5-4199-85DA-D5EE147C10CC}">
      <dgm:prSet/>
      <dgm:spPr/>
      <dgm:t>
        <a:bodyPr/>
        <a:lstStyle/>
        <a:p>
          <a:endParaRPr lang="en-US">
            <a:solidFill>
              <a:schemeClr val="tx2"/>
            </a:solidFill>
          </a:endParaRPr>
        </a:p>
      </dgm:t>
    </dgm:pt>
    <dgm:pt modelId="{2CBCCDB8-988A-493C-BF27-04D2C9735DC3}" type="sibTrans" cxnId="{325F05CF-02D5-4199-85DA-D5EE147C10CC}">
      <dgm:prSet/>
      <dgm:spPr/>
      <dgm:t>
        <a:bodyPr/>
        <a:lstStyle/>
        <a:p>
          <a:endParaRPr lang="en-US">
            <a:solidFill>
              <a:schemeClr val="tx2"/>
            </a:solidFill>
          </a:endParaRPr>
        </a:p>
      </dgm:t>
    </dgm:pt>
    <dgm:pt modelId="{4F51AB9C-52A0-4F9D-B0FB-2FCEE27875AA}">
      <dgm:prSet/>
      <dgm:spPr/>
      <dgm:t>
        <a:bodyPr/>
        <a:lstStyle/>
        <a:p>
          <a:pPr>
            <a:lnSpc>
              <a:spcPct val="100000"/>
            </a:lnSpc>
            <a:defRPr b="1"/>
          </a:pPr>
          <a:r>
            <a:rPr lang="en-US" b="0" dirty="0">
              <a:solidFill>
                <a:schemeClr val="tx2"/>
              </a:solidFill>
            </a:rPr>
            <a:t>Body (optional)</a:t>
          </a:r>
        </a:p>
      </dgm:t>
    </dgm:pt>
    <dgm:pt modelId="{BC77BD8E-5EBE-40D8-8A40-E6DE55A5FD8C}" type="parTrans" cxnId="{AD5693F3-A9D2-4672-8F32-AFE12BB7D0A1}">
      <dgm:prSet/>
      <dgm:spPr/>
      <dgm:t>
        <a:bodyPr/>
        <a:lstStyle/>
        <a:p>
          <a:endParaRPr lang="en-US">
            <a:solidFill>
              <a:schemeClr val="tx2"/>
            </a:solidFill>
          </a:endParaRPr>
        </a:p>
      </dgm:t>
    </dgm:pt>
    <dgm:pt modelId="{D314906E-3C5F-405F-8FF8-63B4C0EB0722}" type="sibTrans" cxnId="{AD5693F3-A9D2-4672-8F32-AFE12BB7D0A1}">
      <dgm:prSet/>
      <dgm:spPr/>
      <dgm:t>
        <a:bodyPr/>
        <a:lstStyle/>
        <a:p>
          <a:endParaRPr lang="en-US">
            <a:solidFill>
              <a:schemeClr val="tx2"/>
            </a:solidFill>
          </a:endParaRPr>
        </a:p>
      </dgm:t>
    </dgm:pt>
    <dgm:pt modelId="{4B3E1431-60DD-4D86-B418-9AA66CB11A17}">
      <dgm:prSet custT="1"/>
      <dgm:spPr/>
      <dgm:t>
        <a:bodyPr/>
        <a:lstStyle/>
        <a:p>
          <a:pPr>
            <a:lnSpc>
              <a:spcPct val="100000"/>
            </a:lnSpc>
          </a:pPr>
          <a:r>
            <a:rPr lang="en-US" sz="2000" dirty="0">
              <a:solidFill>
                <a:schemeClr val="tx2"/>
              </a:solidFill>
            </a:rPr>
            <a:t>Data sent with the request</a:t>
          </a:r>
        </a:p>
      </dgm:t>
    </dgm:pt>
    <dgm:pt modelId="{06FEEF58-ACED-409E-84C1-9482F2A974A9}" type="parTrans" cxnId="{BE4255FE-7211-4E70-B048-B1AE91017268}">
      <dgm:prSet/>
      <dgm:spPr/>
      <dgm:t>
        <a:bodyPr/>
        <a:lstStyle/>
        <a:p>
          <a:endParaRPr lang="en-US">
            <a:solidFill>
              <a:schemeClr val="tx2"/>
            </a:solidFill>
          </a:endParaRPr>
        </a:p>
      </dgm:t>
    </dgm:pt>
    <dgm:pt modelId="{7CD9BF70-C16A-4099-9DB4-5EEC50C2949A}" type="sibTrans" cxnId="{BE4255FE-7211-4E70-B048-B1AE91017268}">
      <dgm:prSet/>
      <dgm:spPr/>
      <dgm:t>
        <a:bodyPr/>
        <a:lstStyle/>
        <a:p>
          <a:endParaRPr lang="en-US">
            <a:solidFill>
              <a:schemeClr val="tx2"/>
            </a:solidFill>
          </a:endParaRPr>
        </a:p>
      </dgm:t>
    </dgm:pt>
    <dgm:pt modelId="{E3EEEF67-6A34-4523-8728-37A7F44F9ED3}" type="pres">
      <dgm:prSet presAssocID="{8645B0AB-4E33-4B46-A9F4-571097EE0595}" presName="vert0" presStyleCnt="0">
        <dgm:presLayoutVars>
          <dgm:dir/>
          <dgm:animOne val="branch"/>
          <dgm:animLvl val="lvl"/>
        </dgm:presLayoutVars>
      </dgm:prSet>
      <dgm:spPr/>
    </dgm:pt>
    <dgm:pt modelId="{A334619B-94B4-495D-B8F3-2F9F9A0396AC}" type="pres">
      <dgm:prSet presAssocID="{494B27FC-A7B3-4DCB-B011-F9F651176FA9}" presName="thickLine" presStyleLbl="alignNode1" presStyleIdx="0" presStyleCnt="5"/>
      <dgm:spPr/>
    </dgm:pt>
    <dgm:pt modelId="{EAC6A37F-3A0F-42D7-94F4-FF43D08B40EF}" type="pres">
      <dgm:prSet presAssocID="{494B27FC-A7B3-4DCB-B011-F9F651176FA9}" presName="horz1" presStyleCnt="0"/>
      <dgm:spPr/>
    </dgm:pt>
    <dgm:pt modelId="{5AB4E8F0-CA3D-4570-97CA-1A1E4A4E9905}" type="pres">
      <dgm:prSet presAssocID="{494B27FC-A7B3-4DCB-B011-F9F651176FA9}" presName="tx1" presStyleLbl="revTx" presStyleIdx="0" presStyleCnt="10"/>
      <dgm:spPr/>
    </dgm:pt>
    <dgm:pt modelId="{18EDE4C9-E5E1-4135-A42C-F3C3EA1594AF}" type="pres">
      <dgm:prSet presAssocID="{494B27FC-A7B3-4DCB-B011-F9F651176FA9}" presName="vert1" presStyleCnt="0"/>
      <dgm:spPr/>
    </dgm:pt>
    <dgm:pt modelId="{00F763DE-B7A6-42D0-A68D-DB2B2F6696E7}" type="pres">
      <dgm:prSet presAssocID="{61773C38-00C8-4016-93D1-DD0351440C88}" presName="vertSpace2a" presStyleCnt="0"/>
      <dgm:spPr/>
    </dgm:pt>
    <dgm:pt modelId="{EB6C56AD-7174-4521-8247-3193E892408C}" type="pres">
      <dgm:prSet presAssocID="{61773C38-00C8-4016-93D1-DD0351440C88}" presName="horz2" presStyleCnt="0"/>
      <dgm:spPr/>
    </dgm:pt>
    <dgm:pt modelId="{800410D1-77BD-4C30-A5EA-29685CCB8C31}" type="pres">
      <dgm:prSet presAssocID="{61773C38-00C8-4016-93D1-DD0351440C88}" presName="horzSpace2" presStyleCnt="0"/>
      <dgm:spPr/>
    </dgm:pt>
    <dgm:pt modelId="{89F2693A-1FB5-44D5-ADFF-46BEC40070AA}" type="pres">
      <dgm:prSet presAssocID="{61773C38-00C8-4016-93D1-DD0351440C88}" presName="tx2" presStyleLbl="revTx" presStyleIdx="1" presStyleCnt="10"/>
      <dgm:spPr/>
    </dgm:pt>
    <dgm:pt modelId="{515677B6-22AC-43E3-9289-7A6F0D67834D}" type="pres">
      <dgm:prSet presAssocID="{61773C38-00C8-4016-93D1-DD0351440C88}" presName="vert2" presStyleCnt="0"/>
      <dgm:spPr/>
    </dgm:pt>
    <dgm:pt modelId="{6E35C3EC-4852-4372-BDE0-AA61F1E522A3}" type="pres">
      <dgm:prSet presAssocID="{61773C38-00C8-4016-93D1-DD0351440C88}" presName="thinLine2b" presStyleLbl="callout" presStyleIdx="0" presStyleCnt="5"/>
      <dgm:spPr/>
    </dgm:pt>
    <dgm:pt modelId="{43A321A4-A92A-43EA-B01D-5B190D686B39}" type="pres">
      <dgm:prSet presAssocID="{61773C38-00C8-4016-93D1-DD0351440C88}" presName="vertSpace2b" presStyleCnt="0"/>
      <dgm:spPr/>
    </dgm:pt>
    <dgm:pt modelId="{E40EFBC9-D985-4E65-A9D7-2D3EBA3708AC}" type="pres">
      <dgm:prSet presAssocID="{DF3B0F0C-9ABF-4265-AD61-A856E973AA07}" presName="thickLine" presStyleLbl="alignNode1" presStyleIdx="1" presStyleCnt="5"/>
      <dgm:spPr/>
    </dgm:pt>
    <dgm:pt modelId="{ABC92F20-00E0-4DC7-8EB2-5082F0E5D283}" type="pres">
      <dgm:prSet presAssocID="{DF3B0F0C-9ABF-4265-AD61-A856E973AA07}" presName="horz1" presStyleCnt="0"/>
      <dgm:spPr/>
    </dgm:pt>
    <dgm:pt modelId="{99A7C6D3-61B8-49F2-B1CA-719CF20758E9}" type="pres">
      <dgm:prSet presAssocID="{DF3B0F0C-9ABF-4265-AD61-A856E973AA07}" presName="tx1" presStyleLbl="revTx" presStyleIdx="2" presStyleCnt="10"/>
      <dgm:spPr/>
    </dgm:pt>
    <dgm:pt modelId="{9A00B782-D198-4D7B-8450-D38CD1871B9C}" type="pres">
      <dgm:prSet presAssocID="{DF3B0F0C-9ABF-4265-AD61-A856E973AA07}" presName="vert1" presStyleCnt="0"/>
      <dgm:spPr/>
    </dgm:pt>
    <dgm:pt modelId="{0783A84F-B124-45B7-BD61-88200266C88B}" type="pres">
      <dgm:prSet presAssocID="{A60E5DC2-9EA1-4205-95E8-09FDA50BBFD5}" presName="vertSpace2a" presStyleCnt="0"/>
      <dgm:spPr/>
    </dgm:pt>
    <dgm:pt modelId="{2B03C570-D76F-4C93-BBEB-1D6C6099EBC7}" type="pres">
      <dgm:prSet presAssocID="{A60E5DC2-9EA1-4205-95E8-09FDA50BBFD5}" presName="horz2" presStyleCnt="0"/>
      <dgm:spPr/>
    </dgm:pt>
    <dgm:pt modelId="{5ABADEDC-5DEC-4CF6-87B4-9EF084A259EF}" type="pres">
      <dgm:prSet presAssocID="{A60E5DC2-9EA1-4205-95E8-09FDA50BBFD5}" presName="horzSpace2" presStyleCnt="0"/>
      <dgm:spPr/>
    </dgm:pt>
    <dgm:pt modelId="{D77565DB-A291-496A-B5FB-3106099924CA}" type="pres">
      <dgm:prSet presAssocID="{A60E5DC2-9EA1-4205-95E8-09FDA50BBFD5}" presName="tx2" presStyleLbl="revTx" presStyleIdx="3" presStyleCnt="10"/>
      <dgm:spPr/>
    </dgm:pt>
    <dgm:pt modelId="{E5307F9C-C35D-4B15-A376-14A8E847F79E}" type="pres">
      <dgm:prSet presAssocID="{A60E5DC2-9EA1-4205-95E8-09FDA50BBFD5}" presName="vert2" presStyleCnt="0"/>
      <dgm:spPr/>
    </dgm:pt>
    <dgm:pt modelId="{C48C927D-6C14-4CDD-BB3B-142D5AD862F8}" type="pres">
      <dgm:prSet presAssocID="{A60E5DC2-9EA1-4205-95E8-09FDA50BBFD5}" presName="thinLine2b" presStyleLbl="callout" presStyleIdx="1" presStyleCnt="5"/>
      <dgm:spPr/>
    </dgm:pt>
    <dgm:pt modelId="{EDBFE6AB-1A15-4B1F-BFDA-87912CB4745C}" type="pres">
      <dgm:prSet presAssocID="{A60E5DC2-9EA1-4205-95E8-09FDA50BBFD5}" presName="vertSpace2b" presStyleCnt="0"/>
      <dgm:spPr/>
    </dgm:pt>
    <dgm:pt modelId="{F1E30431-B196-4639-A3A2-C675A7368422}" type="pres">
      <dgm:prSet presAssocID="{ACAC5D75-78C0-4654-9093-C14830EF5E2E}" presName="thickLine" presStyleLbl="alignNode1" presStyleIdx="2" presStyleCnt="5"/>
      <dgm:spPr/>
    </dgm:pt>
    <dgm:pt modelId="{0CE72593-308F-499B-B457-89F98C2FCB49}" type="pres">
      <dgm:prSet presAssocID="{ACAC5D75-78C0-4654-9093-C14830EF5E2E}" presName="horz1" presStyleCnt="0"/>
      <dgm:spPr/>
    </dgm:pt>
    <dgm:pt modelId="{D872B6EF-D2B1-4BE2-B098-6848451497BC}" type="pres">
      <dgm:prSet presAssocID="{ACAC5D75-78C0-4654-9093-C14830EF5E2E}" presName="tx1" presStyleLbl="revTx" presStyleIdx="4" presStyleCnt="10"/>
      <dgm:spPr/>
    </dgm:pt>
    <dgm:pt modelId="{68178CCF-594E-4BAB-82C5-444DC690486C}" type="pres">
      <dgm:prSet presAssocID="{ACAC5D75-78C0-4654-9093-C14830EF5E2E}" presName="vert1" presStyleCnt="0"/>
      <dgm:spPr/>
    </dgm:pt>
    <dgm:pt modelId="{E9908863-A2CC-4AA1-B3CB-153CE4C90947}" type="pres">
      <dgm:prSet presAssocID="{BA68FC3F-AFBD-4FD2-A4E2-0DA160868B71}" presName="vertSpace2a" presStyleCnt="0"/>
      <dgm:spPr/>
    </dgm:pt>
    <dgm:pt modelId="{66BB2793-8014-4669-9DB4-4CD771483504}" type="pres">
      <dgm:prSet presAssocID="{BA68FC3F-AFBD-4FD2-A4E2-0DA160868B71}" presName="horz2" presStyleCnt="0"/>
      <dgm:spPr/>
    </dgm:pt>
    <dgm:pt modelId="{B1A7FCC3-59FF-4682-B81D-C2BAE7242EE3}" type="pres">
      <dgm:prSet presAssocID="{BA68FC3F-AFBD-4FD2-A4E2-0DA160868B71}" presName="horzSpace2" presStyleCnt="0"/>
      <dgm:spPr/>
    </dgm:pt>
    <dgm:pt modelId="{51CC44B6-8B78-4621-8052-0E5B381E42A6}" type="pres">
      <dgm:prSet presAssocID="{BA68FC3F-AFBD-4FD2-A4E2-0DA160868B71}" presName="tx2" presStyleLbl="revTx" presStyleIdx="5" presStyleCnt="10"/>
      <dgm:spPr/>
    </dgm:pt>
    <dgm:pt modelId="{B4B79F52-AE0B-4946-890C-405871D34BF1}" type="pres">
      <dgm:prSet presAssocID="{BA68FC3F-AFBD-4FD2-A4E2-0DA160868B71}" presName="vert2" presStyleCnt="0"/>
      <dgm:spPr/>
    </dgm:pt>
    <dgm:pt modelId="{2B786FC1-7C62-48C6-8918-38C7B7B40122}" type="pres">
      <dgm:prSet presAssocID="{BA68FC3F-AFBD-4FD2-A4E2-0DA160868B71}" presName="thinLine2b" presStyleLbl="callout" presStyleIdx="2" presStyleCnt="5"/>
      <dgm:spPr/>
    </dgm:pt>
    <dgm:pt modelId="{CAF2F223-8861-484C-B42A-0DCE4E873599}" type="pres">
      <dgm:prSet presAssocID="{BA68FC3F-AFBD-4FD2-A4E2-0DA160868B71}" presName="vertSpace2b" presStyleCnt="0"/>
      <dgm:spPr/>
    </dgm:pt>
    <dgm:pt modelId="{D207039D-85E9-4062-B2EF-AFD184AA8DBB}" type="pres">
      <dgm:prSet presAssocID="{599D09F9-FE7A-47D3-A25C-0E26462723C8}" presName="thickLine" presStyleLbl="alignNode1" presStyleIdx="3" presStyleCnt="5"/>
      <dgm:spPr/>
    </dgm:pt>
    <dgm:pt modelId="{E09F1248-F2B5-4948-850B-7A56EDB2C654}" type="pres">
      <dgm:prSet presAssocID="{599D09F9-FE7A-47D3-A25C-0E26462723C8}" presName="horz1" presStyleCnt="0"/>
      <dgm:spPr/>
    </dgm:pt>
    <dgm:pt modelId="{59471B78-236A-4C59-B5E2-F9314BA15652}" type="pres">
      <dgm:prSet presAssocID="{599D09F9-FE7A-47D3-A25C-0E26462723C8}" presName="tx1" presStyleLbl="revTx" presStyleIdx="6" presStyleCnt="10"/>
      <dgm:spPr/>
    </dgm:pt>
    <dgm:pt modelId="{9FC0DBFD-7B5A-4EEB-9709-3812692DC8F1}" type="pres">
      <dgm:prSet presAssocID="{599D09F9-FE7A-47D3-A25C-0E26462723C8}" presName="vert1" presStyleCnt="0"/>
      <dgm:spPr/>
    </dgm:pt>
    <dgm:pt modelId="{51804BDF-9480-4421-95EE-1C6DDA0004CC}" type="pres">
      <dgm:prSet presAssocID="{38170B0E-4A31-41CF-96EC-6632C3F678D1}" presName="vertSpace2a" presStyleCnt="0"/>
      <dgm:spPr/>
    </dgm:pt>
    <dgm:pt modelId="{A9D0ED5B-C90C-4E0A-BCE3-0DB0B638079D}" type="pres">
      <dgm:prSet presAssocID="{38170B0E-4A31-41CF-96EC-6632C3F678D1}" presName="horz2" presStyleCnt="0"/>
      <dgm:spPr/>
    </dgm:pt>
    <dgm:pt modelId="{C42618F6-A8AB-4A1B-BDD2-CB651112F999}" type="pres">
      <dgm:prSet presAssocID="{38170B0E-4A31-41CF-96EC-6632C3F678D1}" presName="horzSpace2" presStyleCnt="0"/>
      <dgm:spPr/>
    </dgm:pt>
    <dgm:pt modelId="{9742A822-C5C0-496D-BF81-3E493294B005}" type="pres">
      <dgm:prSet presAssocID="{38170B0E-4A31-41CF-96EC-6632C3F678D1}" presName="tx2" presStyleLbl="revTx" presStyleIdx="7" presStyleCnt="10"/>
      <dgm:spPr/>
    </dgm:pt>
    <dgm:pt modelId="{5D1908D6-2893-4C76-BE0B-DD868F2699BD}" type="pres">
      <dgm:prSet presAssocID="{38170B0E-4A31-41CF-96EC-6632C3F678D1}" presName="vert2" presStyleCnt="0"/>
      <dgm:spPr/>
    </dgm:pt>
    <dgm:pt modelId="{FA3DE432-6F33-405F-9B6D-C2B10670A234}" type="pres">
      <dgm:prSet presAssocID="{38170B0E-4A31-41CF-96EC-6632C3F678D1}" presName="thinLine2b" presStyleLbl="callout" presStyleIdx="3" presStyleCnt="5"/>
      <dgm:spPr/>
    </dgm:pt>
    <dgm:pt modelId="{2AA2968B-71DC-4B30-9A0B-D3CFD57BF920}" type="pres">
      <dgm:prSet presAssocID="{38170B0E-4A31-41CF-96EC-6632C3F678D1}" presName="vertSpace2b" presStyleCnt="0"/>
      <dgm:spPr/>
    </dgm:pt>
    <dgm:pt modelId="{946B8B70-6E1C-4BE0-A5FE-226A13753B4E}" type="pres">
      <dgm:prSet presAssocID="{4F51AB9C-52A0-4F9D-B0FB-2FCEE27875AA}" presName="thickLine" presStyleLbl="alignNode1" presStyleIdx="4" presStyleCnt="5"/>
      <dgm:spPr/>
    </dgm:pt>
    <dgm:pt modelId="{E4700529-E89C-4E4B-AD86-B28EA1FEFE23}" type="pres">
      <dgm:prSet presAssocID="{4F51AB9C-52A0-4F9D-B0FB-2FCEE27875AA}" presName="horz1" presStyleCnt="0"/>
      <dgm:spPr/>
    </dgm:pt>
    <dgm:pt modelId="{155C9C9E-206E-4E20-8CCB-A7D5BA17D0C6}" type="pres">
      <dgm:prSet presAssocID="{4F51AB9C-52A0-4F9D-B0FB-2FCEE27875AA}" presName="tx1" presStyleLbl="revTx" presStyleIdx="8" presStyleCnt="10"/>
      <dgm:spPr/>
    </dgm:pt>
    <dgm:pt modelId="{E3A7126D-CB4B-4817-8C99-394E3381502A}" type="pres">
      <dgm:prSet presAssocID="{4F51AB9C-52A0-4F9D-B0FB-2FCEE27875AA}" presName="vert1" presStyleCnt="0"/>
      <dgm:spPr/>
    </dgm:pt>
    <dgm:pt modelId="{4128C626-CE18-48EB-A2FA-EE0D6D40347E}" type="pres">
      <dgm:prSet presAssocID="{4B3E1431-60DD-4D86-B418-9AA66CB11A17}" presName="vertSpace2a" presStyleCnt="0"/>
      <dgm:spPr/>
    </dgm:pt>
    <dgm:pt modelId="{384757B0-3FBC-40A4-BB5F-5CD3162081B6}" type="pres">
      <dgm:prSet presAssocID="{4B3E1431-60DD-4D86-B418-9AA66CB11A17}" presName="horz2" presStyleCnt="0"/>
      <dgm:spPr/>
    </dgm:pt>
    <dgm:pt modelId="{4F9C6317-38A6-43B6-9C44-3123E01DF15D}" type="pres">
      <dgm:prSet presAssocID="{4B3E1431-60DD-4D86-B418-9AA66CB11A17}" presName="horzSpace2" presStyleCnt="0"/>
      <dgm:spPr/>
    </dgm:pt>
    <dgm:pt modelId="{4A7677FA-0BE4-43AB-8C73-4028B83A3653}" type="pres">
      <dgm:prSet presAssocID="{4B3E1431-60DD-4D86-B418-9AA66CB11A17}" presName="tx2" presStyleLbl="revTx" presStyleIdx="9" presStyleCnt="10"/>
      <dgm:spPr/>
    </dgm:pt>
    <dgm:pt modelId="{040AADB3-646C-473E-9279-19FDE42384C5}" type="pres">
      <dgm:prSet presAssocID="{4B3E1431-60DD-4D86-B418-9AA66CB11A17}" presName="vert2" presStyleCnt="0"/>
      <dgm:spPr/>
    </dgm:pt>
    <dgm:pt modelId="{1F290549-8B70-4AC4-B8C7-2ECD88042A56}" type="pres">
      <dgm:prSet presAssocID="{4B3E1431-60DD-4D86-B418-9AA66CB11A17}" presName="thinLine2b" presStyleLbl="callout" presStyleIdx="4" presStyleCnt="5"/>
      <dgm:spPr/>
    </dgm:pt>
    <dgm:pt modelId="{D3B71BC9-FE0D-4D7C-94EE-E51165B9A838}" type="pres">
      <dgm:prSet presAssocID="{4B3E1431-60DD-4D86-B418-9AA66CB11A17}" presName="vertSpace2b" presStyleCnt="0"/>
      <dgm:spPr/>
    </dgm:pt>
  </dgm:ptLst>
  <dgm:cxnLst>
    <dgm:cxn modelId="{E3C1B816-38D8-436E-9CB4-A6380F7DE786}" type="presOf" srcId="{DF3B0F0C-9ABF-4265-AD61-A856E973AA07}" destId="{99A7C6D3-61B8-49F2-B1CA-719CF20758E9}" srcOrd="0" destOrd="0" presId="urn:microsoft.com/office/officeart/2008/layout/LinedList"/>
    <dgm:cxn modelId="{5872361B-769D-4D22-9B4D-646A5674A3CB}" type="presOf" srcId="{61773C38-00C8-4016-93D1-DD0351440C88}" destId="{89F2693A-1FB5-44D5-ADFF-46BEC40070AA}" srcOrd="0" destOrd="0" presId="urn:microsoft.com/office/officeart/2008/layout/LinedList"/>
    <dgm:cxn modelId="{C9339023-8A58-40F8-816A-EC6BFCC0E42C}" type="presOf" srcId="{BA68FC3F-AFBD-4FD2-A4E2-0DA160868B71}" destId="{51CC44B6-8B78-4621-8052-0E5B381E42A6}" srcOrd="0" destOrd="0" presId="urn:microsoft.com/office/officeart/2008/layout/LinedList"/>
    <dgm:cxn modelId="{084F0025-A206-4993-A2E4-9549C6D21593}" srcId="{ACAC5D75-78C0-4654-9093-C14830EF5E2E}" destId="{BA68FC3F-AFBD-4FD2-A4E2-0DA160868B71}" srcOrd="0" destOrd="0" parTransId="{82BDCB8B-A3F6-4273-98A4-3F4F975AF0C2}" sibTransId="{F5BDEE9D-A76F-470F-BFBD-8322C20129F7}"/>
    <dgm:cxn modelId="{EB6D872E-E838-42C2-AAE3-8BE00C23B224}" type="presOf" srcId="{599D09F9-FE7A-47D3-A25C-0E26462723C8}" destId="{59471B78-236A-4C59-B5E2-F9314BA15652}" srcOrd="0" destOrd="0" presId="urn:microsoft.com/office/officeart/2008/layout/LinedList"/>
    <dgm:cxn modelId="{11A1DF37-FF6F-4C69-861C-AB14A9E100C6}" type="presOf" srcId="{4F51AB9C-52A0-4F9D-B0FB-2FCEE27875AA}" destId="{155C9C9E-206E-4E20-8CCB-A7D5BA17D0C6}" srcOrd="0" destOrd="0" presId="urn:microsoft.com/office/officeart/2008/layout/LinedList"/>
    <dgm:cxn modelId="{87509475-C05E-4374-A5ED-8675A6612AF2}" srcId="{DF3B0F0C-9ABF-4265-AD61-A856E973AA07}" destId="{A60E5DC2-9EA1-4205-95E8-09FDA50BBFD5}" srcOrd="0" destOrd="0" parTransId="{29362C5E-D3B1-4B19-BD9B-B10442E04ED0}" sibTransId="{1792F4FF-7E07-42A6-B260-78300931B078}"/>
    <dgm:cxn modelId="{861FA975-AD4F-4D2E-86AA-517E482DA7BB}" srcId="{8645B0AB-4E33-4B46-A9F4-571097EE0595}" destId="{ACAC5D75-78C0-4654-9093-C14830EF5E2E}" srcOrd="2" destOrd="0" parTransId="{FEE3114F-8E9E-4E4B-B634-E3EF91CA4B61}" sibTransId="{1227B765-4E96-4C91-8C52-FFCA6E712254}"/>
    <dgm:cxn modelId="{6EB6C576-41CF-4AB7-B138-10FDB490B823}" type="presOf" srcId="{4B3E1431-60DD-4D86-B418-9AA66CB11A17}" destId="{4A7677FA-0BE4-43AB-8C73-4028B83A3653}" srcOrd="0" destOrd="0" presId="urn:microsoft.com/office/officeart/2008/layout/LinedList"/>
    <dgm:cxn modelId="{2C324798-5B5C-42FA-A43C-42D7118A6F0F}" type="presOf" srcId="{38170B0E-4A31-41CF-96EC-6632C3F678D1}" destId="{9742A822-C5C0-496D-BF81-3E493294B005}" srcOrd="0" destOrd="0" presId="urn:microsoft.com/office/officeart/2008/layout/LinedList"/>
    <dgm:cxn modelId="{8023DFC0-88A1-43F8-8477-18BC55FB90F2}" srcId="{8645B0AB-4E33-4B46-A9F4-571097EE0595}" destId="{DF3B0F0C-9ABF-4265-AD61-A856E973AA07}" srcOrd="1" destOrd="0" parTransId="{B4F6604E-DD63-42F0-A580-3BB1FC5CC23C}" sibTransId="{48CFEC84-A973-4A3E-9755-3456CEFFC447}"/>
    <dgm:cxn modelId="{325F05CF-02D5-4199-85DA-D5EE147C10CC}" srcId="{599D09F9-FE7A-47D3-A25C-0E26462723C8}" destId="{38170B0E-4A31-41CF-96EC-6632C3F678D1}" srcOrd="0" destOrd="0" parTransId="{022AC670-0C36-43AF-9AF7-68FB411DCE11}" sibTransId="{2CBCCDB8-988A-493C-BF27-04D2C9735DC3}"/>
    <dgm:cxn modelId="{1B663BD8-64F5-4AA6-A42C-1D997D5B35E6}" type="presOf" srcId="{ACAC5D75-78C0-4654-9093-C14830EF5E2E}" destId="{D872B6EF-D2B1-4BE2-B098-6848451497BC}" srcOrd="0" destOrd="0" presId="urn:microsoft.com/office/officeart/2008/layout/LinedList"/>
    <dgm:cxn modelId="{753D58D9-BB29-4527-89CE-7EA313521E2A}" type="presOf" srcId="{A60E5DC2-9EA1-4205-95E8-09FDA50BBFD5}" destId="{D77565DB-A291-496A-B5FB-3106099924CA}" srcOrd="0" destOrd="0" presId="urn:microsoft.com/office/officeart/2008/layout/LinedList"/>
    <dgm:cxn modelId="{5CB3FBE3-1EC8-4ED2-A89B-5C2C89F7E636}" type="presOf" srcId="{8645B0AB-4E33-4B46-A9F4-571097EE0595}" destId="{E3EEEF67-6A34-4523-8728-37A7F44F9ED3}" srcOrd="0" destOrd="0" presId="urn:microsoft.com/office/officeart/2008/layout/LinedList"/>
    <dgm:cxn modelId="{04A2F1E6-B377-4A80-86DB-594FF397CC7B}" type="presOf" srcId="{494B27FC-A7B3-4DCB-B011-F9F651176FA9}" destId="{5AB4E8F0-CA3D-4570-97CA-1A1E4A4E9905}" srcOrd="0" destOrd="0" presId="urn:microsoft.com/office/officeart/2008/layout/LinedList"/>
    <dgm:cxn modelId="{3F287BE7-00F9-41CE-A225-0078110F24C8}" srcId="{8645B0AB-4E33-4B46-A9F4-571097EE0595}" destId="{494B27FC-A7B3-4DCB-B011-F9F651176FA9}" srcOrd="0" destOrd="0" parTransId="{82E1911F-239D-450B-8D1B-E0420EEC6198}" sibTransId="{5E1C8DF7-4D55-412F-B564-41661D6CAEA1}"/>
    <dgm:cxn modelId="{AD5693F3-A9D2-4672-8F32-AFE12BB7D0A1}" srcId="{8645B0AB-4E33-4B46-A9F4-571097EE0595}" destId="{4F51AB9C-52A0-4F9D-B0FB-2FCEE27875AA}" srcOrd="4" destOrd="0" parTransId="{BC77BD8E-5EBE-40D8-8A40-E6DE55A5FD8C}" sibTransId="{D314906E-3C5F-405F-8FF8-63B4C0EB0722}"/>
    <dgm:cxn modelId="{E5F19AFD-11D4-400E-846A-A90A2B99F093}" srcId="{494B27FC-A7B3-4DCB-B011-F9F651176FA9}" destId="{61773C38-00C8-4016-93D1-DD0351440C88}" srcOrd="0" destOrd="0" parTransId="{744FE49E-E7A2-4EC0-BD0C-04DEB6D419F4}" sibTransId="{DCE257DD-E1AF-469F-A1E1-AD5EE6E7FB25}"/>
    <dgm:cxn modelId="{0AB7B5FD-91F4-4871-AE2B-03ECEDF32ACF}" srcId="{8645B0AB-4E33-4B46-A9F4-571097EE0595}" destId="{599D09F9-FE7A-47D3-A25C-0E26462723C8}" srcOrd="3" destOrd="0" parTransId="{E234F0E7-15BC-4E04-A2C5-D5187C7D4383}" sibTransId="{6C174BB6-C4E5-4E45-85B3-A45BBFA1150D}"/>
    <dgm:cxn modelId="{BE4255FE-7211-4E70-B048-B1AE91017268}" srcId="{4F51AB9C-52A0-4F9D-B0FB-2FCEE27875AA}" destId="{4B3E1431-60DD-4D86-B418-9AA66CB11A17}" srcOrd="0" destOrd="0" parTransId="{06FEEF58-ACED-409E-84C1-9482F2A974A9}" sibTransId="{7CD9BF70-C16A-4099-9DB4-5EEC50C2949A}"/>
    <dgm:cxn modelId="{8E723414-DFB5-4C50-A684-A6E5A404982E}" type="presParOf" srcId="{E3EEEF67-6A34-4523-8728-37A7F44F9ED3}" destId="{A334619B-94B4-495D-B8F3-2F9F9A0396AC}" srcOrd="0" destOrd="0" presId="urn:microsoft.com/office/officeart/2008/layout/LinedList"/>
    <dgm:cxn modelId="{5D04CE75-6C1D-4886-A3D8-B2FFDBA76F23}" type="presParOf" srcId="{E3EEEF67-6A34-4523-8728-37A7F44F9ED3}" destId="{EAC6A37F-3A0F-42D7-94F4-FF43D08B40EF}" srcOrd="1" destOrd="0" presId="urn:microsoft.com/office/officeart/2008/layout/LinedList"/>
    <dgm:cxn modelId="{E773DE28-53AC-4232-A5A4-2741E4A6E96E}" type="presParOf" srcId="{EAC6A37F-3A0F-42D7-94F4-FF43D08B40EF}" destId="{5AB4E8F0-CA3D-4570-97CA-1A1E4A4E9905}" srcOrd="0" destOrd="0" presId="urn:microsoft.com/office/officeart/2008/layout/LinedList"/>
    <dgm:cxn modelId="{5E589B43-CEEA-4181-9117-F6C74F3A7EF6}" type="presParOf" srcId="{EAC6A37F-3A0F-42D7-94F4-FF43D08B40EF}" destId="{18EDE4C9-E5E1-4135-A42C-F3C3EA1594AF}" srcOrd="1" destOrd="0" presId="urn:microsoft.com/office/officeart/2008/layout/LinedList"/>
    <dgm:cxn modelId="{FD4B5E2D-28A9-48BD-948E-2C0053A3E9A6}" type="presParOf" srcId="{18EDE4C9-E5E1-4135-A42C-F3C3EA1594AF}" destId="{00F763DE-B7A6-42D0-A68D-DB2B2F6696E7}" srcOrd="0" destOrd="0" presId="urn:microsoft.com/office/officeart/2008/layout/LinedList"/>
    <dgm:cxn modelId="{36DC15FF-740A-4B12-B4CC-1EEF448BE91C}" type="presParOf" srcId="{18EDE4C9-E5E1-4135-A42C-F3C3EA1594AF}" destId="{EB6C56AD-7174-4521-8247-3193E892408C}" srcOrd="1" destOrd="0" presId="urn:microsoft.com/office/officeart/2008/layout/LinedList"/>
    <dgm:cxn modelId="{2FC85A0C-8714-48A2-972C-30161B8EB4E7}" type="presParOf" srcId="{EB6C56AD-7174-4521-8247-3193E892408C}" destId="{800410D1-77BD-4C30-A5EA-29685CCB8C31}" srcOrd="0" destOrd="0" presId="urn:microsoft.com/office/officeart/2008/layout/LinedList"/>
    <dgm:cxn modelId="{6A2E72A6-970D-41F7-B745-F91BC1C35A2A}" type="presParOf" srcId="{EB6C56AD-7174-4521-8247-3193E892408C}" destId="{89F2693A-1FB5-44D5-ADFF-46BEC40070AA}" srcOrd="1" destOrd="0" presId="urn:microsoft.com/office/officeart/2008/layout/LinedList"/>
    <dgm:cxn modelId="{B658CF4E-DEA2-4C7C-B208-09ECB45F5F33}" type="presParOf" srcId="{EB6C56AD-7174-4521-8247-3193E892408C}" destId="{515677B6-22AC-43E3-9289-7A6F0D67834D}" srcOrd="2" destOrd="0" presId="urn:microsoft.com/office/officeart/2008/layout/LinedList"/>
    <dgm:cxn modelId="{DF6F194A-140E-4162-82B6-5E9EC13B3DD1}" type="presParOf" srcId="{18EDE4C9-E5E1-4135-A42C-F3C3EA1594AF}" destId="{6E35C3EC-4852-4372-BDE0-AA61F1E522A3}" srcOrd="2" destOrd="0" presId="urn:microsoft.com/office/officeart/2008/layout/LinedList"/>
    <dgm:cxn modelId="{D4334C20-353B-41E5-BE30-93E8DF7F7322}" type="presParOf" srcId="{18EDE4C9-E5E1-4135-A42C-F3C3EA1594AF}" destId="{43A321A4-A92A-43EA-B01D-5B190D686B39}" srcOrd="3" destOrd="0" presId="urn:microsoft.com/office/officeart/2008/layout/LinedList"/>
    <dgm:cxn modelId="{6192FA83-89F9-47AD-B5E1-2EE756277C52}" type="presParOf" srcId="{E3EEEF67-6A34-4523-8728-37A7F44F9ED3}" destId="{E40EFBC9-D985-4E65-A9D7-2D3EBA3708AC}" srcOrd="2" destOrd="0" presId="urn:microsoft.com/office/officeart/2008/layout/LinedList"/>
    <dgm:cxn modelId="{7C767366-6594-484F-A96B-A361F47C0C87}" type="presParOf" srcId="{E3EEEF67-6A34-4523-8728-37A7F44F9ED3}" destId="{ABC92F20-00E0-4DC7-8EB2-5082F0E5D283}" srcOrd="3" destOrd="0" presId="urn:microsoft.com/office/officeart/2008/layout/LinedList"/>
    <dgm:cxn modelId="{6F1DD049-D5DE-4471-B39B-D0461540CD94}" type="presParOf" srcId="{ABC92F20-00E0-4DC7-8EB2-5082F0E5D283}" destId="{99A7C6D3-61B8-49F2-B1CA-719CF20758E9}" srcOrd="0" destOrd="0" presId="urn:microsoft.com/office/officeart/2008/layout/LinedList"/>
    <dgm:cxn modelId="{927DD724-26AF-49CE-9DCC-9FA58D775BA4}" type="presParOf" srcId="{ABC92F20-00E0-4DC7-8EB2-5082F0E5D283}" destId="{9A00B782-D198-4D7B-8450-D38CD1871B9C}" srcOrd="1" destOrd="0" presId="urn:microsoft.com/office/officeart/2008/layout/LinedList"/>
    <dgm:cxn modelId="{E6D67521-26C2-413F-83F1-3590E583CB7D}" type="presParOf" srcId="{9A00B782-D198-4D7B-8450-D38CD1871B9C}" destId="{0783A84F-B124-45B7-BD61-88200266C88B}" srcOrd="0" destOrd="0" presId="urn:microsoft.com/office/officeart/2008/layout/LinedList"/>
    <dgm:cxn modelId="{D376F3F2-C34C-4517-974E-466586C00C87}" type="presParOf" srcId="{9A00B782-D198-4D7B-8450-D38CD1871B9C}" destId="{2B03C570-D76F-4C93-BBEB-1D6C6099EBC7}" srcOrd="1" destOrd="0" presId="urn:microsoft.com/office/officeart/2008/layout/LinedList"/>
    <dgm:cxn modelId="{769C24CF-9429-4FEB-BACF-C0D7D2F000A7}" type="presParOf" srcId="{2B03C570-D76F-4C93-BBEB-1D6C6099EBC7}" destId="{5ABADEDC-5DEC-4CF6-87B4-9EF084A259EF}" srcOrd="0" destOrd="0" presId="urn:microsoft.com/office/officeart/2008/layout/LinedList"/>
    <dgm:cxn modelId="{1145604E-876E-4FF4-9694-1C4B79D631BF}" type="presParOf" srcId="{2B03C570-D76F-4C93-BBEB-1D6C6099EBC7}" destId="{D77565DB-A291-496A-B5FB-3106099924CA}" srcOrd="1" destOrd="0" presId="urn:microsoft.com/office/officeart/2008/layout/LinedList"/>
    <dgm:cxn modelId="{087979A1-290E-43C4-A308-EA4CE7F09395}" type="presParOf" srcId="{2B03C570-D76F-4C93-BBEB-1D6C6099EBC7}" destId="{E5307F9C-C35D-4B15-A376-14A8E847F79E}" srcOrd="2" destOrd="0" presId="urn:microsoft.com/office/officeart/2008/layout/LinedList"/>
    <dgm:cxn modelId="{D9AF92F1-DC71-4E2D-B7E5-D6C015FD8AE1}" type="presParOf" srcId="{9A00B782-D198-4D7B-8450-D38CD1871B9C}" destId="{C48C927D-6C14-4CDD-BB3B-142D5AD862F8}" srcOrd="2" destOrd="0" presId="urn:microsoft.com/office/officeart/2008/layout/LinedList"/>
    <dgm:cxn modelId="{D1522570-5BC2-4980-AFCB-503448F96D1A}" type="presParOf" srcId="{9A00B782-D198-4D7B-8450-D38CD1871B9C}" destId="{EDBFE6AB-1A15-4B1F-BFDA-87912CB4745C}" srcOrd="3" destOrd="0" presId="urn:microsoft.com/office/officeart/2008/layout/LinedList"/>
    <dgm:cxn modelId="{0F104E80-113B-4BF7-9044-E8023CABB2F0}" type="presParOf" srcId="{E3EEEF67-6A34-4523-8728-37A7F44F9ED3}" destId="{F1E30431-B196-4639-A3A2-C675A7368422}" srcOrd="4" destOrd="0" presId="urn:microsoft.com/office/officeart/2008/layout/LinedList"/>
    <dgm:cxn modelId="{B08BE18D-D3F7-4BEF-B9EB-90717E2EC428}" type="presParOf" srcId="{E3EEEF67-6A34-4523-8728-37A7F44F9ED3}" destId="{0CE72593-308F-499B-B457-89F98C2FCB49}" srcOrd="5" destOrd="0" presId="urn:microsoft.com/office/officeart/2008/layout/LinedList"/>
    <dgm:cxn modelId="{95525D58-049C-4769-B9F1-D6120B0C28D4}" type="presParOf" srcId="{0CE72593-308F-499B-B457-89F98C2FCB49}" destId="{D872B6EF-D2B1-4BE2-B098-6848451497BC}" srcOrd="0" destOrd="0" presId="urn:microsoft.com/office/officeart/2008/layout/LinedList"/>
    <dgm:cxn modelId="{16312361-A92B-4BD6-9FC3-FB61DC6AA7A5}" type="presParOf" srcId="{0CE72593-308F-499B-B457-89F98C2FCB49}" destId="{68178CCF-594E-4BAB-82C5-444DC690486C}" srcOrd="1" destOrd="0" presId="urn:microsoft.com/office/officeart/2008/layout/LinedList"/>
    <dgm:cxn modelId="{4C4C5A79-D66C-44F6-9741-8C3E6175D0DE}" type="presParOf" srcId="{68178CCF-594E-4BAB-82C5-444DC690486C}" destId="{E9908863-A2CC-4AA1-B3CB-153CE4C90947}" srcOrd="0" destOrd="0" presId="urn:microsoft.com/office/officeart/2008/layout/LinedList"/>
    <dgm:cxn modelId="{7A5ECCAC-7D73-44A0-8E62-8E569D72FC84}" type="presParOf" srcId="{68178CCF-594E-4BAB-82C5-444DC690486C}" destId="{66BB2793-8014-4669-9DB4-4CD771483504}" srcOrd="1" destOrd="0" presId="urn:microsoft.com/office/officeart/2008/layout/LinedList"/>
    <dgm:cxn modelId="{B96BA7DF-068D-4A5A-B965-4C7BB51FA2F4}" type="presParOf" srcId="{66BB2793-8014-4669-9DB4-4CD771483504}" destId="{B1A7FCC3-59FF-4682-B81D-C2BAE7242EE3}" srcOrd="0" destOrd="0" presId="urn:microsoft.com/office/officeart/2008/layout/LinedList"/>
    <dgm:cxn modelId="{4607AC11-9090-4DE4-B5F3-85D3403FC402}" type="presParOf" srcId="{66BB2793-8014-4669-9DB4-4CD771483504}" destId="{51CC44B6-8B78-4621-8052-0E5B381E42A6}" srcOrd="1" destOrd="0" presId="urn:microsoft.com/office/officeart/2008/layout/LinedList"/>
    <dgm:cxn modelId="{CC02E12B-F911-43AB-B15C-A4D1C05686D4}" type="presParOf" srcId="{66BB2793-8014-4669-9DB4-4CD771483504}" destId="{B4B79F52-AE0B-4946-890C-405871D34BF1}" srcOrd="2" destOrd="0" presId="urn:microsoft.com/office/officeart/2008/layout/LinedList"/>
    <dgm:cxn modelId="{BBBEB322-94C6-45D1-BF2A-7BCDE5A9F552}" type="presParOf" srcId="{68178CCF-594E-4BAB-82C5-444DC690486C}" destId="{2B786FC1-7C62-48C6-8918-38C7B7B40122}" srcOrd="2" destOrd="0" presId="urn:microsoft.com/office/officeart/2008/layout/LinedList"/>
    <dgm:cxn modelId="{40D31E41-764E-4B83-A14E-6CE93FD511FC}" type="presParOf" srcId="{68178CCF-594E-4BAB-82C5-444DC690486C}" destId="{CAF2F223-8861-484C-B42A-0DCE4E873599}" srcOrd="3" destOrd="0" presId="urn:microsoft.com/office/officeart/2008/layout/LinedList"/>
    <dgm:cxn modelId="{5644E74D-0070-4794-97C8-86A72D5AC72D}" type="presParOf" srcId="{E3EEEF67-6A34-4523-8728-37A7F44F9ED3}" destId="{D207039D-85E9-4062-B2EF-AFD184AA8DBB}" srcOrd="6" destOrd="0" presId="urn:microsoft.com/office/officeart/2008/layout/LinedList"/>
    <dgm:cxn modelId="{7CD79FAC-3D0E-4102-A15D-6B16C0B70283}" type="presParOf" srcId="{E3EEEF67-6A34-4523-8728-37A7F44F9ED3}" destId="{E09F1248-F2B5-4948-850B-7A56EDB2C654}" srcOrd="7" destOrd="0" presId="urn:microsoft.com/office/officeart/2008/layout/LinedList"/>
    <dgm:cxn modelId="{F10E93AC-BF3C-489E-B1E7-4F20E09676BD}" type="presParOf" srcId="{E09F1248-F2B5-4948-850B-7A56EDB2C654}" destId="{59471B78-236A-4C59-B5E2-F9314BA15652}" srcOrd="0" destOrd="0" presId="urn:microsoft.com/office/officeart/2008/layout/LinedList"/>
    <dgm:cxn modelId="{27D6CD86-D072-432A-8F49-03AFE3F279EC}" type="presParOf" srcId="{E09F1248-F2B5-4948-850B-7A56EDB2C654}" destId="{9FC0DBFD-7B5A-4EEB-9709-3812692DC8F1}" srcOrd="1" destOrd="0" presId="urn:microsoft.com/office/officeart/2008/layout/LinedList"/>
    <dgm:cxn modelId="{47A969C2-F819-40B7-BBF7-7E54FCA36691}" type="presParOf" srcId="{9FC0DBFD-7B5A-4EEB-9709-3812692DC8F1}" destId="{51804BDF-9480-4421-95EE-1C6DDA0004CC}" srcOrd="0" destOrd="0" presId="urn:microsoft.com/office/officeart/2008/layout/LinedList"/>
    <dgm:cxn modelId="{7C2E9AD8-5E35-4C91-BE9D-3EAC7EC534F9}" type="presParOf" srcId="{9FC0DBFD-7B5A-4EEB-9709-3812692DC8F1}" destId="{A9D0ED5B-C90C-4E0A-BCE3-0DB0B638079D}" srcOrd="1" destOrd="0" presId="urn:microsoft.com/office/officeart/2008/layout/LinedList"/>
    <dgm:cxn modelId="{8215E412-343C-47CD-BB09-263A6A254124}" type="presParOf" srcId="{A9D0ED5B-C90C-4E0A-BCE3-0DB0B638079D}" destId="{C42618F6-A8AB-4A1B-BDD2-CB651112F999}" srcOrd="0" destOrd="0" presId="urn:microsoft.com/office/officeart/2008/layout/LinedList"/>
    <dgm:cxn modelId="{2749C585-AF15-494E-9CBB-CE0E6F871808}" type="presParOf" srcId="{A9D0ED5B-C90C-4E0A-BCE3-0DB0B638079D}" destId="{9742A822-C5C0-496D-BF81-3E493294B005}" srcOrd="1" destOrd="0" presId="urn:microsoft.com/office/officeart/2008/layout/LinedList"/>
    <dgm:cxn modelId="{1E7AA9A8-38A9-4215-91D3-CCE79C393517}" type="presParOf" srcId="{A9D0ED5B-C90C-4E0A-BCE3-0DB0B638079D}" destId="{5D1908D6-2893-4C76-BE0B-DD868F2699BD}" srcOrd="2" destOrd="0" presId="urn:microsoft.com/office/officeart/2008/layout/LinedList"/>
    <dgm:cxn modelId="{52A35DE1-38A5-4539-8912-863347F41B67}" type="presParOf" srcId="{9FC0DBFD-7B5A-4EEB-9709-3812692DC8F1}" destId="{FA3DE432-6F33-405F-9B6D-C2B10670A234}" srcOrd="2" destOrd="0" presId="urn:microsoft.com/office/officeart/2008/layout/LinedList"/>
    <dgm:cxn modelId="{3CFB6AC1-3AB5-4DF4-B523-5583B7385FFF}" type="presParOf" srcId="{9FC0DBFD-7B5A-4EEB-9709-3812692DC8F1}" destId="{2AA2968B-71DC-4B30-9A0B-D3CFD57BF920}" srcOrd="3" destOrd="0" presId="urn:microsoft.com/office/officeart/2008/layout/LinedList"/>
    <dgm:cxn modelId="{047AE810-4A7D-42E0-9FF6-84130ADCE8C8}" type="presParOf" srcId="{E3EEEF67-6A34-4523-8728-37A7F44F9ED3}" destId="{946B8B70-6E1C-4BE0-A5FE-226A13753B4E}" srcOrd="8" destOrd="0" presId="urn:microsoft.com/office/officeart/2008/layout/LinedList"/>
    <dgm:cxn modelId="{7028034F-A3BA-423E-B969-0254649B749D}" type="presParOf" srcId="{E3EEEF67-6A34-4523-8728-37A7F44F9ED3}" destId="{E4700529-E89C-4E4B-AD86-B28EA1FEFE23}" srcOrd="9" destOrd="0" presId="urn:microsoft.com/office/officeart/2008/layout/LinedList"/>
    <dgm:cxn modelId="{F1E0B8AE-7336-4C0F-B8FE-F4D3D1C8AD43}" type="presParOf" srcId="{E4700529-E89C-4E4B-AD86-B28EA1FEFE23}" destId="{155C9C9E-206E-4E20-8CCB-A7D5BA17D0C6}" srcOrd="0" destOrd="0" presId="urn:microsoft.com/office/officeart/2008/layout/LinedList"/>
    <dgm:cxn modelId="{93D4A541-EBCF-402A-B221-6DE11ABF6C41}" type="presParOf" srcId="{E4700529-E89C-4E4B-AD86-B28EA1FEFE23}" destId="{E3A7126D-CB4B-4817-8C99-394E3381502A}" srcOrd="1" destOrd="0" presId="urn:microsoft.com/office/officeart/2008/layout/LinedList"/>
    <dgm:cxn modelId="{02584A8C-2088-4756-B033-E3E90D7FE9FF}" type="presParOf" srcId="{E3A7126D-CB4B-4817-8C99-394E3381502A}" destId="{4128C626-CE18-48EB-A2FA-EE0D6D40347E}" srcOrd="0" destOrd="0" presId="urn:microsoft.com/office/officeart/2008/layout/LinedList"/>
    <dgm:cxn modelId="{ECD2256F-3F66-4470-A6A5-3CBD30105176}" type="presParOf" srcId="{E3A7126D-CB4B-4817-8C99-394E3381502A}" destId="{384757B0-3FBC-40A4-BB5F-5CD3162081B6}" srcOrd="1" destOrd="0" presId="urn:microsoft.com/office/officeart/2008/layout/LinedList"/>
    <dgm:cxn modelId="{1B4886E6-62D4-4A53-84C0-5467448D8254}" type="presParOf" srcId="{384757B0-3FBC-40A4-BB5F-5CD3162081B6}" destId="{4F9C6317-38A6-43B6-9C44-3123E01DF15D}" srcOrd="0" destOrd="0" presId="urn:microsoft.com/office/officeart/2008/layout/LinedList"/>
    <dgm:cxn modelId="{98B8B80C-700D-4F5E-81AB-EA19A69B4084}" type="presParOf" srcId="{384757B0-3FBC-40A4-BB5F-5CD3162081B6}" destId="{4A7677FA-0BE4-43AB-8C73-4028B83A3653}" srcOrd="1" destOrd="0" presId="urn:microsoft.com/office/officeart/2008/layout/LinedList"/>
    <dgm:cxn modelId="{EC5E3CC6-5054-4065-82E4-ED83C9FB37F4}" type="presParOf" srcId="{384757B0-3FBC-40A4-BB5F-5CD3162081B6}" destId="{040AADB3-646C-473E-9279-19FDE42384C5}" srcOrd="2" destOrd="0" presId="urn:microsoft.com/office/officeart/2008/layout/LinedList"/>
    <dgm:cxn modelId="{4EF09B61-6B89-4E31-8191-6A9844671259}" type="presParOf" srcId="{E3A7126D-CB4B-4817-8C99-394E3381502A}" destId="{1F290549-8B70-4AC4-B8C7-2ECD88042A56}" srcOrd="2" destOrd="0" presId="urn:microsoft.com/office/officeart/2008/layout/LinedList"/>
    <dgm:cxn modelId="{3120D6BE-5D46-4A10-AA34-67A20449A646}" type="presParOf" srcId="{E3A7126D-CB4B-4817-8C99-394E3381502A}" destId="{D3B71BC9-FE0D-4D7C-94EE-E51165B9A838}" srcOrd="3"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D7E4076-229E-415B-ABC5-802B22D3F525}" type="doc">
      <dgm:prSet loTypeId="urn:microsoft.com/office/officeart/2018/5/layout/CenteredIconLabelDescriptionList" loCatId="icon" qsTypeId="urn:microsoft.com/office/officeart/2005/8/quickstyle/simple4" qsCatId="simple" csTypeId="urn:microsoft.com/office/officeart/2005/8/colors/accent2_2" csCatId="accent2" phldr="1"/>
      <dgm:spPr/>
      <dgm:t>
        <a:bodyPr/>
        <a:lstStyle/>
        <a:p>
          <a:endParaRPr lang="en-US"/>
        </a:p>
      </dgm:t>
    </dgm:pt>
    <dgm:pt modelId="{D693581F-23A5-4E83-AD8A-1FE0F91B6441}">
      <dgm:prSet/>
      <dgm:spPr/>
      <dgm:t>
        <a:bodyPr/>
        <a:lstStyle/>
        <a:p>
          <a:pPr>
            <a:lnSpc>
              <a:spcPct val="100000"/>
            </a:lnSpc>
            <a:defRPr b="1"/>
          </a:pPr>
          <a:r>
            <a:rPr lang="en-US">
              <a:solidFill>
                <a:schemeClr val="tx2"/>
              </a:solidFill>
            </a:rPr>
            <a:t>GET </a:t>
          </a:r>
        </a:p>
      </dgm:t>
    </dgm:pt>
    <dgm:pt modelId="{49C249F3-AB7F-4CD9-AE7F-BE804D81E8CA}" type="parTrans" cxnId="{0C135F6A-45F8-42C6-8A00-95C4AD745CAB}">
      <dgm:prSet/>
      <dgm:spPr/>
      <dgm:t>
        <a:bodyPr/>
        <a:lstStyle/>
        <a:p>
          <a:endParaRPr lang="en-US">
            <a:solidFill>
              <a:schemeClr val="tx2"/>
            </a:solidFill>
          </a:endParaRPr>
        </a:p>
      </dgm:t>
    </dgm:pt>
    <dgm:pt modelId="{22C20D5A-354A-4F91-B77F-FA4942616D24}" type="sibTrans" cxnId="{0C135F6A-45F8-42C6-8A00-95C4AD745CAB}">
      <dgm:prSet/>
      <dgm:spPr/>
      <dgm:t>
        <a:bodyPr/>
        <a:lstStyle/>
        <a:p>
          <a:endParaRPr lang="en-US">
            <a:solidFill>
              <a:schemeClr val="tx2"/>
            </a:solidFill>
          </a:endParaRPr>
        </a:p>
      </dgm:t>
    </dgm:pt>
    <dgm:pt modelId="{1C70987B-F6AE-4E68-BBE1-4288F6C29759}">
      <dgm:prSet/>
      <dgm:spPr/>
      <dgm:t>
        <a:bodyPr/>
        <a:lstStyle/>
        <a:p>
          <a:pPr>
            <a:lnSpc>
              <a:spcPct val="100000"/>
            </a:lnSpc>
          </a:pPr>
          <a:r>
            <a:rPr lang="en-US">
              <a:solidFill>
                <a:schemeClr val="tx2"/>
              </a:solidFill>
            </a:rPr>
            <a:t>get a resource</a:t>
          </a:r>
        </a:p>
      </dgm:t>
    </dgm:pt>
    <dgm:pt modelId="{CD566696-D142-4CC2-92A0-C96AB7E94BFB}" type="parTrans" cxnId="{6089087A-C1E2-4AC4-BBDE-F24E63EA9033}">
      <dgm:prSet/>
      <dgm:spPr/>
      <dgm:t>
        <a:bodyPr/>
        <a:lstStyle/>
        <a:p>
          <a:endParaRPr lang="en-US">
            <a:solidFill>
              <a:schemeClr val="tx2"/>
            </a:solidFill>
          </a:endParaRPr>
        </a:p>
      </dgm:t>
    </dgm:pt>
    <dgm:pt modelId="{43D6D951-49AD-4B2A-BBA0-25774A767A60}" type="sibTrans" cxnId="{6089087A-C1E2-4AC4-BBDE-F24E63EA9033}">
      <dgm:prSet/>
      <dgm:spPr/>
      <dgm:t>
        <a:bodyPr/>
        <a:lstStyle/>
        <a:p>
          <a:endParaRPr lang="en-US">
            <a:solidFill>
              <a:schemeClr val="tx2"/>
            </a:solidFill>
          </a:endParaRPr>
        </a:p>
      </dgm:t>
    </dgm:pt>
    <dgm:pt modelId="{5CC3EF19-1C8E-4463-9268-11666AC322B2}">
      <dgm:prSet/>
      <dgm:spPr/>
      <dgm:t>
        <a:bodyPr/>
        <a:lstStyle/>
        <a:p>
          <a:pPr>
            <a:lnSpc>
              <a:spcPct val="100000"/>
            </a:lnSpc>
            <a:defRPr b="1"/>
          </a:pPr>
          <a:r>
            <a:rPr lang="en-US">
              <a:solidFill>
                <a:schemeClr val="tx2"/>
              </a:solidFill>
            </a:rPr>
            <a:t>PUT </a:t>
          </a:r>
        </a:p>
      </dgm:t>
    </dgm:pt>
    <dgm:pt modelId="{D59C188A-22FF-40C3-83CC-A74130FC4370}" type="parTrans" cxnId="{AC4AE6F5-E5C8-49CD-AF39-EBE7CA208943}">
      <dgm:prSet/>
      <dgm:spPr/>
      <dgm:t>
        <a:bodyPr/>
        <a:lstStyle/>
        <a:p>
          <a:endParaRPr lang="en-US">
            <a:solidFill>
              <a:schemeClr val="tx2"/>
            </a:solidFill>
          </a:endParaRPr>
        </a:p>
      </dgm:t>
    </dgm:pt>
    <dgm:pt modelId="{27F9EFDC-9A94-4E0B-977A-C6F1A88F2215}" type="sibTrans" cxnId="{AC4AE6F5-E5C8-49CD-AF39-EBE7CA208943}">
      <dgm:prSet/>
      <dgm:spPr/>
      <dgm:t>
        <a:bodyPr/>
        <a:lstStyle/>
        <a:p>
          <a:endParaRPr lang="en-US">
            <a:solidFill>
              <a:schemeClr val="tx2"/>
            </a:solidFill>
          </a:endParaRPr>
        </a:p>
      </dgm:t>
    </dgm:pt>
    <dgm:pt modelId="{A642C87E-29B3-49CA-9BF2-894D40B7B496}">
      <dgm:prSet/>
      <dgm:spPr/>
      <dgm:t>
        <a:bodyPr/>
        <a:lstStyle/>
        <a:p>
          <a:pPr>
            <a:lnSpc>
              <a:spcPct val="100000"/>
            </a:lnSpc>
          </a:pPr>
          <a:r>
            <a:rPr lang="en-US">
              <a:solidFill>
                <a:schemeClr val="tx2"/>
              </a:solidFill>
            </a:rPr>
            <a:t>update a resource</a:t>
          </a:r>
        </a:p>
      </dgm:t>
    </dgm:pt>
    <dgm:pt modelId="{EC85EB70-ECD0-4C47-837F-A8C2C8B9CBF0}" type="parTrans" cxnId="{55E78BBF-F8FA-4F01-9FCC-4FB0F9B61035}">
      <dgm:prSet/>
      <dgm:spPr/>
      <dgm:t>
        <a:bodyPr/>
        <a:lstStyle/>
        <a:p>
          <a:endParaRPr lang="en-US">
            <a:solidFill>
              <a:schemeClr val="tx2"/>
            </a:solidFill>
          </a:endParaRPr>
        </a:p>
      </dgm:t>
    </dgm:pt>
    <dgm:pt modelId="{4BCF2314-F841-484D-9820-5DB2DEE1F8B1}" type="sibTrans" cxnId="{55E78BBF-F8FA-4F01-9FCC-4FB0F9B61035}">
      <dgm:prSet/>
      <dgm:spPr/>
      <dgm:t>
        <a:bodyPr/>
        <a:lstStyle/>
        <a:p>
          <a:endParaRPr lang="en-US">
            <a:solidFill>
              <a:schemeClr val="tx2"/>
            </a:solidFill>
          </a:endParaRPr>
        </a:p>
      </dgm:t>
    </dgm:pt>
    <dgm:pt modelId="{C8DE43C4-A118-4240-8F84-9770CC624C8E}">
      <dgm:prSet/>
      <dgm:spPr/>
      <dgm:t>
        <a:bodyPr/>
        <a:lstStyle/>
        <a:p>
          <a:pPr>
            <a:lnSpc>
              <a:spcPct val="100000"/>
            </a:lnSpc>
            <a:defRPr b="1"/>
          </a:pPr>
          <a:r>
            <a:rPr lang="en-US">
              <a:solidFill>
                <a:schemeClr val="tx2"/>
              </a:solidFill>
            </a:rPr>
            <a:t>POST </a:t>
          </a:r>
        </a:p>
      </dgm:t>
    </dgm:pt>
    <dgm:pt modelId="{49A867FE-09D2-4C9F-9D99-124B7F74C193}" type="parTrans" cxnId="{20BFF4BC-C27F-4F80-944A-0CAAEC363F8A}">
      <dgm:prSet/>
      <dgm:spPr/>
      <dgm:t>
        <a:bodyPr/>
        <a:lstStyle/>
        <a:p>
          <a:endParaRPr lang="en-US">
            <a:solidFill>
              <a:schemeClr val="tx2"/>
            </a:solidFill>
          </a:endParaRPr>
        </a:p>
      </dgm:t>
    </dgm:pt>
    <dgm:pt modelId="{6EA174B8-4D62-4702-A7DC-E05013ECD839}" type="sibTrans" cxnId="{20BFF4BC-C27F-4F80-944A-0CAAEC363F8A}">
      <dgm:prSet/>
      <dgm:spPr/>
      <dgm:t>
        <a:bodyPr/>
        <a:lstStyle/>
        <a:p>
          <a:endParaRPr lang="en-US">
            <a:solidFill>
              <a:schemeClr val="tx2"/>
            </a:solidFill>
          </a:endParaRPr>
        </a:p>
      </dgm:t>
    </dgm:pt>
    <dgm:pt modelId="{C1C47545-04DC-4B78-850F-86AF43B01DC4}">
      <dgm:prSet/>
      <dgm:spPr/>
      <dgm:t>
        <a:bodyPr/>
        <a:lstStyle/>
        <a:p>
          <a:pPr>
            <a:lnSpc>
              <a:spcPct val="100000"/>
            </a:lnSpc>
          </a:pPr>
          <a:r>
            <a:rPr lang="en-US">
              <a:solidFill>
                <a:schemeClr val="tx2"/>
              </a:solidFill>
            </a:rPr>
            <a:t>create new resource</a:t>
          </a:r>
        </a:p>
      </dgm:t>
    </dgm:pt>
    <dgm:pt modelId="{1BD4E4F0-344A-4264-9BE9-0DEA76FF770D}" type="parTrans" cxnId="{F2805B16-EB01-4927-98BA-CBB062CCE72F}">
      <dgm:prSet/>
      <dgm:spPr/>
      <dgm:t>
        <a:bodyPr/>
        <a:lstStyle/>
        <a:p>
          <a:endParaRPr lang="en-US">
            <a:solidFill>
              <a:schemeClr val="tx2"/>
            </a:solidFill>
          </a:endParaRPr>
        </a:p>
      </dgm:t>
    </dgm:pt>
    <dgm:pt modelId="{E4D70FE5-C457-4752-8956-FEED9643711A}" type="sibTrans" cxnId="{F2805B16-EB01-4927-98BA-CBB062CCE72F}">
      <dgm:prSet/>
      <dgm:spPr/>
      <dgm:t>
        <a:bodyPr/>
        <a:lstStyle/>
        <a:p>
          <a:endParaRPr lang="en-US">
            <a:solidFill>
              <a:schemeClr val="tx2"/>
            </a:solidFill>
          </a:endParaRPr>
        </a:p>
      </dgm:t>
    </dgm:pt>
    <dgm:pt modelId="{74A719ED-54C2-43E9-A34A-A2DC2A80D665}">
      <dgm:prSet/>
      <dgm:spPr/>
      <dgm:t>
        <a:bodyPr/>
        <a:lstStyle/>
        <a:p>
          <a:pPr>
            <a:lnSpc>
              <a:spcPct val="100000"/>
            </a:lnSpc>
            <a:defRPr b="1"/>
          </a:pPr>
          <a:r>
            <a:rPr lang="en-US" dirty="0">
              <a:solidFill>
                <a:schemeClr val="tx2"/>
              </a:solidFill>
            </a:rPr>
            <a:t>DELETE </a:t>
          </a:r>
        </a:p>
      </dgm:t>
    </dgm:pt>
    <dgm:pt modelId="{3BD6335E-3522-465B-83AE-E0FF9909E231}" type="parTrans" cxnId="{21158433-0B5B-49BC-A3C9-B1D532B8222A}">
      <dgm:prSet/>
      <dgm:spPr/>
      <dgm:t>
        <a:bodyPr/>
        <a:lstStyle/>
        <a:p>
          <a:endParaRPr lang="en-US">
            <a:solidFill>
              <a:schemeClr val="tx2"/>
            </a:solidFill>
          </a:endParaRPr>
        </a:p>
      </dgm:t>
    </dgm:pt>
    <dgm:pt modelId="{F707D0B5-FD00-49B5-AEB4-A20389430EEA}" type="sibTrans" cxnId="{21158433-0B5B-49BC-A3C9-B1D532B8222A}">
      <dgm:prSet/>
      <dgm:spPr/>
      <dgm:t>
        <a:bodyPr/>
        <a:lstStyle/>
        <a:p>
          <a:endParaRPr lang="en-US">
            <a:solidFill>
              <a:schemeClr val="tx2"/>
            </a:solidFill>
          </a:endParaRPr>
        </a:p>
      </dgm:t>
    </dgm:pt>
    <dgm:pt modelId="{E7B51DE0-762C-4961-93EB-7FC64FD1DE08}">
      <dgm:prSet/>
      <dgm:spPr/>
      <dgm:t>
        <a:bodyPr/>
        <a:lstStyle/>
        <a:p>
          <a:pPr>
            <a:lnSpc>
              <a:spcPct val="100000"/>
            </a:lnSpc>
          </a:pPr>
          <a:r>
            <a:rPr lang="en-US">
              <a:solidFill>
                <a:schemeClr val="tx2"/>
              </a:solidFill>
            </a:rPr>
            <a:t>delete a resource</a:t>
          </a:r>
        </a:p>
      </dgm:t>
    </dgm:pt>
    <dgm:pt modelId="{4A26F3A9-5B70-41BA-A360-6C3FE2277696}" type="parTrans" cxnId="{A2C4321B-C437-44A5-BBAD-63E9B989A63A}">
      <dgm:prSet/>
      <dgm:spPr/>
      <dgm:t>
        <a:bodyPr/>
        <a:lstStyle/>
        <a:p>
          <a:endParaRPr lang="en-US">
            <a:solidFill>
              <a:schemeClr val="tx2"/>
            </a:solidFill>
          </a:endParaRPr>
        </a:p>
      </dgm:t>
    </dgm:pt>
    <dgm:pt modelId="{7F140C13-71E2-4E5E-99A3-2D82FEE9B774}" type="sibTrans" cxnId="{A2C4321B-C437-44A5-BBAD-63E9B989A63A}">
      <dgm:prSet/>
      <dgm:spPr/>
      <dgm:t>
        <a:bodyPr/>
        <a:lstStyle/>
        <a:p>
          <a:endParaRPr lang="en-US">
            <a:solidFill>
              <a:schemeClr val="tx2"/>
            </a:solidFill>
          </a:endParaRPr>
        </a:p>
      </dgm:t>
    </dgm:pt>
    <dgm:pt modelId="{6B7FD7A8-F07F-4813-B1BF-B8287AFAFF4E}" type="pres">
      <dgm:prSet presAssocID="{ED7E4076-229E-415B-ABC5-802B22D3F525}" presName="root" presStyleCnt="0">
        <dgm:presLayoutVars>
          <dgm:dir/>
          <dgm:resizeHandles val="exact"/>
        </dgm:presLayoutVars>
      </dgm:prSet>
      <dgm:spPr/>
    </dgm:pt>
    <dgm:pt modelId="{903C676A-F803-4D4A-BF10-72061FDFFC36}" type="pres">
      <dgm:prSet presAssocID="{D693581F-23A5-4E83-AD8A-1FE0F91B6441}" presName="compNode" presStyleCnt="0"/>
      <dgm:spPr/>
    </dgm:pt>
    <dgm:pt modelId="{41F0E5C1-B522-406E-B032-FF2DAC44C013}" type="pres">
      <dgm:prSet presAssocID="{D693581F-23A5-4E83-AD8A-1FE0F91B6441}"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andshake"/>
        </a:ext>
      </dgm:extLst>
    </dgm:pt>
    <dgm:pt modelId="{58AA2B90-F573-45D1-A8E3-1279E7084530}" type="pres">
      <dgm:prSet presAssocID="{D693581F-23A5-4E83-AD8A-1FE0F91B6441}" presName="iconSpace" presStyleCnt="0"/>
      <dgm:spPr/>
    </dgm:pt>
    <dgm:pt modelId="{EFB607B6-2568-4F3D-83F7-4C69B54B2BD5}" type="pres">
      <dgm:prSet presAssocID="{D693581F-23A5-4E83-AD8A-1FE0F91B6441}" presName="parTx" presStyleLbl="revTx" presStyleIdx="0" presStyleCnt="8">
        <dgm:presLayoutVars>
          <dgm:chMax val="0"/>
          <dgm:chPref val="0"/>
        </dgm:presLayoutVars>
      </dgm:prSet>
      <dgm:spPr/>
    </dgm:pt>
    <dgm:pt modelId="{8F352A58-C276-4526-B704-E4216981F604}" type="pres">
      <dgm:prSet presAssocID="{D693581F-23A5-4E83-AD8A-1FE0F91B6441}" presName="txSpace" presStyleCnt="0"/>
      <dgm:spPr/>
    </dgm:pt>
    <dgm:pt modelId="{1D62FD82-CD4B-4D77-BE20-ADA0250B6283}" type="pres">
      <dgm:prSet presAssocID="{D693581F-23A5-4E83-AD8A-1FE0F91B6441}" presName="desTx" presStyleLbl="revTx" presStyleIdx="1" presStyleCnt="8">
        <dgm:presLayoutVars/>
      </dgm:prSet>
      <dgm:spPr/>
    </dgm:pt>
    <dgm:pt modelId="{B7025D6B-E40B-402B-83B4-94E7F4159FD8}" type="pres">
      <dgm:prSet presAssocID="{22C20D5A-354A-4F91-B77F-FA4942616D24}" presName="sibTrans" presStyleCnt="0"/>
      <dgm:spPr/>
    </dgm:pt>
    <dgm:pt modelId="{E432640D-6915-4597-B3C5-FBEDE89E8E40}" type="pres">
      <dgm:prSet presAssocID="{5CC3EF19-1C8E-4463-9268-11666AC322B2}" presName="compNode" presStyleCnt="0"/>
      <dgm:spPr/>
    </dgm:pt>
    <dgm:pt modelId="{A1B9AD16-6BB3-4141-B1B9-86090366CE2B}" type="pres">
      <dgm:prSet presAssocID="{5CC3EF19-1C8E-4463-9268-11666AC322B2}"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heckmark"/>
        </a:ext>
      </dgm:extLst>
    </dgm:pt>
    <dgm:pt modelId="{37F3BB48-8CD5-4AFA-9538-E905C6B4B043}" type="pres">
      <dgm:prSet presAssocID="{5CC3EF19-1C8E-4463-9268-11666AC322B2}" presName="iconSpace" presStyleCnt="0"/>
      <dgm:spPr/>
    </dgm:pt>
    <dgm:pt modelId="{26DF5A2B-FF7C-465D-8A29-F8AA9A5E0D4A}" type="pres">
      <dgm:prSet presAssocID="{5CC3EF19-1C8E-4463-9268-11666AC322B2}" presName="parTx" presStyleLbl="revTx" presStyleIdx="2" presStyleCnt="8">
        <dgm:presLayoutVars>
          <dgm:chMax val="0"/>
          <dgm:chPref val="0"/>
        </dgm:presLayoutVars>
      </dgm:prSet>
      <dgm:spPr/>
    </dgm:pt>
    <dgm:pt modelId="{3FF00C55-F9B1-474C-8ECB-46824D88EDAC}" type="pres">
      <dgm:prSet presAssocID="{5CC3EF19-1C8E-4463-9268-11666AC322B2}" presName="txSpace" presStyleCnt="0"/>
      <dgm:spPr/>
    </dgm:pt>
    <dgm:pt modelId="{4A012604-47CA-48C0-AEB0-59AF885F46CA}" type="pres">
      <dgm:prSet presAssocID="{5CC3EF19-1C8E-4463-9268-11666AC322B2}" presName="desTx" presStyleLbl="revTx" presStyleIdx="3" presStyleCnt="8">
        <dgm:presLayoutVars/>
      </dgm:prSet>
      <dgm:spPr/>
    </dgm:pt>
    <dgm:pt modelId="{8F5B0518-04E3-455B-9F99-9CAC7EC9606D}" type="pres">
      <dgm:prSet presAssocID="{27F9EFDC-9A94-4E0B-977A-C6F1A88F2215}" presName="sibTrans" presStyleCnt="0"/>
      <dgm:spPr/>
    </dgm:pt>
    <dgm:pt modelId="{0185171A-E6CF-428E-8373-76BCF07C9E6F}" type="pres">
      <dgm:prSet presAssocID="{C8DE43C4-A118-4240-8F84-9770CC624C8E}" presName="compNode" presStyleCnt="0"/>
      <dgm:spPr/>
    </dgm:pt>
    <dgm:pt modelId="{B9E252ED-5B67-4D79-8043-5979B57B5FF5}" type="pres">
      <dgm:prSet presAssocID="{C8DE43C4-A118-4240-8F84-9770CC624C8E}"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User"/>
        </a:ext>
      </dgm:extLst>
    </dgm:pt>
    <dgm:pt modelId="{8C70C846-F61F-4E3F-BF19-E4205A5B347D}" type="pres">
      <dgm:prSet presAssocID="{C8DE43C4-A118-4240-8F84-9770CC624C8E}" presName="iconSpace" presStyleCnt="0"/>
      <dgm:spPr/>
    </dgm:pt>
    <dgm:pt modelId="{C6A5AAF9-57CF-4A68-8487-CFECF9A2EB02}" type="pres">
      <dgm:prSet presAssocID="{C8DE43C4-A118-4240-8F84-9770CC624C8E}" presName="parTx" presStyleLbl="revTx" presStyleIdx="4" presStyleCnt="8">
        <dgm:presLayoutVars>
          <dgm:chMax val="0"/>
          <dgm:chPref val="0"/>
        </dgm:presLayoutVars>
      </dgm:prSet>
      <dgm:spPr/>
    </dgm:pt>
    <dgm:pt modelId="{0BC158E6-7C65-487D-871A-44F48BC501BE}" type="pres">
      <dgm:prSet presAssocID="{C8DE43C4-A118-4240-8F84-9770CC624C8E}" presName="txSpace" presStyleCnt="0"/>
      <dgm:spPr/>
    </dgm:pt>
    <dgm:pt modelId="{9106A924-A531-42F3-90C0-9E78D3081C6B}" type="pres">
      <dgm:prSet presAssocID="{C8DE43C4-A118-4240-8F84-9770CC624C8E}" presName="desTx" presStyleLbl="revTx" presStyleIdx="5" presStyleCnt="8">
        <dgm:presLayoutVars/>
      </dgm:prSet>
      <dgm:spPr/>
    </dgm:pt>
    <dgm:pt modelId="{4E15DF07-989A-4463-ABD6-17AA4F40210B}" type="pres">
      <dgm:prSet presAssocID="{6EA174B8-4D62-4702-A7DC-E05013ECD839}" presName="sibTrans" presStyleCnt="0"/>
      <dgm:spPr/>
    </dgm:pt>
    <dgm:pt modelId="{08BF8EE7-77D0-4B1F-960C-E829CDD71BB4}" type="pres">
      <dgm:prSet presAssocID="{74A719ED-54C2-43E9-A34A-A2DC2A80D665}" presName="compNode" presStyleCnt="0"/>
      <dgm:spPr/>
    </dgm:pt>
    <dgm:pt modelId="{174F4D77-B14D-44C3-838A-D81C9C4D4442}" type="pres">
      <dgm:prSet presAssocID="{74A719ED-54C2-43E9-A34A-A2DC2A80D665}"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Back"/>
        </a:ext>
      </dgm:extLst>
    </dgm:pt>
    <dgm:pt modelId="{C096B042-7F5D-4600-A1E4-D12E69152CAF}" type="pres">
      <dgm:prSet presAssocID="{74A719ED-54C2-43E9-A34A-A2DC2A80D665}" presName="iconSpace" presStyleCnt="0"/>
      <dgm:spPr/>
    </dgm:pt>
    <dgm:pt modelId="{63363FA1-AD26-4C71-873B-4B12EA9F5567}" type="pres">
      <dgm:prSet presAssocID="{74A719ED-54C2-43E9-A34A-A2DC2A80D665}" presName="parTx" presStyleLbl="revTx" presStyleIdx="6" presStyleCnt="8">
        <dgm:presLayoutVars>
          <dgm:chMax val="0"/>
          <dgm:chPref val="0"/>
        </dgm:presLayoutVars>
      </dgm:prSet>
      <dgm:spPr/>
    </dgm:pt>
    <dgm:pt modelId="{D55A950D-F448-4E25-AD59-2823B3FCB3A4}" type="pres">
      <dgm:prSet presAssocID="{74A719ED-54C2-43E9-A34A-A2DC2A80D665}" presName="txSpace" presStyleCnt="0"/>
      <dgm:spPr/>
    </dgm:pt>
    <dgm:pt modelId="{F889435D-9FC2-4CC0-80C6-875C75C9FAF0}" type="pres">
      <dgm:prSet presAssocID="{74A719ED-54C2-43E9-A34A-A2DC2A80D665}" presName="desTx" presStyleLbl="revTx" presStyleIdx="7" presStyleCnt="8">
        <dgm:presLayoutVars/>
      </dgm:prSet>
      <dgm:spPr/>
    </dgm:pt>
  </dgm:ptLst>
  <dgm:cxnLst>
    <dgm:cxn modelId="{F2805B16-EB01-4927-98BA-CBB062CCE72F}" srcId="{C8DE43C4-A118-4240-8F84-9770CC624C8E}" destId="{C1C47545-04DC-4B78-850F-86AF43B01DC4}" srcOrd="0" destOrd="0" parTransId="{1BD4E4F0-344A-4264-9BE9-0DEA76FF770D}" sibTransId="{E4D70FE5-C457-4752-8956-FEED9643711A}"/>
    <dgm:cxn modelId="{96523819-6729-4AC5-91D9-7F27F041B223}" type="presOf" srcId="{1C70987B-F6AE-4E68-BBE1-4288F6C29759}" destId="{1D62FD82-CD4B-4D77-BE20-ADA0250B6283}" srcOrd="0" destOrd="0" presId="urn:microsoft.com/office/officeart/2018/5/layout/CenteredIconLabelDescriptionList"/>
    <dgm:cxn modelId="{A2C4321B-C437-44A5-BBAD-63E9B989A63A}" srcId="{74A719ED-54C2-43E9-A34A-A2DC2A80D665}" destId="{E7B51DE0-762C-4961-93EB-7FC64FD1DE08}" srcOrd="0" destOrd="0" parTransId="{4A26F3A9-5B70-41BA-A360-6C3FE2277696}" sibTransId="{7F140C13-71E2-4E5E-99A3-2D82FEE9B774}"/>
    <dgm:cxn modelId="{21158433-0B5B-49BC-A3C9-B1D532B8222A}" srcId="{ED7E4076-229E-415B-ABC5-802B22D3F525}" destId="{74A719ED-54C2-43E9-A34A-A2DC2A80D665}" srcOrd="3" destOrd="0" parTransId="{3BD6335E-3522-465B-83AE-E0FF9909E231}" sibTransId="{F707D0B5-FD00-49B5-AEB4-A20389430EEA}"/>
    <dgm:cxn modelId="{98751E3B-CC48-479A-8346-490169F93E11}" type="presOf" srcId="{D693581F-23A5-4E83-AD8A-1FE0F91B6441}" destId="{EFB607B6-2568-4F3D-83F7-4C69B54B2BD5}" srcOrd="0" destOrd="0" presId="urn:microsoft.com/office/officeart/2018/5/layout/CenteredIconLabelDescriptionList"/>
    <dgm:cxn modelId="{0C135F6A-45F8-42C6-8A00-95C4AD745CAB}" srcId="{ED7E4076-229E-415B-ABC5-802B22D3F525}" destId="{D693581F-23A5-4E83-AD8A-1FE0F91B6441}" srcOrd="0" destOrd="0" parTransId="{49C249F3-AB7F-4CD9-AE7F-BE804D81E8CA}" sibTransId="{22C20D5A-354A-4F91-B77F-FA4942616D24}"/>
    <dgm:cxn modelId="{D7684C4B-C1AF-4E99-84AD-E9B62A14F2C7}" type="presOf" srcId="{A642C87E-29B3-49CA-9BF2-894D40B7B496}" destId="{4A012604-47CA-48C0-AEB0-59AF885F46CA}" srcOrd="0" destOrd="0" presId="urn:microsoft.com/office/officeart/2018/5/layout/CenteredIconLabelDescriptionList"/>
    <dgm:cxn modelId="{5E52734E-D6D3-4617-90C4-C711A7E661FA}" type="presOf" srcId="{5CC3EF19-1C8E-4463-9268-11666AC322B2}" destId="{26DF5A2B-FF7C-465D-8A29-F8AA9A5E0D4A}" srcOrd="0" destOrd="0" presId="urn:microsoft.com/office/officeart/2018/5/layout/CenteredIconLabelDescriptionList"/>
    <dgm:cxn modelId="{6089087A-C1E2-4AC4-BBDE-F24E63EA9033}" srcId="{D693581F-23A5-4E83-AD8A-1FE0F91B6441}" destId="{1C70987B-F6AE-4E68-BBE1-4288F6C29759}" srcOrd="0" destOrd="0" parTransId="{CD566696-D142-4CC2-92A0-C96AB7E94BFB}" sibTransId="{43D6D951-49AD-4B2A-BBA0-25774A767A60}"/>
    <dgm:cxn modelId="{C1E5A08E-FFBC-436A-AE99-F9BE967205DE}" type="presOf" srcId="{C8DE43C4-A118-4240-8F84-9770CC624C8E}" destId="{C6A5AAF9-57CF-4A68-8487-CFECF9A2EB02}" srcOrd="0" destOrd="0" presId="urn:microsoft.com/office/officeart/2018/5/layout/CenteredIconLabelDescriptionList"/>
    <dgm:cxn modelId="{B7C1649A-A093-42A6-9D4B-163D848B00E2}" type="presOf" srcId="{E7B51DE0-762C-4961-93EB-7FC64FD1DE08}" destId="{F889435D-9FC2-4CC0-80C6-875C75C9FAF0}" srcOrd="0" destOrd="0" presId="urn:microsoft.com/office/officeart/2018/5/layout/CenteredIconLabelDescriptionList"/>
    <dgm:cxn modelId="{6B9DD29B-97C9-447B-8834-890395700F7C}" type="presOf" srcId="{C1C47545-04DC-4B78-850F-86AF43B01DC4}" destId="{9106A924-A531-42F3-90C0-9E78D3081C6B}" srcOrd="0" destOrd="0" presId="urn:microsoft.com/office/officeart/2018/5/layout/CenteredIconLabelDescriptionList"/>
    <dgm:cxn modelId="{95717EBB-BBB0-48AB-B2B6-97DE7D8FE7BD}" type="presOf" srcId="{ED7E4076-229E-415B-ABC5-802B22D3F525}" destId="{6B7FD7A8-F07F-4813-B1BF-B8287AFAFF4E}" srcOrd="0" destOrd="0" presId="urn:microsoft.com/office/officeart/2018/5/layout/CenteredIconLabelDescriptionList"/>
    <dgm:cxn modelId="{20BFF4BC-C27F-4F80-944A-0CAAEC363F8A}" srcId="{ED7E4076-229E-415B-ABC5-802B22D3F525}" destId="{C8DE43C4-A118-4240-8F84-9770CC624C8E}" srcOrd="2" destOrd="0" parTransId="{49A867FE-09D2-4C9F-9D99-124B7F74C193}" sibTransId="{6EA174B8-4D62-4702-A7DC-E05013ECD839}"/>
    <dgm:cxn modelId="{55E78BBF-F8FA-4F01-9FCC-4FB0F9B61035}" srcId="{5CC3EF19-1C8E-4463-9268-11666AC322B2}" destId="{A642C87E-29B3-49CA-9BF2-894D40B7B496}" srcOrd="0" destOrd="0" parTransId="{EC85EB70-ECD0-4C47-837F-A8C2C8B9CBF0}" sibTransId="{4BCF2314-F841-484D-9820-5DB2DEE1F8B1}"/>
    <dgm:cxn modelId="{AD925AD0-2AD8-41A7-ABF3-137E20E91693}" type="presOf" srcId="{74A719ED-54C2-43E9-A34A-A2DC2A80D665}" destId="{63363FA1-AD26-4C71-873B-4B12EA9F5567}" srcOrd="0" destOrd="0" presId="urn:microsoft.com/office/officeart/2018/5/layout/CenteredIconLabelDescriptionList"/>
    <dgm:cxn modelId="{AC4AE6F5-E5C8-49CD-AF39-EBE7CA208943}" srcId="{ED7E4076-229E-415B-ABC5-802B22D3F525}" destId="{5CC3EF19-1C8E-4463-9268-11666AC322B2}" srcOrd="1" destOrd="0" parTransId="{D59C188A-22FF-40C3-83CC-A74130FC4370}" sibTransId="{27F9EFDC-9A94-4E0B-977A-C6F1A88F2215}"/>
    <dgm:cxn modelId="{6D902E20-3F1F-4FE9-BCE9-5DC403E952B8}" type="presParOf" srcId="{6B7FD7A8-F07F-4813-B1BF-B8287AFAFF4E}" destId="{903C676A-F803-4D4A-BF10-72061FDFFC36}" srcOrd="0" destOrd="0" presId="urn:microsoft.com/office/officeart/2018/5/layout/CenteredIconLabelDescriptionList"/>
    <dgm:cxn modelId="{80C0D3CA-20DC-4D73-BD89-DE9BA14C4DC0}" type="presParOf" srcId="{903C676A-F803-4D4A-BF10-72061FDFFC36}" destId="{41F0E5C1-B522-406E-B032-FF2DAC44C013}" srcOrd="0" destOrd="0" presId="urn:microsoft.com/office/officeart/2018/5/layout/CenteredIconLabelDescriptionList"/>
    <dgm:cxn modelId="{36BA3A97-D1CA-482B-B69E-24B95D6E278D}" type="presParOf" srcId="{903C676A-F803-4D4A-BF10-72061FDFFC36}" destId="{58AA2B90-F573-45D1-A8E3-1279E7084530}" srcOrd="1" destOrd="0" presId="urn:microsoft.com/office/officeart/2018/5/layout/CenteredIconLabelDescriptionList"/>
    <dgm:cxn modelId="{E60E54D7-2F23-461D-A75C-E34F35A6685E}" type="presParOf" srcId="{903C676A-F803-4D4A-BF10-72061FDFFC36}" destId="{EFB607B6-2568-4F3D-83F7-4C69B54B2BD5}" srcOrd="2" destOrd="0" presId="urn:microsoft.com/office/officeart/2018/5/layout/CenteredIconLabelDescriptionList"/>
    <dgm:cxn modelId="{A0A65787-8BA6-4221-8602-20E4D56A4626}" type="presParOf" srcId="{903C676A-F803-4D4A-BF10-72061FDFFC36}" destId="{8F352A58-C276-4526-B704-E4216981F604}" srcOrd="3" destOrd="0" presId="urn:microsoft.com/office/officeart/2018/5/layout/CenteredIconLabelDescriptionList"/>
    <dgm:cxn modelId="{8345B550-E74B-4A83-AB5D-4519ACD3ED5E}" type="presParOf" srcId="{903C676A-F803-4D4A-BF10-72061FDFFC36}" destId="{1D62FD82-CD4B-4D77-BE20-ADA0250B6283}" srcOrd="4" destOrd="0" presId="urn:microsoft.com/office/officeart/2018/5/layout/CenteredIconLabelDescriptionList"/>
    <dgm:cxn modelId="{553B4B12-207D-4C90-B000-2A8AFF658EC9}" type="presParOf" srcId="{6B7FD7A8-F07F-4813-B1BF-B8287AFAFF4E}" destId="{B7025D6B-E40B-402B-83B4-94E7F4159FD8}" srcOrd="1" destOrd="0" presId="urn:microsoft.com/office/officeart/2018/5/layout/CenteredIconLabelDescriptionList"/>
    <dgm:cxn modelId="{04A43975-622A-4530-9FEA-AE394977D452}" type="presParOf" srcId="{6B7FD7A8-F07F-4813-B1BF-B8287AFAFF4E}" destId="{E432640D-6915-4597-B3C5-FBEDE89E8E40}" srcOrd="2" destOrd="0" presId="urn:microsoft.com/office/officeart/2018/5/layout/CenteredIconLabelDescriptionList"/>
    <dgm:cxn modelId="{19E1FDCB-4741-461C-BD0C-46B1C9995B03}" type="presParOf" srcId="{E432640D-6915-4597-B3C5-FBEDE89E8E40}" destId="{A1B9AD16-6BB3-4141-B1B9-86090366CE2B}" srcOrd="0" destOrd="0" presId="urn:microsoft.com/office/officeart/2018/5/layout/CenteredIconLabelDescriptionList"/>
    <dgm:cxn modelId="{2AFA8CC4-4746-4180-9737-00E23229D564}" type="presParOf" srcId="{E432640D-6915-4597-B3C5-FBEDE89E8E40}" destId="{37F3BB48-8CD5-4AFA-9538-E905C6B4B043}" srcOrd="1" destOrd="0" presId="urn:microsoft.com/office/officeart/2018/5/layout/CenteredIconLabelDescriptionList"/>
    <dgm:cxn modelId="{FC8C4AB9-B467-4542-83FE-0946E01BB0F8}" type="presParOf" srcId="{E432640D-6915-4597-B3C5-FBEDE89E8E40}" destId="{26DF5A2B-FF7C-465D-8A29-F8AA9A5E0D4A}" srcOrd="2" destOrd="0" presId="urn:microsoft.com/office/officeart/2018/5/layout/CenteredIconLabelDescriptionList"/>
    <dgm:cxn modelId="{680637B2-CB60-4277-88C5-8CF684AD64D3}" type="presParOf" srcId="{E432640D-6915-4597-B3C5-FBEDE89E8E40}" destId="{3FF00C55-F9B1-474C-8ECB-46824D88EDAC}" srcOrd="3" destOrd="0" presId="urn:microsoft.com/office/officeart/2018/5/layout/CenteredIconLabelDescriptionList"/>
    <dgm:cxn modelId="{9E054F0C-3261-4508-AB39-1CF977D75BA9}" type="presParOf" srcId="{E432640D-6915-4597-B3C5-FBEDE89E8E40}" destId="{4A012604-47CA-48C0-AEB0-59AF885F46CA}" srcOrd="4" destOrd="0" presId="urn:microsoft.com/office/officeart/2018/5/layout/CenteredIconLabelDescriptionList"/>
    <dgm:cxn modelId="{4C374BC2-8BE5-4CE3-B042-05C7BCDB258F}" type="presParOf" srcId="{6B7FD7A8-F07F-4813-B1BF-B8287AFAFF4E}" destId="{8F5B0518-04E3-455B-9F99-9CAC7EC9606D}" srcOrd="3" destOrd="0" presId="urn:microsoft.com/office/officeart/2018/5/layout/CenteredIconLabelDescriptionList"/>
    <dgm:cxn modelId="{D1B7C4B7-ACC9-422B-8F6A-D97E2CDF8CAD}" type="presParOf" srcId="{6B7FD7A8-F07F-4813-B1BF-B8287AFAFF4E}" destId="{0185171A-E6CF-428E-8373-76BCF07C9E6F}" srcOrd="4" destOrd="0" presId="urn:microsoft.com/office/officeart/2018/5/layout/CenteredIconLabelDescriptionList"/>
    <dgm:cxn modelId="{D88F010C-5643-418F-BD79-095BC084E891}" type="presParOf" srcId="{0185171A-E6CF-428E-8373-76BCF07C9E6F}" destId="{B9E252ED-5B67-4D79-8043-5979B57B5FF5}" srcOrd="0" destOrd="0" presId="urn:microsoft.com/office/officeart/2018/5/layout/CenteredIconLabelDescriptionList"/>
    <dgm:cxn modelId="{61F881B7-59BB-4738-BEBA-CF3BFD024502}" type="presParOf" srcId="{0185171A-E6CF-428E-8373-76BCF07C9E6F}" destId="{8C70C846-F61F-4E3F-BF19-E4205A5B347D}" srcOrd="1" destOrd="0" presId="urn:microsoft.com/office/officeart/2018/5/layout/CenteredIconLabelDescriptionList"/>
    <dgm:cxn modelId="{91F57FAE-8446-42FD-BA34-348D93E86A76}" type="presParOf" srcId="{0185171A-E6CF-428E-8373-76BCF07C9E6F}" destId="{C6A5AAF9-57CF-4A68-8487-CFECF9A2EB02}" srcOrd="2" destOrd="0" presId="urn:microsoft.com/office/officeart/2018/5/layout/CenteredIconLabelDescriptionList"/>
    <dgm:cxn modelId="{B08890B8-28CD-4643-B5C6-ABF3A40C3325}" type="presParOf" srcId="{0185171A-E6CF-428E-8373-76BCF07C9E6F}" destId="{0BC158E6-7C65-487D-871A-44F48BC501BE}" srcOrd="3" destOrd="0" presId="urn:microsoft.com/office/officeart/2018/5/layout/CenteredIconLabelDescriptionList"/>
    <dgm:cxn modelId="{82D5BB55-2E7E-4D92-8FE8-AA2759B14092}" type="presParOf" srcId="{0185171A-E6CF-428E-8373-76BCF07C9E6F}" destId="{9106A924-A531-42F3-90C0-9E78D3081C6B}" srcOrd="4" destOrd="0" presId="urn:microsoft.com/office/officeart/2018/5/layout/CenteredIconLabelDescriptionList"/>
    <dgm:cxn modelId="{7FBA2458-3D19-4A1A-AA02-02A11DE21602}" type="presParOf" srcId="{6B7FD7A8-F07F-4813-B1BF-B8287AFAFF4E}" destId="{4E15DF07-989A-4463-ABD6-17AA4F40210B}" srcOrd="5" destOrd="0" presId="urn:microsoft.com/office/officeart/2018/5/layout/CenteredIconLabelDescriptionList"/>
    <dgm:cxn modelId="{6736C0CC-7666-49D9-A97B-DBE6A3FCC5A0}" type="presParOf" srcId="{6B7FD7A8-F07F-4813-B1BF-B8287AFAFF4E}" destId="{08BF8EE7-77D0-4B1F-960C-E829CDD71BB4}" srcOrd="6" destOrd="0" presId="urn:microsoft.com/office/officeart/2018/5/layout/CenteredIconLabelDescriptionList"/>
    <dgm:cxn modelId="{38E6389B-DD5D-4ADF-AF62-10F9E13AE60B}" type="presParOf" srcId="{08BF8EE7-77D0-4B1F-960C-E829CDD71BB4}" destId="{174F4D77-B14D-44C3-838A-D81C9C4D4442}" srcOrd="0" destOrd="0" presId="urn:microsoft.com/office/officeart/2018/5/layout/CenteredIconLabelDescriptionList"/>
    <dgm:cxn modelId="{D12851AB-0223-4D30-B936-4E06197BBC28}" type="presParOf" srcId="{08BF8EE7-77D0-4B1F-960C-E829CDD71BB4}" destId="{C096B042-7F5D-4600-A1E4-D12E69152CAF}" srcOrd="1" destOrd="0" presId="urn:microsoft.com/office/officeart/2018/5/layout/CenteredIconLabelDescriptionList"/>
    <dgm:cxn modelId="{067F00EF-4CBE-478D-9606-1D675BFA8046}" type="presParOf" srcId="{08BF8EE7-77D0-4B1F-960C-E829CDD71BB4}" destId="{63363FA1-AD26-4C71-873B-4B12EA9F5567}" srcOrd="2" destOrd="0" presId="urn:microsoft.com/office/officeart/2018/5/layout/CenteredIconLabelDescriptionList"/>
    <dgm:cxn modelId="{A19173F5-6CF4-4480-B112-E153DFCFD888}" type="presParOf" srcId="{08BF8EE7-77D0-4B1F-960C-E829CDD71BB4}" destId="{D55A950D-F448-4E25-AD59-2823B3FCB3A4}" srcOrd="3" destOrd="0" presId="urn:microsoft.com/office/officeart/2018/5/layout/CenteredIconLabelDescriptionList"/>
    <dgm:cxn modelId="{8193A6CA-9B09-471E-8A55-8F8E41D2F88B}" type="presParOf" srcId="{08BF8EE7-77D0-4B1F-960C-E829CDD71BB4}" destId="{F889435D-9FC2-4CC0-80C6-875C75C9FAF0}"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645B0AB-4E33-4B46-A9F4-571097EE0595}" type="doc">
      <dgm:prSet loTypeId="urn:microsoft.com/office/officeart/2008/layout/LinedList" loCatId="list" qsTypeId="urn:microsoft.com/office/officeart/2005/8/quickstyle/simple1" qsCatId="simple" csTypeId="urn:microsoft.com/office/officeart/2005/8/colors/accent2_2" csCatId="accent2" phldr="1"/>
      <dgm:spPr/>
      <dgm:t>
        <a:bodyPr/>
        <a:lstStyle/>
        <a:p>
          <a:endParaRPr lang="en-US"/>
        </a:p>
      </dgm:t>
    </dgm:pt>
    <dgm:pt modelId="{494B27FC-A7B3-4DCB-B011-F9F651176FA9}">
      <dgm:prSet/>
      <dgm:spPr/>
      <dgm:t>
        <a:bodyPr/>
        <a:lstStyle/>
        <a:p>
          <a:pPr>
            <a:lnSpc>
              <a:spcPct val="100000"/>
            </a:lnSpc>
            <a:defRPr b="1"/>
          </a:pPr>
          <a:r>
            <a:rPr lang="en-US" b="0" dirty="0">
              <a:solidFill>
                <a:schemeClr val="tx2"/>
              </a:solidFill>
            </a:rPr>
            <a:t>Status code</a:t>
          </a:r>
        </a:p>
      </dgm:t>
    </dgm:pt>
    <dgm:pt modelId="{82E1911F-239D-450B-8D1B-E0420EEC6198}" type="parTrans" cxnId="{3F287BE7-00F9-41CE-A225-0078110F24C8}">
      <dgm:prSet/>
      <dgm:spPr/>
      <dgm:t>
        <a:bodyPr/>
        <a:lstStyle/>
        <a:p>
          <a:endParaRPr lang="en-US">
            <a:solidFill>
              <a:schemeClr val="tx2"/>
            </a:solidFill>
          </a:endParaRPr>
        </a:p>
      </dgm:t>
    </dgm:pt>
    <dgm:pt modelId="{5E1C8DF7-4D55-412F-B564-41661D6CAEA1}" type="sibTrans" cxnId="{3F287BE7-00F9-41CE-A225-0078110F24C8}">
      <dgm:prSet/>
      <dgm:spPr/>
      <dgm:t>
        <a:bodyPr/>
        <a:lstStyle/>
        <a:p>
          <a:endParaRPr lang="en-US">
            <a:solidFill>
              <a:schemeClr val="tx2"/>
            </a:solidFill>
          </a:endParaRPr>
        </a:p>
      </dgm:t>
    </dgm:pt>
    <dgm:pt modelId="{61773C38-00C8-4016-93D1-DD0351440C88}">
      <dgm:prSet custT="1"/>
      <dgm:spPr/>
      <dgm:t>
        <a:bodyPr/>
        <a:lstStyle/>
        <a:p>
          <a:pPr>
            <a:lnSpc>
              <a:spcPct val="100000"/>
            </a:lnSpc>
          </a:pPr>
          <a:r>
            <a:rPr lang="en-US" sz="2000" dirty="0">
              <a:solidFill>
                <a:schemeClr val="tx2"/>
              </a:solidFill>
            </a:rPr>
            <a:t>An indication about the response status</a:t>
          </a:r>
        </a:p>
      </dgm:t>
    </dgm:pt>
    <dgm:pt modelId="{744FE49E-E7A2-4EC0-BD0C-04DEB6D419F4}" type="parTrans" cxnId="{E5F19AFD-11D4-400E-846A-A90A2B99F093}">
      <dgm:prSet/>
      <dgm:spPr/>
      <dgm:t>
        <a:bodyPr/>
        <a:lstStyle/>
        <a:p>
          <a:endParaRPr lang="en-US">
            <a:solidFill>
              <a:schemeClr val="tx2"/>
            </a:solidFill>
          </a:endParaRPr>
        </a:p>
      </dgm:t>
    </dgm:pt>
    <dgm:pt modelId="{DCE257DD-E1AF-469F-A1E1-AD5EE6E7FB25}" type="sibTrans" cxnId="{E5F19AFD-11D4-400E-846A-A90A2B99F093}">
      <dgm:prSet/>
      <dgm:spPr/>
      <dgm:t>
        <a:bodyPr/>
        <a:lstStyle/>
        <a:p>
          <a:endParaRPr lang="en-US">
            <a:solidFill>
              <a:schemeClr val="tx2"/>
            </a:solidFill>
          </a:endParaRPr>
        </a:p>
      </dgm:t>
    </dgm:pt>
    <dgm:pt modelId="{DF3B0F0C-9ABF-4265-AD61-A856E973AA07}">
      <dgm:prSet/>
      <dgm:spPr/>
      <dgm:t>
        <a:bodyPr/>
        <a:lstStyle/>
        <a:p>
          <a:pPr>
            <a:lnSpc>
              <a:spcPct val="100000"/>
            </a:lnSpc>
            <a:defRPr b="1"/>
          </a:pPr>
          <a:r>
            <a:rPr lang="en-US" b="0" dirty="0">
              <a:solidFill>
                <a:schemeClr val="tx2"/>
              </a:solidFill>
            </a:rPr>
            <a:t>Status message</a:t>
          </a:r>
        </a:p>
      </dgm:t>
    </dgm:pt>
    <dgm:pt modelId="{B4F6604E-DD63-42F0-A580-3BB1FC5CC23C}" type="parTrans" cxnId="{8023DFC0-88A1-43F8-8477-18BC55FB90F2}">
      <dgm:prSet/>
      <dgm:spPr/>
      <dgm:t>
        <a:bodyPr/>
        <a:lstStyle/>
        <a:p>
          <a:endParaRPr lang="en-US">
            <a:solidFill>
              <a:schemeClr val="tx2"/>
            </a:solidFill>
          </a:endParaRPr>
        </a:p>
      </dgm:t>
    </dgm:pt>
    <dgm:pt modelId="{48CFEC84-A973-4A3E-9755-3456CEFFC447}" type="sibTrans" cxnId="{8023DFC0-88A1-43F8-8477-18BC55FB90F2}">
      <dgm:prSet/>
      <dgm:spPr/>
      <dgm:t>
        <a:bodyPr/>
        <a:lstStyle/>
        <a:p>
          <a:endParaRPr lang="en-US">
            <a:solidFill>
              <a:schemeClr val="tx2"/>
            </a:solidFill>
          </a:endParaRPr>
        </a:p>
      </dgm:t>
    </dgm:pt>
    <dgm:pt modelId="{A60E5DC2-9EA1-4205-95E8-09FDA50BBFD5}">
      <dgm:prSet custT="1"/>
      <dgm:spPr/>
      <dgm:t>
        <a:bodyPr/>
        <a:lstStyle/>
        <a:p>
          <a:pPr>
            <a:lnSpc>
              <a:spcPct val="100000"/>
            </a:lnSpc>
          </a:pPr>
          <a:r>
            <a:rPr lang="en-US" sz="2000" dirty="0">
              <a:solidFill>
                <a:schemeClr val="tx2"/>
              </a:solidFill>
            </a:rPr>
            <a:t>A description about the response status</a:t>
          </a:r>
        </a:p>
      </dgm:t>
    </dgm:pt>
    <dgm:pt modelId="{29362C5E-D3B1-4B19-BD9B-B10442E04ED0}" type="parTrans" cxnId="{87509475-C05E-4374-A5ED-8675A6612AF2}">
      <dgm:prSet/>
      <dgm:spPr/>
      <dgm:t>
        <a:bodyPr/>
        <a:lstStyle/>
        <a:p>
          <a:endParaRPr lang="en-US">
            <a:solidFill>
              <a:schemeClr val="tx2"/>
            </a:solidFill>
          </a:endParaRPr>
        </a:p>
      </dgm:t>
    </dgm:pt>
    <dgm:pt modelId="{1792F4FF-7E07-42A6-B260-78300931B078}" type="sibTrans" cxnId="{87509475-C05E-4374-A5ED-8675A6612AF2}">
      <dgm:prSet/>
      <dgm:spPr/>
      <dgm:t>
        <a:bodyPr/>
        <a:lstStyle/>
        <a:p>
          <a:endParaRPr lang="en-US">
            <a:solidFill>
              <a:schemeClr val="tx2"/>
            </a:solidFill>
          </a:endParaRPr>
        </a:p>
      </dgm:t>
    </dgm:pt>
    <dgm:pt modelId="{ACAC5D75-78C0-4654-9093-C14830EF5E2E}">
      <dgm:prSet/>
      <dgm:spPr/>
      <dgm:t>
        <a:bodyPr/>
        <a:lstStyle/>
        <a:p>
          <a:pPr>
            <a:lnSpc>
              <a:spcPct val="100000"/>
            </a:lnSpc>
            <a:defRPr b="1"/>
          </a:pPr>
          <a:r>
            <a:rPr lang="en-US" b="0" dirty="0">
              <a:solidFill>
                <a:schemeClr val="tx2"/>
              </a:solidFill>
            </a:rPr>
            <a:t>Version</a:t>
          </a:r>
        </a:p>
      </dgm:t>
    </dgm:pt>
    <dgm:pt modelId="{FEE3114F-8E9E-4E4B-B634-E3EF91CA4B61}" type="parTrans" cxnId="{861FA975-AD4F-4D2E-86AA-517E482DA7BB}">
      <dgm:prSet/>
      <dgm:spPr/>
      <dgm:t>
        <a:bodyPr/>
        <a:lstStyle/>
        <a:p>
          <a:endParaRPr lang="en-US">
            <a:solidFill>
              <a:schemeClr val="tx2"/>
            </a:solidFill>
          </a:endParaRPr>
        </a:p>
      </dgm:t>
    </dgm:pt>
    <dgm:pt modelId="{1227B765-4E96-4C91-8C52-FFCA6E712254}" type="sibTrans" cxnId="{861FA975-AD4F-4D2E-86AA-517E482DA7BB}">
      <dgm:prSet/>
      <dgm:spPr/>
      <dgm:t>
        <a:bodyPr/>
        <a:lstStyle/>
        <a:p>
          <a:endParaRPr lang="en-US">
            <a:solidFill>
              <a:schemeClr val="tx2"/>
            </a:solidFill>
          </a:endParaRPr>
        </a:p>
      </dgm:t>
    </dgm:pt>
    <dgm:pt modelId="{BA68FC3F-AFBD-4FD2-A4E2-0DA160868B71}">
      <dgm:prSet custT="1"/>
      <dgm:spPr/>
      <dgm:t>
        <a:bodyPr/>
        <a:lstStyle/>
        <a:p>
          <a:pPr>
            <a:lnSpc>
              <a:spcPct val="100000"/>
            </a:lnSpc>
          </a:pPr>
          <a:r>
            <a:rPr lang="en-US" sz="2000" dirty="0">
              <a:solidFill>
                <a:schemeClr val="tx2"/>
              </a:solidFill>
            </a:rPr>
            <a:t>The protocol version that the request stands for.</a:t>
          </a:r>
        </a:p>
      </dgm:t>
    </dgm:pt>
    <dgm:pt modelId="{82BDCB8B-A3F6-4273-98A4-3F4F975AF0C2}" type="parTrans" cxnId="{084F0025-A206-4993-A2E4-9549C6D21593}">
      <dgm:prSet/>
      <dgm:spPr/>
      <dgm:t>
        <a:bodyPr/>
        <a:lstStyle/>
        <a:p>
          <a:endParaRPr lang="en-US">
            <a:solidFill>
              <a:schemeClr val="tx2"/>
            </a:solidFill>
          </a:endParaRPr>
        </a:p>
      </dgm:t>
    </dgm:pt>
    <dgm:pt modelId="{F5BDEE9D-A76F-470F-BFBD-8322C20129F7}" type="sibTrans" cxnId="{084F0025-A206-4993-A2E4-9549C6D21593}">
      <dgm:prSet/>
      <dgm:spPr/>
      <dgm:t>
        <a:bodyPr/>
        <a:lstStyle/>
        <a:p>
          <a:endParaRPr lang="en-US">
            <a:solidFill>
              <a:schemeClr val="tx2"/>
            </a:solidFill>
          </a:endParaRPr>
        </a:p>
      </dgm:t>
    </dgm:pt>
    <dgm:pt modelId="{599D09F9-FE7A-47D3-A25C-0E26462723C8}">
      <dgm:prSet/>
      <dgm:spPr/>
      <dgm:t>
        <a:bodyPr/>
        <a:lstStyle/>
        <a:p>
          <a:pPr>
            <a:lnSpc>
              <a:spcPct val="100000"/>
            </a:lnSpc>
            <a:defRPr b="1"/>
          </a:pPr>
          <a:r>
            <a:rPr lang="en-US" b="0" dirty="0">
              <a:solidFill>
                <a:schemeClr val="tx2"/>
              </a:solidFill>
            </a:rPr>
            <a:t>Headers</a:t>
          </a:r>
        </a:p>
      </dgm:t>
    </dgm:pt>
    <dgm:pt modelId="{E234F0E7-15BC-4E04-A2C5-D5187C7D4383}" type="parTrans" cxnId="{0AB7B5FD-91F4-4871-AE2B-03ECEDF32ACF}">
      <dgm:prSet/>
      <dgm:spPr/>
      <dgm:t>
        <a:bodyPr/>
        <a:lstStyle/>
        <a:p>
          <a:endParaRPr lang="en-US">
            <a:solidFill>
              <a:schemeClr val="tx2"/>
            </a:solidFill>
          </a:endParaRPr>
        </a:p>
      </dgm:t>
    </dgm:pt>
    <dgm:pt modelId="{6C174BB6-C4E5-4E45-85B3-A45BBFA1150D}" type="sibTrans" cxnId="{0AB7B5FD-91F4-4871-AE2B-03ECEDF32ACF}">
      <dgm:prSet/>
      <dgm:spPr/>
      <dgm:t>
        <a:bodyPr/>
        <a:lstStyle/>
        <a:p>
          <a:endParaRPr lang="en-US">
            <a:solidFill>
              <a:schemeClr val="tx2"/>
            </a:solidFill>
          </a:endParaRPr>
        </a:p>
      </dgm:t>
    </dgm:pt>
    <dgm:pt modelId="{38170B0E-4A31-41CF-96EC-6632C3F678D1}">
      <dgm:prSet custT="1"/>
      <dgm:spPr/>
      <dgm:t>
        <a:bodyPr/>
        <a:lstStyle/>
        <a:p>
          <a:pPr>
            <a:lnSpc>
              <a:spcPct val="100000"/>
            </a:lnSpc>
          </a:pPr>
          <a:r>
            <a:rPr lang="en-US" sz="2000">
              <a:solidFill>
                <a:schemeClr val="tx2"/>
              </a:solidFill>
            </a:rPr>
            <a:t>Additional metadata about the response</a:t>
          </a:r>
          <a:endParaRPr lang="en-US" sz="2000" dirty="0">
            <a:solidFill>
              <a:schemeClr val="tx2"/>
            </a:solidFill>
          </a:endParaRPr>
        </a:p>
      </dgm:t>
    </dgm:pt>
    <dgm:pt modelId="{022AC670-0C36-43AF-9AF7-68FB411DCE11}" type="parTrans" cxnId="{325F05CF-02D5-4199-85DA-D5EE147C10CC}">
      <dgm:prSet/>
      <dgm:spPr/>
      <dgm:t>
        <a:bodyPr/>
        <a:lstStyle/>
        <a:p>
          <a:endParaRPr lang="en-US">
            <a:solidFill>
              <a:schemeClr val="tx2"/>
            </a:solidFill>
          </a:endParaRPr>
        </a:p>
      </dgm:t>
    </dgm:pt>
    <dgm:pt modelId="{2CBCCDB8-988A-493C-BF27-04D2C9735DC3}" type="sibTrans" cxnId="{325F05CF-02D5-4199-85DA-D5EE147C10CC}">
      <dgm:prSet/>
      <dgm:spPr/>
      <dgm:t>
        <a:bodyPr/>
        <a:lstStyle/>
        <a:p>
          <a:endParaRPr lang="en-US">
            <a:solidFill>
              <a:schemeClr val="tx2"/>
            </a:solidFill>
          </a:endParaRPr>
        </a:p>
      </dgm:t>
    </dgm:pt>
    <dgm:pt modelId="{4F51AB9C-52A0-4F9D-B0FB-2FCEE27875AA}">
      <dgm:prSet/>
      <dgm:spPr/>
      <dgm:t>
        <a:bodyPr/>
        <a:lstStyle/>
        <a:p>
          <a:pPr>
            <a:lnSpc>
              <a:spcPct val="100000"/>
            </a:lnSpc>
            <a:defRPr b="1"/>
          </a:pPr>
          <a:r>
            <a:rPr lang="en-US" b="0" dirty="0">
              <a:solidFill>
                <a:schemeClr val="tx2"/>
              </a:solidFill>
            </a:rPr>
            <a:t>Body</a:t>
          </a:r>
        </a:p>
      </dgm:t>
    </dgm:pt>
    <dgm:pt modelId="{BC77BD8E-5EBE-40D8-8A40-E6DE55A5FD8C}" type="parTrans" cxnId="{AD5693F3-A9D2-4672-8F32-AFE12BB7D0A1}">
      <dgm:prSet/>
      <dgm:spPr/>
      <dgm:t>
        <a:bodyPr/>
        <a:lstStyle/>
        <a:p>
          <a:endParaRPr lang="en-US">
            <a:solidFill>
              <a:schemeClr val="tx2"/>
            </a:solidFill>
          </a:endParaRPr>
        </a:p>
      </dgm:t>
    </dgm:pt>
    <dgm:pt modelId="{D314906E-3C5F-405F-8FF8-63B4C0EB0722}" type="sibTrans" cxnId="{AD5693F3-A9D2-4672-8F32-AFE12BB7D0A1}">
      <dgm:prSet/>
      <dgm:spPr/>
      <dgm:t>
        <a:bodyPr/>
        <a:lstStyle/>
        <a:p>
          <a:endParaRPr lang="en-US">
            <a:solidFill>
              <a:schemeClr val="tx2"/>
            </a:solidFill>
          </a:endParaRPr>
        </a:p>
      </dgm:t>
    </dgm:pt>
    <dgm:pt modelId="{4B3E1431-60DD-4D86-B418-9AA66CB11A17}">
      <dgm:prSet custT="1"/>
      <dgm:spPr/>
      <dgm:t>
        <a:bodyPr/>
        <a:lstStyle/>
        <a:p>
          <a:pPr rtl="0">
            <a:lnSpc>
              <a:spcPct val="100000"/>
            </a:lnSpc>
          </a:pPr>
          <a:r>
            <a:rPr lang="en-US" sz="2000">
              <a:solidFill>
                <a:schemeClr val="tx2"/>
              </a:solidFill>
            </a:rPr>
            <a:t>The actual content of the response</a:t>
          </a:r>
          <a:endParaRPr lang="en-US" sz="2000" dirty="0">
            <a:solidFill>
              <a:schemeClr val="tx2"/>
            </a:solidFill>
          </a:endParaRPr>
        </a:p>
      </dgm:t>
    </dgm:pt>
    <dgm:pt modelId="{06FEEF58-ACED-409E-84C1-9482F2A974A9}" type="parTrans" cxnId="{BE4255FE-7211-4E70-B048-B1AE91017268}">
      <dgm:prSet/>
      <dgm:spPr/>
      <dgm:t>
        <a:bodyPr/>
        <a:lstStyle/>
        <a:p>
          <a:endParaRPr lang="en-US">
            <a:solidFill>
              <a:schemeClr val="tx2"/>
            </a:solidFill>
          </a:endParaRPr>
        </a:p>
      </dgm:t>
    </dgm:pt>
    <dgm:pt modelId="{7CD9BF70-C16A-4099-9DB4-5EEC50C2949A}" type="sibTrans" cxnId="{BE4255FE-7211-4E70-B048-B1AE91017268}">
      <dgm:prSet/>
      <dgm:spPr/>
      <dgm:t>
        <a:bodyPr/>
        <a:lstStyle/>
        <a:p>
          <a:endParaRPr lang="en-US">
            <a:solidFill>
              <a:schemeClr val="tx2"/>
            </a:solidFill>
          </a:endParaRPr>
        </a:p>
      </dgm:t>
    </dgm:pt>
    <dgm:pt modelId="{E3EEEF67-6A34-4523-8728-37A7F44F9ED3}" type="pres">
      <dgm:prSet presAssocID="{8645B0AB-4E33-4B46-A9F4-571097EE0595}" presName="vert0" presStyleCnt="0">
        <dgm:presLayoutVars>
          <dgm:dir/>
          <dgm:animOne val="branch"/>
          <dgm:animLvl val="lvl"/>
        </dgm:presLayoutVars>
      </dgm:prSet>
      <dgm:spPr/>
    </dgm:pt>
    <dgm:pt modelId="{F1E30431-B196-4639-A3A2-C675A7368422}" type="pres">
      <dgm:prSet presAssocID="{ACAC5D75-78C0-4654-9093-C14830EF5E2E}" presName="thickLine" presStyleLbl="alignNode1" presStyleIdx="0" presStyleCnt="5"/>
      <dgm:spPr/>
    </dgm:pt>
    <dgm:pt modelId="{0CE72593-308F-499B-B457-89F98C2FCB49}" type="pres">
      <dgm:prSet presAssocID="{ACAC5D75-78C0-4654-9093-C14830EF5E2E}" presName="horz1" presStyleCnt="0"/>
      <dgm:spPr/>
    </dgm:pt>
    <dgm:pt modelId="{D872B6EF-D2B1-4BE2-B098-6848451497BC}" type="pres">
      <dgm:prSet presAssocID="{ACAC5D75-78C0-4654-9093-C14830EF5E2E}" presName="tx1" presStyleLbl="revTx" presStyleIdx="0" presStyleCnt="10"/>
      <dgm:spPr/>
    </dgm:pt>
    <dgm:pt modelId="{68178CCF-594E-4BAB-82C5-444DC690486C}" type="pres">
      <dgm:prSet presAssocID="{ACAC5D75-78C0-4654-9093-C14830EF5E2E}" presName="vert1" presStyleCnt="0"/>
      <dgm:spPr/>
    </dgm:pt>
    <dgm:pt modelId="{E9908863-A2CC-4AA1-B3CB-153CE4C90947}" type="pres">
      <dgm:prSet presAssocID="{BA68FC3F-AFBD-4FD2-A4E2-0DA160868B71}" presName="vertSpace2a" presStyleCnt="0"/>
      <dgm:spPr/>
    </dgm:pt>
    <dgm:pt modelId="{66BB2793-8014-4669-9DB4-4CD771483504}" type="pres">
      <dgm:prSet presAssocID="{BA68FC3F-AFBD-4FD2-A4E2-0DA160868B71}" presName="horz2" presStyleCnt="0"/>
      <dgm:spPr/>
    </dgm:pt>
    <dgm:pt modelId="{B1A7FCC3-59FF-4682-B81D-C2BAE7242EE3}" type="pres">
      <dgm:prSet presAssocID="{BA68FC3F-AFBD-4FD2-A4E2-0DA160868B71}" presName="horzSpace2" presStyleCnt="0"/>
      <dgm:spPr/>
    </dgm:pt>
    <dgm:pt modelId="{51CC44B6-8B78-4621-8052-0E5B381E42A6}" type="pres">
      <dgm:prSet presAssocID="{BA68FC3F-AFBD-4FD2-A4E2-0DA160868B71}" presName="tx2" presStyleLbl="revTx" presStyleIdx="1" presStyleCnt="10"/>
      <dgm:spPr/>
    </dgm:pt>
    <dgm:pt modelId="{B4B79F52-AE0B-4946-890C-405871D34BF1}" type="pres">
      <dgm:prSet presAssocID="{BA68FC3F-AFBD-4FD2-A4E2-0DA160868B71}" presName="vert2" presStyleCnt="0"/>
      <dgm:spPr/>
    </dgm:pt>
    <dgm:pt modelId="{2B786FC1-7C62-48C6-8918-38C7B7B40122}" type="pres">
      <dgm:prSet presAssocID="{BA68FC3F-AFBD-4FD2-A4E2-0DA160868B71}" presName="thinLine2b" presStyleLbl="callout" presStyleIdx="0" presStyleCnt="5"/>
      <dgm:spPr/>
    </dgm:pt>
    <dgm:pt modelId="{CAF2F223-8861-484C-B42A-0DCE4E873599}" type="pres">
      <dgm:prSet presAssocID="{BA68FC3F-AFBD-4FD2-A4E2-0DA160868B71}" presName="vertSpace2b" presStyleCnt="0"/>
      <dgm:spPr/>
    </dgm:pt>
    <dgm:pt modelId="{A334619B-94B4-495D-B8F3-2F9F9A0396AC}" type="pres">
      <dgm:prSet presAssocID="{494B27FC-A7B3-4DCB-B011-F9F651176FA9}" presName="thickLine" presStyleLbl="alignNode1" presStyleIdx="1" presStyleCnt="5"/>
      <dgm:spPr/>
    </dgm:pt>
    <dgm:pt modelId="{EAC6A37F-3A0F-42D7-94F4-FF43D08B40EF}" type="pres">
      <dgm:prSet presAssocID="{494B27FC-A7B3-4DCB-B011-F9F651176FA9}" presName="horz1" presStyleCnt="0"/>
      <dgm:spPr/>
    </dgm:pt>
    <dgm:pt modelId="{5AB4E8F0-CA3D-4570-97CA-1A1E4A4E9905}" type="pres">
      <dgm:prSet presAssocID="{494B27FC-A7B3-4DCB-B011-F9F651176FA9}" presName="tx1" presStyleLbl="revTx" presStyleIdx="2" presStyleCnt="10"/>
      <dgm:spPr/>
    </dgm:pt>
    <dgm:pt modelId="{18EDE4C9-E5E1-4135-A42C-F3C3EA1594AF}" type="pres">
      <dgm:prSet presAssocID="{494B27FC-A7B3-4DCB-B011-F9F651176FA9}" presName="vert1" presStyleCnt="0"/>
      <dgm:spPr/>
    </dgm:pt>
    <dgm:pt modelId="{00F763DE-B7A6-42D0-A68D-DB2B2F6696E7}" type="pres">
      <dgm:prSet presAssocID="{61773C38-00C8-4016-93D1-DD0351440C88}" presName="vertSpace2a" presStyleCnt="0"/>
      <dgm:spPr/>
    </dgm:pt>
    <dgm:pt modelId="{EB6C56AD-7174-4521-8247-3193E892408C}" type="pres">
      <dgm:prSet presAssocID="{61773C38-00C8-4016-93D1-DD0351440C88}" presName="horz2" presStyleCnt="0"/>
      <dgm:spPr/>
    </dgm:pt>
    <dgm:pt modelId="{800410D1-77BD-4C30-A5EA-29685CCB8C31}" type="pres">
      <dgm:prSet presAssocID="{61773C38-00C8-4016-93D1-DD0351440C88}" presName="horzSpace2" presStyleCnt="0"/>
      <dgm:spPr/>
    </dgm:pt>
    <dgm:pt modelId="{89F2693A-1FB5-44D5-ADFF-46BEC40070AA}" type="pres">
      <dgm:prSet presAssocID="{61773C38-00C8-4016-93D1-DD0351440C88}" presName="tx2" presStyleLbl="revTx" presStyleIdx="3" presStyleCnt="10"/>
      <dgm:spPr/>
    </dgm:pt>
    <dgm:pt modelId="{515677B6-22AC-43E3-9289-7A6F0D67834D}" type="pres">
      <dgm:prSet presAssocID="{61773C38-00C8-4016-93D1-DD0351440C88}" presName="vert2" presStyleCnt="0"/>
      <dgm:spPr/>
    </dgm:pt>
    <dgm:pt modelId="{6E35C3EC-4852-4372-BDE0-AA61F1E522A3}" type="pres">
      <dgm:prSet presAssocID="{61773C38-00C8-4016-93D1-DD0351440C88}" presName="thinLine2b" presStyleLbl="callout" presStyleIdx="1" presStyleCnt="5"/>
      <dgm:spPr/>
    </dgm:pt>
    <dgm:pt modelId="{43A321A4-A92A-43EA-B01D-5B190D686B39}" type="pres">
      <dgm:prSet presAssocID="{61773C38-00C8-4016-93D1-DD0351440C88}" presName="vertSpace2b" presStyleCnt="0"/>
      <dgm:spPr/>
    </dgm:pt>
    <dgm:pt modelId="{E40EFBC9-D985-4E65-A9D7-2D3EBA3708AC}" type="pres">
      <dgm:prSet presAssocID="{DF3B0F0C-9ABF-4265-AD61-A856E973AA07}" presName="thickLine" presStyleLbl="alignNode1" presStyleIdx="2" presStyleCnt="5"/>
      <dgm:spPr/>
    </dgm:pt>
    <dgm:pt modelId="{ABC92F20-00E0-4DC7-8EB2-5082F0E5D283}" type="pres">
      <dgm:prSet presAssocID="{DF3B0F0C-9ABF-4265-AD61-A856E973AA07}" presName="horz1" presStyleCnt="0"/>
      <dgm:spPr/>
    </dgm:pt>
    <dgm:pt modelId="{99A7C6D3-61B8-49F2-B1CA-719CF20758E9}" type="pres">
      <dgm:prSet presAssocID="{DF3B0F0C-9ABF-4265-AD61-A856E973AA07}" presName="tx1" presStyleLbl="revTx" presStyleIdx="4" presStyleCnt="10"/>
      <dgm:spPr/>
    </dgm:pt>
    <dgm:pt modelId="{9A00B782-D198-4D7B-8450-D38CD1871B9C}" type="pres">
      <dgm:prSet presAssocID="{DF3B0F0C-9ABF-4265-AD61-A856E973AA07}" presName="vert1" presStyleCnt="0"/>
      <dgm:spPr/>
    </dgm:pt>
    <dgm:pt modelId="{0783A84F-B124-45B7-BD61-88200266C88B}" type="pres">
      <dgm:prSet presAssocID="{A60E5DC2-9EA1-4205-95E8-09FDA50BBFD5}" presName="vertSpace2a" presStyleCnt="0"/>
      <dgm:spPr/>
    </dgm:pt>
    <dgm:pt modelId="{2B03C570-D76F-4C93-BBEB-1D6C6099EBC7}" type="pres">
      <dgm:prSet presAssocID="{A60E5DC2-9EA1-4205-95E8-09FDA50BBFD5}" presName="horz2" presStyleCnt="0"/>
      <dgm:spPr/>
    </dgm:pt>
    <dgm:pt modelId="{5ABADEDC-5DEC-4CF6-87B4-9EF084A259EF}" type="pres">
      <dgm:prSet presAssocID="{A60E5DC2-9EA1-4205-95E8-09FDA50BBFD5}" presName="horzSpace2" presStyleCnt="0"/>
      <dgm:spPr/>
    </dgm:pt>
    <dgm:pt modelId="{D77565DB-A291-496A-B5FB-3106099924CA}" type="pres">
      <dgm:prSet presAssocID="{A60E5DC2-9EA1-4205-95E8-09FDA50BBFD5}" presName="tx2" presStyleLbl="revTx" presStyleIdx="5" presStyleCnt="10"/>
      <dgm:spPr/>
    </dgm:pt>
    <dgm:pt modelId="{E5307F9C-C35D-4B15-A376-14A8E847F79E}" type="pres">
      <dgm:prSet presAssocID="{A60E5DC2-9EA1-4205-95E8-09FDA50BBFD5}" presName="vert2" presStyleCnt="0"/>
      <dgm:spPr/>
    </dgm:pt>
    <dgm:pt modelId="{C48C927D-6C14-4CDD-BB3B-142D5AD862F8}" type="pres">
      <dgm:prSet presAssocID="{A60E5DC2-9EA1-4205-95E8-09FDA50BBFD5}" presName="thinLine2b" presStyleLbl="callout" presStyleIdx="2" presStyleCnt="5"/>
      <dgm:spPr/>
    </dgm:pt>
    <dgm:pt modelId="{EDBFE6AB-1A15-4B1F-BFDA-87912CB4745C}" type="pres">
      <dgm:prSet presAssocID="{A60E5DC2-9EA1-4205-95E8-09FDA50BBFD5}" presName="vertSpace2b" presStyleCnt="0"/>
      <dgm:spPr/>
    </dgm:pt>
    <dgm:pt modelId="{D207039D-85E9-4062-B2EF-AFD184AA8DBB}" type="pres">
      <dgm:prSet presAssocID="{599D09F9-FE7A-47D3-A25C-0E26462723C8}" presName="thickLine" presStyleLbl="alignNode1" presStyleIdx="3" presStyleCnt="5"/>
      <dgm:spPr/>
    </dgm:pt>
    <dgm:pt modelId="{E09F1248-F2B5-4948-850B-7A56EDB2C654}" type="pres">
      <dgm:prSet presAssocID="{599D09F9-FE7A-47D3-A25C-0E26462723C8}" presName="horz1" presStyleCnt="0"/>
      <dgm:spPr/>
    </dgm:pt>
    <dgm:pt modelId="{59471B78-236A-4C59-B5E2-F9314BA15652}" type="pres">
      <dgm:prSet presAssocID="{599D09F9-FE7A-47D3-A25C-0E26462723C8}" presName="tx1" presStyleLbl="revTx" presStyleIdx="6" presStyleCnt="10"/>
      <dgm:spPr/>
    </dgm:pt>
    <dgm:pt modelId="{9FC0DBFD-7B5A-4EEB-9709-3812692DC8F1}" type="pres">
      <dgm:prSet presAssocID="{599D09F9-FE7A-47D3-A25C-0E26462723C8}" presName="vert1" presStyleCnt="0"/>
      <dgm:spPr/>
    </dgm:pt>
    <dgm:pt modelId="{51804BDF-9480-4421-95EE-1C6DDA0004CC}" type="pres">
      <dgm:prSet presAssocID="{38170B0E-4A31-41CF-96EC-6632C3F678D1}" presName="vertSpace2a" presStyleCnt="0"/>
      <dgm:spPr/>
    </dgm:pt>
    <dgm:pt modelId="{A9D0ED5B-C90C-4E0A-BCE3-0DB0B638079D}" type="pres">
      <dgm:prSet presAssocID="{38170B0E-4A31-41CF-96EC-6632C3F678D1}" presName="horz2" presStyleCnt="0"/>
      <dgm:spPr/>
    </dgm:pt>
    <dgm:pt modelId="{C42618F6-A8AB-4A1B-BDD2-CB651112F999}" type="pres">
      <dgm:prSet presAssocID="{38170B0E-4A31-41CF-96EC-6632C3F678D1}" presName="horzSpace2" presStyleCnt="0"/>
      <dgm:spPr/>
    </dgm:pt>
    <dgm:pt modelId="{9742A822-C5C0-496D-BF81-3E493294B005}" type="pres">
      <dgm:prSet presAssocID="{38170B0E-4A31-41CF-96EC-6632C3F678D1}" presName="tx2" presStyleLbl="revTx" presStyleIdx="7" presStyleCnt="10"/>
      <dgm:spPr/>
    </dgm:pt>
    <dgm:pt modelId="{5D1908D6-2893-4C76-BE0B-DD868F2699BD}" type="pres">
      <dgm:prSet presAssocID="{38170B0E-4A31-41CF-96EC-6632C3F678D1}" presName="vert2" presStyleCnt="0"/>
      <dgm:spPr/>
    </dgm:pt>
    <dgm:pt modelId="{FA3DE432-6F33-405F-9B6D-C2B10670A234}" type="pres">
      <dgm:prSet presAssocID="{38170B0E-4A31-41CF-96EC-6632C3F678D1}" presName="thinLine2b" presStyleLbl="callout" presStyleIdx="3" presStyleCnt="5"/>
      <dgm:spPr/>
    </dgm:pt>
    <dgm:pt modelId="{2AA2968B-71DC-4B30-9A0B-D3CFD57BF920}" type="pres">
      <dgm:prSet presAssocID="{38170B0E-4A31-41CF-96EC-6632C3F678D1}" presName="vertSpace2b" presStyleCnt="0"/>
      <dgm:spPr/>
    </dgm:pt>
    <dgm:pt modelId="{946B8B70-6E1C-4BE0-A5FE-226A13753B4E}" type="pres">
      <dgm:prSet presAssocID="{4F51AB9C-52A0-4F9D-B0FB-2FCEE27875AA}" presName="thickLine" presStyleLbl="alignNode1" presStyleIdx="4" presStyleCnt="5"/>
      <dgm:spPr/>
    </dgm:pt>
    <dgm:pt modelId="{E4700529-E89C-4E4B-AD86-B28EA1FEFE23}" type="pres">
      <dgm:prSet presAssocID="{4F51AB9C-52A0-4F9D-B0FB-2FCEE27875AA}" presName="horz1" presStyleCnt="0"/>
      <dgm:spPr/>
    </dgm:pt>
    <dgm:pt modelId="{155C9C9E-206E-4E20-8CCB-A7D5BA17D0C6}" type="pres">
      <dgm:prSet presAssocID="{4F51AB9C-52A0-4F9D-B0FB-2FCEE27875AA}" presName="tx1" presStyleLbl="revTx" presStyleIdx="8" presStyleCnt="10"/>
      <dgm:spPr/>
    </dgm:pt>
    <dgm:pt modelId="{E3A7126D-CB4B-4817-8C99-394E3381502A}" type="pres">
      <dgm:prSet presAssocID="{4F51AB9C-52A0-4F9D-B0FB-2FCEE27875AA}" presName="vert1" presStyleCnt="0"/>
      <dgm:spPr/>
    </dgm:pt>
    <dgm:pt modelId="{4128C626-CE18-48EB-A2FA-EE0D6D40347E}" type="pres">
      <dgm:prSet presAssocID="{4B3E1431-60DD-4D86-B418-9AA66CB11A17}" presName="vertSpace2a" presStyleCnt="0"/>
      <dgm:spPr/>
    </dgm:pt>
    <dgm:pt modelId="{384757B0-3FBC-40A4-BB5F-5CD3162081B6}" type="pres">
      <dgm:prSet presAssocID="{4B3E1431-60DD-4D86-B418-9AA66CB11A17}" presName="horz2" presStyleCnt="0"/>
      <dgm:spPr/>
    </dgm:pt>
    <dgm:pt modelId="{4F9C6317-38A6-43B6-9C44-3123E01DF15D}" type="pres">
      <dgm:prSet presAssocID="{4B3E1431-60DD-4D86-B418-9AA66CB11A17}" presName="horzSpace2" presStyleCnt="0"/>
      <dgm:spPr/>
    </dgm:pt>
    <dgm:pt modelId="{4A7677FA-0BE4-43AB-8C73-4028B83A3653}" type="pres">
      <dgm:prSet presAssocID="{4B3E1431-60DD-4D86-B418-9AA66CB11A17}" presName="tx2" presStyleLbl="revTx" presStyleIdx="9" presStyleCnt="10"/>
      <dgm:spPr/>
    </dgm:pt>
    <dgm:pt modelId="{040AADB3-646C-473E-9279-19FDE42384C5}" type="pres">
      <dgm:prSet presAssocID="{4B3E1431-60DD-4D86-B418-9AA66CB11A17}" presName="vert2" presStyleCnt="0"/>
      <dgm:spPr/>
    </dgm:pt>
    <dgm:pt modelId="{1F290549-8B70-4AC4-B8C7-2ECD88042A56}" type="pres">
      <dgm:prSet presAssocID="{4B3E1431-60DD-4D86-B418-9AA66CB11A17}" presName="thinLine2b" presStyleLbl="callout" presStyleIdx="4" presStyleCnt="5"/>
      <dgm:spPr/>
    </dgm:pt>
    <dgm:pt modelId="{D3B71BC9-FE0D-4D7C-94EE-E51165B9A838}" type="pres">
      <dgm:prSet presAssocID="{4B3E1431-60DD-4D86-B418-9AA66CB11A17}" presName="vertSpace2b" presStyleCnt="0"/>
      <dgm:spPr/>
    </dgm:pt>
  </dgm:ptLst>
  <dgm:cxnLst>
    <dgm:cxn modelId="{084F0025-A206-4993-A2E4-9549C6D21593}" srcId="{ACAC5D75-78C0-4654-9093-C14830EF5E2E}" destId="{BA68FC3F-AFBD-4FD2-A4E2-0DA160868B71}" srcOrd="0" destOrd="0" parTransId="{82BDCB8B-A3F6-4273-98A4-3F4F975AF0C2}" sibTransId="{F5BDEE9D-A76F-470F-BFBD-8322C20129F7}"/>
    <dgm:cxn modelId="{79D4E845-1549-43F8-A573-2ABB474B3E54}" type="presOf" srcId="{ACAC5D75-78C0-4654-9093-C14830EF5E2E}" destId="{D872B6EF-D2B1-4BE2-B098-6848451497BC}" srcOrd="0" destOrd="0" presId="urn:microsoft.com/office/officeart/2008/layout/LinedList"/>
    <dgm:cxn modelId="{D298C774-71FE-4644-A15B-CDF9132F9433}" type="presOf" srcId="{4F51AB9C-52A0-4F9D-B0FB-2FCEE27875AA}" destId="{155C9C9E-206E-4E20-8CCB-A7D5BA17D0C6}" srcOrd="0" destOrd="0" presId="urn:microsoft.com/office/officeart/2008/layout/LinedList"/>
    <dgm:cxn modelId="{87509475-C05E-4374-A5ED-8675A6612AF2}" srcId="{DF3B0F0C-9ABF-4265-AD61-A856E973AA07}" destId="{A60E5DC2-9EA1-4205-95E8-09FDA50BBFD5}" srcOrd="0" destOrd="0" parTransId="{29362C5E-D3B1-4B19-BD9B-B10442E04ED0}" sibTransId="{1792F4FF-7E07-42A6-B260-78300931B078}"/>
    <dgm:cxn modelId="{861FA975-AD4F-4D2E-86AA-517E482DA7BB}" srcId="{8645B0AB-4E33-4B46-A9F4-571097EE0595}" destId="{ACAC5D75-78C0-4654-9093-C14830EF5E2E}" srcOrd="0" destOrd="0" parTransId="{FEE3114F-8E9E-4E4B-B634-E3EF91CA4B61}" sibTransId="{1227B765-4E96-4C91-8C52-FFCA6E712254}"/>
    <dgm:cxn modelId="{E3AC0C8F-2F0F-432A-9E6F-74916A6549A4}" type="presOf" srcId="{A60E5DC2-9EA1-4205-95E8-09FDA50BBFD5}" destId="{D77565DB-A291-496A-B5FB-3106099924CA}" srcOrd="0" destOrd="0" presId="urn:microsoft.com/office/officeart/2008/layout/LinedList"/>
    <dgm:cxn modelId="{6A68ED97-A69F-4663-804A-7B655CDD4252}" type="presOf" srcId="{61773C38-00C8-4016-93D1-DD0351440C88}" destId="{89F2693A-1FB5-44D5-ADFF-46BEC40070AA}" srcOrd="0" destOrd="0" presId="urn:microsoft.com/office/officeart/2008/layout/LinedList"/>
    <dgm:cxn modelId="{BA9B78A6-0EAF-4DF1-85C8-3DF5E76B58AD}" type="presOf" srcId="{DF3B0F0C-9ABF-4265-AD61-A856E973AA07}" destId="{99A7C6D3-61B8-49F2-B1CA-719CF20758E9}" srcOrd="0" destOrd="0" presId="urn:microsoft.com/office/officeart/2008/layout/LinedList"/>
    <dgm:cxn modelId="{A9AEE5B7-72F2-46CD-973C-A08DE8832CD7}" type="presOf" srcId="{BA68FC3F-AFBD-4FD2-A4E2-0DA160868B71}" destId="{51CC44B6-8B78-4621-8052-0E5B381E42A6}" srcOrd="0" destOrd="0" presId="urn:microsoft.com/office/officeart/2008/layout/LinedList"/>
    <dgm:cxn modelId="{8023DFC0-88A1-43F8-8477-18BC55FB90F2}" srcId="{8645B0AB-4E33-4B46-A9F4-571097EE0595}" destId="{DF3B0F0C-9ABF-4265-AD61-A856E973AA07}" srcOrd="2" destOrd="0" parTransId="{B4F6604E-DD63-42F0-A580-3BB1FC5CC23C}" sibTransId="{48CFEC84-A973-4A3E-9755-3456CEFFC447}"/>
    <dgm:cxn modelId="{0243EECC-7821-46D4-B19F-EFEA1F4CE819}" type="presOf" srcId="{599D09F9-FE7A-47D3-A25C-0E26462723C8}" destId="{59471B78-236A-4C59-B5E2-F9314BA15652}" srcOrd="0" destOrd="0" presId="urn:microsoft.com/office/officeart/2008/layout/LinedList"/>
    <dgm:cxn modelId="{325F05CF-02D5-4199-85DA-D5EE147C10CC}" srcId="{599D09F9-FE7A-47D3-A25C-0E26462723C8}" destId="{38170B0E-4A31-41CF-96EC-6632C3F678D1}" srcOrd="0" destOrd="0" parTransId="{022AC670-0C36-43AF-9AF7-68FB411DCE11}" sibTransId="{2CBCCDB8-988A-493C-BF27-04D2C9735DC3}"/>
    <dgm:cxn modelId="{5CB3FBE3-1EC8-4ED2-A89B-5C2C89F7E636}" type="presOf" srcId="{8645B0AB-4E33-4B46-A9F4-571097EE0595}" destId="{E3EEEF67-6A34-4523-8728-37A7F44F9ED3}" srcOrd="0" destOrd="0" presId="urn:microsoft.com/office/officeart/2008/layout/LinedList"/>
    <dgm:cxn modelId="{3F287BE7-00F9-41CE-A225-0078110F24C8}" srcId="{8645B0AB-4E33-4B46-A9F4-571097EE0595}" destId="{494B27FC-A7B3-4DCB-B011-F9F651176FA9}" srcOrd="1" destOrd="0" parTransId="{82E1911F-239D-450B-8D1B-E0420EEC6198}" sibTransId="{5E1C8DF7-4D55-412F-B564-41661D6CAEA1}"/>
    <dgm:cxn modelId="{FC84B0EC-7E95-49E3-AA97-F2BD7CE2CDB8}" type="presOf" srcId="{494B27FC-A7B3-4DCB-B011-F9F651176FA9}" destId="{5AB4E8F0-CA3D-4570-97CA-1A1E4A4E9905}" srcOrd="0" destOrd="0" presId="urn:microsoft.com/office/officeart/2008/layout/LinedList"/>
    <dgm:cxn modelId="{6D9760ED-0285-4E2F-8398-1932C587A917}" type="presOf" srcId="{38170B0E-4A31-41CF-96EC-6632C3F678D1}" destId="{9742A822-C5C0-496D-BF81-3E493294B005}" srcOrd="0" destOrd="0" presId="urn:microsoft.com/office/officeart/2008/layout/LinedList"/>
    <dgm:cxn modelId="{AD5693F3-A9D2-4672-8F32-AFE12BB7D0A1}" srcId="{8645B0AB-4E33-4B46-A9F4-571097EE0595}" destId="{4F51AB9C-52A0-4F9D-B0FB-2FCEE27875AA}" srcOrd="4" destOrd="0" parTransId="{BC77BD8E-5EBE-40D8-8A40-E6DE55A5FD8C}" sibTransId="{D314906E-3C5F-405F-8FF8-63B4C0EB0722}"/>
    <dgm:cxn modelId="{82A633FB-24E7-47D3-9ABE-E604E4A9A3C7}" type="presOf" srcId="{4B3E1431-60DD-4D86-B418-9AA66CB11A17}" destId="{4A7677FA-0BE4-43AB-8C73-4028B83A3653}" srcOrd="0" destOrd="0" presId="urn:microsoft.com/office/officeart/2008/layout/LinedList"/>
    <dgm:cxn modelId="{E5F19AFD-11D4-400E-846A-A90A2B99F093}" srcId="{494B27FC-A7B3-4DCB-B011-F9F651176FA9}" destId="{61773C38-00C8-4016-93D1-DD0351440C88}" srcOrd="0" destOrd="0" parTransId="{744FE49E-E7A2-4EC0-BD0C-04DEB6D419F4}" sibTransId="{DCE257DD-E1AF-469F-A1E1-AD5EE6E7FB25}"/>
    <dgm:cxn modelId="{0AB7B5FD-91F4-4871-AE2B-03ECEDF32ACF}" srcId="{8645B0AB-4E33-4B46-A9F4-571097EE0595}" destId="{599D09F9-FE7A-47D3-A25C-0E26462723C8}" srcOrd="3" destOrd="0" parTransId="{E234F0E7-15BC-4E04-A2C5-D5187C7D4383}" sibTransId="{6C174BB6-C4E5-4E45-85B3-A45BBFA1150D}"/>
    <dgm:cxn modelId="{BE4255FE-7211-4E70-B048-B1AE91017268}" srcId="{4F51AB9C-52A0-4F9D-B0FB-2FCEE27875AA}" destId="{4B3E1431-60DD-4D86-B418-9AA66CB11A17}" srcOrd="0" destOrd="0" parTransId="{06FEEF58-ACED-409E-84C1-9482F2A974A9}" sibTransId="{7CD9BF70-C16A-4099-9DB4-5EEC50C2949A}"/>
    <dgm:cxn modelId="{56F116E7-9CF1-40BD-A9D1-DE71BC456C88}" type="presParOf" srcId="{E3EEEF67-6A34-4523-8728-37A7F44F9ED3}" destId="{F1E30431-B196-4639-A3A2-C675A7368422}" srcOrd="0" destOrd="0" presId="urn:microsoft.com/office/officeart/2008/layout/LinedList"/>
    <dgm:cxn modelId="{E9E6A428-5EEE-42AC-B1C7-3A74BF2F49C3}" type="presParOf" srcId="{E3EEEF67-6A34-4523-8728-37A7F44F9ED3}" destId="{0CE72593-308F-499B-B457-89F98C2FCB49}" srcOrd="1" destOrd="0" presId="urn:microsoft.com/office/officeart/2008/layout/LinedList"/>
    <dgm:cxn modelId="{B379FF99-4508-455E-B721-313C4186C411}" type="presParOf" srcId="{0CE72593-308F-499B-B457-89F98C2FCB49}" destId="{D872B6EF-D2B1-4BE2-B098-6848451497BC}" srcOrd="0" destOrd="0" presId="urn:microsoft.com/office/officeart/2008/layout/LinedList"/>
    <dgm:cxn modelId="{7B7B17B7-3AB1-4F79-AB8E-6B2862DE0837}" type="presParOf" srcId="{0CE72593-308F-499B-B457-89F98C2FCB49}" destId="{68178CCF-594E-4BAB-82C5-444DC690486C}" srcOrd="1" destOrd="0" presId="urn:microsoft.com/office/officeart/2008/layout/LinedList"/>
    <dgm:cxn modelId="{BDB01B2F-506C-492C-8ED2-CBC64D80AC2F}" type="presParOf" srcId="{68178CCF-594E-4BAB-82C5-444DC690486C}" destId="{E9908863-A2CC-4AA1-B3CB-153CE4C90947}" srcOrd="0" destOrd="0" presId="urn:microsoft.com/office/officeart/2008/layout/LinedList"/>
    <dgm:cxn modelId="{F1F1FFDA-CAF5-4811-A0ED-86C894482965}" type="presParOf" srcId="{68178CCF-594E-4BAB-82C5-444DC690486C}" destId="{66BB2793-8014-4669-9DB4-4CD771483504}" srcOrd="1" destOrd="0" presId="urn:microsoft.com/office/officeart/2008/layout/LinedList"/>
    <dgm:cxn modelId="{1ED72E48-337D-4722-9996-C4407230D461}" type="presParOf" srcId="{66BB2793-8014-4669-9DB4-4CD771483504}" destId="{B1A7FCC3-59FF-4682-B81D-C2BAE7242EE3}" srcOrd="0" destOrd="0" presId="urn:microsoft.com/office/officeart/2008/layout/LinedList"/>
    <dgm:cxn modelId="{3BC110FF-A3D1-4958-8716-97CDA9D889F0}" type="presParOf" srcId="{66BB2793-8014-4669-9DB4-4CD771483504}" destId="{51CC44B6-8B78-4621-8052-0E5B381E42A6}" srcOrd="1" destOrd="0" presId="urn:microsoft.com/office/officeart/2008/layout/LinedList"/>
    <dgm:cxn modelId="{428D9FCD-CA34-4CAB-929C-5E5D1FC36BC0}" type="presParOf" srcId="{66BB2793-8014-4669-9DB4-4CD771483504}" destId="{B4B79F52-AE0B-4946-890C-405871D34BF1}" srcOrd="2" destOrd="0" presId="urn:microsoft.com/office/officeart/2008/layout/LinedList"/>
    <dgm:cxn modelId="{BD188187-557F-45ED-BB04-F2E2F6425704}" type="presParOf" srcId="{68178CCF-594E-4BAB-82C5-444DC690486C}" destId="{2B786FC1-7C62-48C6-8918-38C7B7B40122}" srcOrd="2" destOrd="0" presId="urn:microsoft.com/office/officeart/2008/layout/LinedList"/>
    <dgm:cxn modelId="{DB999B0E-0D08-4957-9B37-A4F0EEBA8B96}" type="presParOf" srcId="{68178CCF-594E-4BAB-82C5-444DC690486C}" destId="{CAF2F223-8861-484C-B42A-0DCE4E873599}" srcOrd="3" destOrd="0" presId="urn:microsoft.com/office/officeart/2008/layout/LinedList"/>
    <dgm:cxn modelId="{D94B900A-7250-414D-8350-C262063D0B6D}" type="presParOf" srcId="{E3EEEF67-6A34-4523-8728-37A7F44F9ED3}" destId="{A334619B-94B4-495D-B8F3-2F9F9A0396AC}" srcOrd="2" destOrd="0" presId="urn:microsoft.com/office/officeart/2008/layout/LinedList"/>
    <dgm:cxn modelId="{9BE07752-8674-4187-86D2-E8527F0D97C2}" type="presParOf" srcId="{E3EEEF67-6A34-4523-8728-37A7F44F9ED3}" destId="{EAC6A37F-3A0F-42D7-94F4-FF43D08B40EF}" srcOrd="3" destOrd="0" presId="urn:microsoft.com/office/officeart/2008/layout/LinedList"/>
    <dgm:cxn modelId="{6D290BCD-604B-4C08-A33F-C23634A2CB0D}" type="presParOf" srcId="{EAC6A37F-3A0F-42D7-94F4-FF43D08B40EF}" destId="{5AB4E8F0-CA3D-4570-97CA-1A1E4A4E9905}" srcOrd="0" destOrd="0" presId="urn:microsoft.com/office/officeart/2008/layout/LinedList"/>
    <dgm:cxn modelId="{581B9EE8-AEC7-4370-AA08-59214428667A}" type="presParOf" srcId="{EAC6A37F-3A0F-42D7-94F4-FF43D08B40EF}" destId="{18EDE4C9-E5E1-4135-A42C-F3C3EA1594AF}" srcOrd="1" destOrd="0" presId="urn:microsoft.com/office/officeart/2008/layout/LinedList"/>
    <dgm:cxn modelId="{1B7A6C39-DE87-40AE-9629-FE8C9D376B76}" type="presParOf" srcId="{18EDE4C9-E5E1-4135-A42C-F3C3EA1594AF}" destId="{00F763DE-B7A6-42D0-A68D-DB2B2F6696E7}" srcOrd="0" destOrd="0" presId="urn:microsoft.com/office/officeart/2008/layout/LinedList"/>
    <dgm:cxn modelId="{F6520084-B3E2-4F05-A63E-3C1EB1DC2B59}" type="presParOf" srcId="{18EDE4C9-E5E1-4135-A42C-F3C3EA1594AF}" destId="{EB6C56AD-7174-4521-8247-3193E892408C}" srcOrd="1" destOrd="0" presId="urn:microsoft.com/office/officeart/2008/layout/LinedList"/>
    <dgm:cxn modelId="{5A1D481A-3C6B-4C8E-81E1-4E2B0594F9DE}" type="presParOf" srcId="{EB6C56AD-7174-4521-8247-3193E892408C}" destId="{800410D1-77BD-4C30-A5EA-29685CCB8C31}" srcOrd="0" destOrd="0" presId="urn:microsoft.com/office/officeart/2008/layout/LinedList"/>
    <dgm:cxn modelId="{B55E2E5D-7F1F-4B58-8F9E-88F06D5A36DB}" type="presParOf" srcId="{EB6C56AD-7174-4521-8247-3193E892408C}" destId="{89F2693A-1FB5-44D5-ADFF-46BEC40070AA}" srcOrd="1" destOrd="0" presId="urn:microsoft.com/office/officeart/2008/layout/LinedList"/>
    <dgm:cxn modelId="{DD3237BC-183E-4F60-8207-740908641D29}" type="presParOf" srcId="{EB6C56AD-7174-4521-8247-3193E892408C}" destId="{515677B6-22AC-43E3-9289-7A6F0D67834D}" srcOrd="2" destOrd="0" presId="urn:microsoft.com/office/officeart/2008/layout/LinedList"/>
    <dgm:cxn modelId="{473A701A-BFE4-4C3F-8125-3AF4DBC7CE48}" type="presParOf" srcId="{18EDE4C9-E5E1-4135-A42C-F3C3EA1594AF}" destId="{6E35C3EC-4852-4372-BDE0-AA61F1E522A3}" srcOrd="2" destOrd="0" presId="urn:microsoft.com/office/officeart/2008/layout/LinedList"/>
    <dgm:cxn modelId="{CA45FE36-5F8C-4144-BDCB-454A804AABB1}" type="presParOf" srcId="{18EDE4C9-E5E1-4135-A42C-F3C3EA1594AF}" destId="{43A321A4-A92A-43EA-B01D-5B190D686B39}" srcOrd="3" destOrd="0" presId="urn:microsoft.com/office/officeart/2008/layout/LinedList"/>
    <dgm:cxn modelId="{998AC82F-2A1B-49A8-81C7-7342D30245F0}" type="presParOf" srcId="{E3EEEF67-6A34-4523-8728-37A7F44F9ED3}" destId="{E40EFBC9-D985-4E65-A9D7-2D3EBA3708AC}" srcOrd="4" destOrd="0" presId="urn:microsoft.com/office/officeart/2008/layout/LinedList"/>
    <dgm:cxn modelId="{46F44C43-3C9A-4BB9-AFD5-8CB251095800}" type="presParOf" srcId="{E3EEEF67-6A34-4523-8728-37A7F44F9ED3}" destId="{ABC92F20-00E0-4DC7-8EB2-5082F0E5D283}" srcOrd="5" destOrd="0" presId="urn:microsoft.com/office/officeart/2008/layout/LinedList"/>
    <dgm:cxn modelId="{5F2D04B2-342E-4771-B650-80145AB328B0}" type="presParOf" srcId="{ABC92F20-00E0-4DC7-8EB2-5082F0E5D283}" destId="{99A7C6D3-61B8-49F2-B1CA-719CF20758E9}" srcOrd="0" destOrd="0" presId="urn:microsoft.com/office/officeart/2008/layout/LinedList"/>
    <dgm:cxn modelId="{10268BF3-018A-4CEB-A2E4-E5AA24849C57}" type="presParOf" srcId="{ABC92F20-00E0-4DC7-8EB2-5082F0E5D283}" destId="{9A00B782-D198-4D7B-8450-D38CD1871B9C}" srcOrd="1" destOrd="0" presId="urn:microsoft.com/office/officeart/2008/layout/LinedList"/>
    <dgm:cxn modelId="{FB025720-9F67-435B-9760-D7D6928BC048}" type="presParOf" srcId="{9A00B782-D198-4D7B-8450-D38CD1871B9C}" destId="{0783A84F-B124-45B7-BD61-88200266C88B}" srcOrd="0" destOrd="0" presId="urn:microsoft.com/office/officeart/2008/layout/LinedList"/>
    <dgm:cxn modelId="{020DD7D6-BBA1-49D1-9892-4B21775A347F}" type="presParOf" srcId="{9A00B782-D198-4D7B-8450-D38CD1871B9C}" destId="{2B03C570-D76F-4C93-BBEB-1D6C6099EBC7}" srcOrd="1" destOrd="0" presId="urn:microsoft.com/office/officeart/2008/layout/LinedList"/>
    <dgm:cxn modelId="{AD259BE6-7D1B-4D99-8B72-ACA46B6AE98B}" type="presParOf" srcId="{2B03C570-D76F-4C93-BBEB-1D6C6099EBC7}" destId="{5ABADEDC-5DEC-4CF6-87B4-9EF084A259EF}" srcOrd="0" destOrd="0" presId="urn:microsoft.com/office/officeart/2008/layout/LinedList"/>
    <dgm:cxn modelId="{D78E612E-AD74-418E-A10D-F7D7394F0F43}" type="presParOf" srcId="{2B03C570-D76F-4C93-BBEB-1D6C6099EBC7}" destId="{D77565DB-A291-496A-B5FB-3106099924CA}" srcOrd="1" destOrd="0" presId="urn:microsoft.com/office/officeart/2008/layout/LinedList"/>
    <dgm:cxn modelId="{B12662B7-51C3-4AD8-AE10-1B5D15099FCB}" type="presParOf" srcId="{2B03C570-D76F-4C93-BBEB-1D6C6099EBC7}" destId="{E5307F9C-C35D-4B15-A376-14A8E847F79E}" srcOrd="2" destOrd="0" presId="urn:microsoft.com/office/officeart/2008/layout/LinedList"/>
    <dgm:cxn modelId="{A6E3D63D-7435-4F00-A7CB-B47567AE066D}" type="presParOf" srcId="{9A00B782-D198-4D7B-8450-D38CD1871B9C}" destId="{C48C927D-6C14-4CDD-BB3B-142D5AD862F8}" srcOrd="2" destOrd="0" presId="urn:microsoft.com/office/officeart/2008/layout/LinedList"/>
    <dgm:cxn modelId="{B1C74E21-B0A8-4315-9E84-E993307A545C}" type="presParOf" srcId="{9A00B782-D198-4D7B-8450-D38CD1871B9C}" destId="{EDBFE6AB-1A15-4B1F-BFDA-87912CB4745C}" srcOrd="3" destOrd="0" presId="urn:microsoft.com/office/officeart/2008/layout/LinedList"/>
    <dgm:cxn modelId="{71BC8AD6-8B30-4BB6-B0D2-740979138AA5}" type="presParOf" srcId="{E3EEEF67-6A34-4523-8728-37A7F44F9ED3}" destId="{D207039D-85E9-4062-B2EF-AFD184AA8DBB}" srcOrd="6" destOrd="0" presId="urn:microsoft.com/office/officeart/2008/layout/LinedList"/>
    <dgm:cxn modelId="{28D78B93-98B3-44C8-A078-07BC08D8EF47}" type="presParOf" srcId="{E3EEEF67-6A34-4523-8728-37A7F44F9ED3}" destId="{E09F1248-F2B5-4948-850B-7A56EDB2C654}" srcOrd="7" destOrd="0" presId="urn:microsoft.com/office/officeart/2008/layout/LinedList"/>
    <dgm:cxn modelId="{A828C9E9-72AC-49B5-BC2B-76601E2340D8}" type="presParOf" srcId="{E09F1248-F2B5-4948-850B-7A56EDB2C654}" destId="{59471B78-236A-4C59-B5E2-F9314BA15652}" srcOrd="0" destOrd="0" presId="urn:microsoft.com/office/officeart/2008/layout/LinedList"/>
    <dgm:cxn modelId="{34B5C09A-8397-461C-AEE3-B8A640BF5CC5}" type="presParOf" srcId="{E09F1248-F2B5-4948-850B-7A56EDB2C654}" destId="{9FC0DBFD-7B5A-4EEB-9709-3812692DC8F1}" srcOrd="1" destOrd="0" presId="urn:microsoft.com/office/officeart/2008/layout/LinedList"/>
    <dgm:cxn modelId="{9583B3AF-DCF9-45A6-965A-5C841EE523D3}" type="presParOf" srcId="{9FC0DBFD-7B5A-4EEB-9709-3812692DC8F1}" destId="{51804BDF-9480-4421-95EE-1C6DDA0004CC}" srcOrd="0" destOrd="0" presId="urn:microsoft.com/office/officeart/2008/layout/LinedList"/>
    <dgm:cxn modelId="{CD1C5685-D012-4965-B29A-4466CEBBEDD6}" type="presParOf" srcId="{9FC0DBFD-7B5A-4EEB-9709-3812692DC8F1}" destId="{A9D0ED5B-C90C-4E0A-BCE3-0DB0B638079D}" srcOrd="1" destOrd="0" presId="urn:microsoft.com/office/officeart/2008/layout/LinedList"/>
    <dgm:cxn modelId="{5715B2A8-25A8-47F2-826F-B7A390366014}" type="presParOf" srcId="{A9D0ED5B-C90C-4E0A-BCE3-0DB0B638079D}" destId="{C42618F6-A8AB-4A1B-BDD2-CB651112F999}" srcOrd="0" destOrd="0" presId="urn:microsoft.com/office/officeart/2008/layout/LinedList"/>
    <dgm:cxn modelId="{CCAF465C-C243-4134-BA82-D1A9BA66B2F2}" type="presParOf" srcId="{A9D0ED5B-C90C-4E0A-BCE3-0DB0B638079D}" destId="{9742A822-C5C0-496D-BF81-3E493294B005}" srcOrd="1" destOrd="0" presId="urn:microsoft.com/office/officeart/2008/layout/LinedList"/>
    <dgm:cxn modelId="{261ACE73-6D9E-438A-9182-AFE80BE1C5BF}" type="presParOf" srcId="{A9D0ED5B-C90C-4E0A-BCE3-0DB0B638079D}" destId="{5D1908D6-2893-4C76-BE0B-DD868F2699BD}" srcOrd="2" destOrd="0" presId="urn:microsoft.com/office/officeart/2008/layout/LinedList"/>
    <dgm:cxn modelId="{61C5E456-CD22-4583-B6DE-007C1AFCD7C6}" type="presParOf" srcId="{9FC0DBFD-7B5A-4EEB-9709-3812692DC8F1}" destId="{FA3DE432-6F33-405F-9B6D-C2B10670A234}" srcOrd="2" destOrd="0" presId="urn:microsoft.com/office/officeart/2008/layout/LinedList"/>
    <dgm:cxn modelId="{7C8B185D-76E8-4A44-A93A-B403205827CE}" type="presParOf" srcId="{9FC0DBFD-7B5A-4EEB-9709-3812692DC8F1}" destId="{2AA2968B-71DC-4B30-9A0B-D3CFD57BF920}" srcOrd="3" destOrd="0" presId="urn:microsoft.com/office/officeart/2008/layout/LinedList"/>
    <dgm:cxn modelId="{B3F11E44-184A-435E-A4BF-84978E427DCB}" type="presParOf" srcId="{E3EEEF67-6A34-4523-8728-37A7F44F9ED3}" destId="{946B8B70-6E1C-4BE0-A5FE-226A13753B4E}" srcOrd="8" destOrd="0" presId="urn:microsoft.com/office/officeart/2008/layout/LinedList"/>
    <dgm:cxn modelId="{8956E7D2-73CD-4EEB-805E-EE98B4DB7456}" type="presParOf" srcId="{E3EEEF67-6A34-4523-8728-37A7F44F9ED3}" destId="{E4700529-E89C-4E4B-AD86-B28EA1FEFE23}" srcOrd="9" destOrd="0" presId="urn:microsoft.com/office/officeart/2008/layout/LinedList"/>
    <dgm:cxn modelId="{C775F70F-4130-45A2-B9D4-8385710F6DAD}" type="presParOf" srcId="{E4700529-E89C-4E4B-AD86-B28EA1FEFE23}" destId="{155C9C9E-206E-4E20-8CCB-A7D5BA17D0C6}" srcOrd="0" destOrd="0" presId="urn:microsoft.com/office/officeart/2008/layout/LinedList"/>
    <dgm:cxn modelId="{EF4763BA-847E-4249-8962-C1F7A4AA8C66}" type="presParOf" srcId="{E4700529-E89C-4E4B-AD86-B28EA1FEFE23}" destId="{E3A7126D-CB4B-4817-8C99-394E3381502A}" srcOrd="1" destOrd="0" presId="urn:microsoft.com/office/officeart/2008/layout/LinedList"/>
    <dgm:cxn modelId="{34E2AB81-8DA4-4EC7-8467-5569D528D0C1}" type="presParOf" srcId="{E3A7126D-CB4B-4817-8C99-394E3381502A}" destId="{4128C626-CE18-48EB-A2FA-EE0D6D40347E}" srcOrd="0" destOrd="0" presId="urn:microsoft.com/office/officeart/2008/layout/LinedList"/>
    <dgm:cxn modelId="{FE2B4B15-1A64-4561-9B62-DDFE1F2C43CC}" type="presParOf" srcId="{E3A7126D-CB4B-4817-8C99-394E3381502A}" destId="{384757B0-3FBC-40A4-BB5F-5CD3162081B6}" srcOrd="1" destOrd="0" presId="urn:microsoft.com/office/officeart/2008/layout/LinedList"/>
    <dgm:cxn modelId="{F470CFE7-B2E2-4CDD-86A6-071F05E73977}" type="presParOf" srcId="{384757B0-3FBC-40A4-BB5F-5CD3162081B6}" destId="{4F9C6317-38A6-43B6-9C44-3123E01DF15D}" srcOrd="0" destOrd="0" presId="urn:microsoft.com/office/officeart/2008/layout/LinedList"/>
    <dgm:cxn modelId="{337F9C69-6D30-4D7D-A3A2-6B38F1483864}" type="presParOf" srcId="{384757B0-3FBC-40A4-BB5F-5CD3162081B6}" destId="{4A7677FA-0BE4-43AB-8C73-4028B83A3653}" srcOrd="1" destOrd="0" presId="urn:microsoft.com/office/officeart/2008/layout/LinedList"/>
    <dgm:cxn modelId="{784B7280-28F7-46B7-BD4F-F720CA57962D}" type="presParOf" srcId="{384757B0-3FBC-40A4-BB5F-5CD3162081B6}" destId="{040AADB3-646C-473E-9279-19FDE42384C5}" srcOrd="2" destOrd="0" presId="urn:microsoft.com/office/officeart/2008/layout/LinedList"/>
    <dgm:cxn modelId="{E8C9C199-5772-42A3-B9D7-0B17A3D04532}" type="presParOf" srcId="{E3A7126D-CB4B-4817-8C99-394E3381502A}" destId="{1F290549-8B70-4AC4-B8C7-2ECD88042A56}" srcOrd="2" destOrd="0" presId="urn:microsoft.com/office/officeart/2008/layout/LinedList"/>
    <dgm:cxn modelId="{A236FF18-227C-4E8A-A61D-3E6F8E6D8E71}" type="presParOf" srcId="{E3A7126D-CB4B-4817-8C99-394E3381502A}" destId="{D3B71BC9-FE0D-4D7C-94EE-E51165B9A838}" srcOrd="3"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79DC959-E670-42C5-816F-2A475618D485}" type="doc">
      <dgm:prSet loTypeId="urn:microsoft.com/office/officeart/2008/layout/LinedList" loCatId="list" qsTypeId="urn:microsoft.com/office/officeart/2005/8/quickstyle/simple2" qsCatId="simple" csTypeId="urn:microsoft.com/office/officeart/2005/8/colors/accent2_2" csCatId="accent2" phldr="1"/>
      <dgm:spPr/>
      <dgm:t>
        <a:bodyPr/>
        <a:lstStyle/>
        <a:p>
          <a:endParaRPr lang="en-US"/>
        </a:p>
      </dgm:t>
    </dgm:pt>
    <dgm:pt modelId="{0B71BF40-B00D-4194-9237-95F54F778364}">
      <dgm:prSet custT="1"/>
      <dgm:spPr/>
      <dgm:t>
        <a:bodyPr/>
        <a:lstStyle/>
        <a:p>
          <a:pPr algn="l"/>
          <a:r>
            <a:rPr lang="en-US" sz="3200" dirty="0">
              <a:solidFill>
                <a:schemeClr val="tx2"/>
              </a:solidFill>
            </a:rPr>
            <a:t>GET</a:t>
          </a:r>
        </a:p>
      </dgm:t>
    </dgm:pt>
    <dgm:pt modelId="{92D5D179-FB0C-476A-A92C-AF403B54D6CF}" type="parTrans" cxnId="{D17BE7DD-7F96-4810-AFAE-4356B94BBB76}">
      <dgm:prSet/>
      <dgm:spPr/>
      <dgm:t>
        <a:bodyPr/>
        <a:lstStyle/>
        <a:p>
          <a:endParaRPr lang="en-US">
            <a:solidFill>
              <a:schemeClr val="tx2"/>
            </a:solidFill>
          </a:endParaRPr>
        </a:p>
      </dgm:t>
    </dgm:pt>
    <dgm:pt modelId="{01B50BA8-C22E-4D4D-AF5C-C51AF831CE30}" type="sibTrans" cxnId="{D17BE7DD-7F96-4810-AFAE-4356B94BBB76}">
      <dgm:prSet/>
      <dgm:spPr/>
      <dgm:t>
        <a:bodyPr/>
        <a:lstStyle/>
        <a:p>
          <a:endParaRPr lang="en-US">
            <a:solidFill>
              <a:schemeClr val="tx2"/>
            </a:solidFill>
          </a:endParaRPr>
        </a:p>
      </dgm:t>
    </dgm:pt>
    <dgm:pt modelId="{051ECFB5-288A-4D6C-8F6B-BB813163E82B}">
      <dgm:prSet custT="1"/>
      <dgm:spPr/>
      <dgm:t>
        <a:bodyPr/>
        <a:lstStyle/>
        <a:p>
          <a:pPr algn="l"/>
          <a:r>
            <a:rPr lang="en-US" sz="2000" dirty="0">
              <a:solidFill>
                <a:schemeClr val="tx2"/>
              </a:solidFill>
            </a:rPr>
            <a:t>retrieve a list of all resources </a:t>
          </a:r>
        </a:p>
      </dgm:t>
    </dgm:pt>
    <dgm:pt modelId="{C00E89BF-D1C6-4462-AA2A-32F1024EB917}" type="parTrans" cxnId="{7C429620-082E-493E-97B8-8398CB639C95}">
      <dgm:prSet/>
      <dgm:spPr/>
      <dgm:t>
        <a:bodyPr/>
        <a:lstStyle/>
        <a:p>
          <a:endParaRPr lang="en-US">
            <a:solidFill>
              <a:schemeClr val="tx2"/>
            </a:solidFill>
          </a:endParaRPr>
        </a:p>
      </dgm:t>
    </dgm:pt>
    <dgm:pt modelId="{559CDD84-9847-4BA2-A027-695E3E37608C}" type="sibTrans" cxnId="{7C429620-082E-493E-97B8-8398CB639C95}">
      <dgm:prSet/>
      <dgm:spPr/>
      <dgm:t>
        <a:bodyPr/>
        <a:lstStyle/>
        <a:p>
          <a:endParaRPr lang="en-US">
            <a:solidFill>
              <a:schemeClr val="tx2"/>
            </a:solidFill>
          </a:endParaRPr>
        </a:p>
      </dgm:t>
    </dgm:pt>
    <dgm:pt modelId="{B8F06AFD-9796-4BCB-9177-E58D1C00AFB0}">
      <dgm:prSet custT="1"/>
      <dgm:spPr/>
      <dgm:t>
        <a:bodyPr/>
        <a:lstStyle/>
        <a:p>
          <a:pPr algn="l"/>
          <a:r>
            <a:rPr lang="en-US" sz="2000" kern="1200" dirty="0">
              <a:solidFill>
                <a:prstClr val="black">
                  <a:lumMod val="50000"/>
                  <a:lumOff val="50000"/>
                </a:prstClr>
              </a:solidFill>
              <a:latin typeface="Consolas" panose="020B0609020204030204" pitchFamily="49" charset="0"/>
              <a:ea typeface="+mn-ea"/>
              <a:cs typeface="+mn-cs"/>
            </a:rPr>
            <a:t>/resources</a:t>
          </a:r>
        </a:p>
      </dgm:t>
    </dgm:pt>
    <dgm:pt modelId="{904EF09D-12D6-4E44-8467-657424CEFE27}" type="parTrans" cxnId="{821B6850-9559-458A-8231-44D10D0578DB}">
      <dgm:prSet/>
      <dgm:spPr/>
      <dgm:t>
        <a:bodyPr/>
        <a:lstStyle/>
        <a:p>
          <a:endParaRPr lang="en-US">
            <a:solidFill>
              <a:schemeClr val="tx2"/>
            </a:solidFill>
          </a:endParaRPr>
        </a:p>
      </dgm:t>
    </dgm:pt>
    <dgm:pt modelId="{91138879-37DE-46C2-A6A6-4F4F51E60DB1}" type="sibTrans" cxnId="{821B6850-9559-458A-8231-44D10D0578DB}">
      <dgm:prSet/>
      <dgm:spPr/>
      <dgm:t>
        <a:bodyPr/>
        <a:lstStyle/>
        <a:p>
          <a:endParaRPr lang="en-US">
            <a:solidFill>
              <a:schemeClr val="tx2"/>
            </a:solidFill>
          </a:endParaRPr>
        </a:p>
      </dgm:t>
    </dgm:pt>
    <dgm:pt modelId="{932BC424-7EF5-4312-B1DE-E854B9D5FB8F}">
      <dgm:prSet custT="1"/>
      <dgm:spPr/>
      <dgm:t>
        <a:bodyPr/>
        <a:lstStyle/>
        <a:p>
          <a:pPr algn="l"/>
          <a:r>
            <a:rPr lang="en-US" sz="3200" dirty="0">
              <a:solidFill>
                <a:schemeClr val="tx2"/>
              </a:solidFill>
            </a:rPr>
            <a:t>GET</a:t>
          </a:r>
        </a:p>
      </dgm:t>
    </dgm:pt>
    <dgm:pt modelId="{C826F8CB-554B-4363-A62F-4254B8324C2C}" type="parTrans" cxnId="{5153B032-EAA1-4A1C-8FCF-BBAD42DBF3F4}">
      <dgm:prSet/>
      <dgm:spPr/>
      <dgm:t>
        <a:bodyPr/>
        <a:lstStyle/>
        <a:p>
          <a:endParaRPr lang="en-US">
            <a:solidFill>
              <a:schemeClr val="tx2"/>
            </a:solidFill>
          </a:endParaRPr>
        </a:p>
      </dgm:t>
    </dgm:pt>
    <dgm:pt modelId="{8D8DD2E2-1F7F-4C1D-8F86-597461EBB824}" type="sibTrans" cxnId="{5153B032-EAA1-4A1C-8FCF-BBAD42DBF3F4}">
      <dgm:prSet/>
      <dgm:spPr/>
      <dgm:t>
        <a:bodyPr/>
        <a:lstStyle/>
        <a:p>
          <a:endParaRPr lang="en-US">
            <a:solidFill>
              <a:schemeClr val="tx2"/>
            </a:solidFill>
          </a:endParaRPr>
        </a:p>
      </dgm:t>
    </dgm:pt>
    <dgm:pt modelId="{4F55C59B-8FF4-4845-822A-11C10C71D26B}">
      <dgm:prSet custT="1"/>
      <dgm:spPr/>
      <dgm:t>
        <a:bodyPr/>
        <a:lstStyle/>
        <a:p>
          <a:pPr algn="l"/>
          <a:r>
            <a:rPr lang="en-US" sz="2000" dirty="0">
              <a:solidFill>
                <a:schemeClr val="tx2"/>
              </a:solidFill>
            </a:rPr>
            <a:t>retrieve a specific resource by its ID</a:t>
          </a:r>
        </a:p>
      </dgm:t>
    </dgm:pt>
    <dgm:pt modelId="{66164DBC-257E-4FEE-B148-74A266A33F26}" type="parTrans" cxnId="{2D6F674E-739F-411F-893C-53CE9397CB4B}">
      <dgm:prSet/>
      <dgm:spPr/>
      <dgm:t>
        <a:bodyPr/>
        <a:lstStyle/>
        <a:p>
          <a:endParaRPr lang="en-US">
            <a:solidFill>
              <a:schemeClr val="tx2"/>
            </a:solidFill>
          </a:endParaRPr>
        </a:p>
      </dgm:t>
    </dgm:pt>
    <dgm:pt modelId="{8D94925F-32AA-4505-9EEB-AC02A7BB57D2}" type="sibTrans" cxnId="{2D6F674E-739F-411F-893C-53CE9397CB4B}">
      <dgm:prSet/>
      <dgm:spPr/>
      <dgm:t>
        <a:bodyPr/>
        <a:lstStyle/>
        <a:p>
          <a:endParaRPr lang="en-US">
            <a:solidFill>
              <a:schemeClr val="tx2"/>
            </a:solidFill>
          </a:endParaRPr>
        </a:p>
      </dgm:t>
    </dgm:pt>
    <dgm:pt modelId="{B7E309AD-4FC6-46B1-83FE-F78B7D7A41BF}">
      <dgm:prSet custT="1"/>
      <dgm:spPr/>
      <dgm:t>
        <a:bodyPr/>
        <a:lstStyle/>
        <a:p>
          <a:pPr marL="0" lvl="0" indent="0" algn="l" defTabSz="1066800">
            <a:lnSpc>
              <a:spcPct val="90000"/>
            </a:lnSpc>
            <a:spcBef>
              <a:spcPct val="0"/>
            </a:spcBef>
            <a:spcAft>
              <a:spcPct val="35000"/>
            </a:spcAft>
            <a:buNone/>
          </a:pPr>
          <a:r>
            <a:rPr lang="en-US" sz="2000" kern="1200" dirty="0">
              <a:solidFill>
                <a:prstClr val="black">
                  <a:lumMod val="50000"/>
                  <a:lumOff val="50000"/>
                </a:prstClr>
              </a:solidFill>
              <a:latin typeface="Consolas" panose="020B0609020204030204" pitchFamily="49" charset="0"/>
              <a:ea typeface="+mn-ea"/>
              <a:cs typeface="+mn-cs"/>
            </a:rPr>
            <a:t>/resources/{id}</a:t>
          </a:r>
        </a:p>
      </dgm:t>
    </dgm:pt>
    <dgm:pt modelId="{7F02E3EE-D753-4AD1-8845-C333197E1EBB}" type="parTrans" cxnId="{6B4086BB-B79D-4259-A37C-4B7AAB0DDD01}">
      <dgm:prSet/>
      <dgm:spPr/>
      <dgm:t>
        <a:bodyPr/>
        <a:lstStyle/>
        <a:p>
          <a:endParaRPr lang="en-US">
            <a:solidFill>
              <a:schemeClr val="tx2"/>
            </a:solidFill>
          </a:endParaRPr>
        </a:p>
      </dgm:t>
    </dgm:pt>
    <dgm:pt modelId="{EA020586-4F91-40EA-AE4B-21289C9C45BF}" type="sibTrans" cxnId="{6B4086BB-B79D-4259-A37C-4B7AAB0DDD01}">
      <dgm:prSet/>
      <dgm:spPr/>
      <dgm:t>
        <a:bodyPr/>
        <a:lstStyle/>
        <a:p>
          <a:endParaRPr lang="en-US">
            <a:solidFill>
              <a:schemeClr val="tx2"/>
            </a:solidFill>
          </a:endParaRPr>
        </a:p>
      </dgm:t>
    </dgm:pt>
    <dgm:pt modelId="{92E21A0F-A6FE-4F27-853D-41FDADF9F810}">
      <dgm:prSet custT="1"/>
      <dgm:spPr/>
      <dgm:t>
        <a:bodyPr/>
        <a:lstStyle/>
        <a:p>
          <a:pPr algn="l"/>
          <a:r>
            <a:rPr lang="en-US" sz="3200">
              <a:solidFill>
                <a:schemeClr val="tx2"/>
              </a:solidFill>
            </a:rPr>
            <a:t>POST</a:t>
          </a:r>
        </a:p>
      </dgm:t>
    </dgm:pt>
    <dgm:pt modelId="{788FD408-66E2-460D-835F-ED8252434956}" type="parTrans" cxnId="{7138735F-FEB2-4CC3-B57E-690826397C41}">
      <dgm:prSet/>
      <dgm:spPr/>
      <dgm:t>
        <a:bodyPr/>
        <a:lstStyle/>
        <a:p>
          <a:endParaRPr lang="en-US">
            <a:solidFill>
              <a:schemeClr val="tx2"/>
            </a:solidFill>
          </a:endParaRPr>
        </a:p>
      </dgm:t>
    </dgm:pt>
    <dgm:pt modelId="{133C283F-63C9-4AB4-8A22-CCE2EBD6C239}" type="sibTrans" cxnId="{7138735F-FEB2-4CC3-B57E-690826397C41}">
      <dgm:prSet/>
      <dgm:spPr/>
      <dgm:t>
        <a:bodyPr/>
        <a:lstStyle/>
        <a:p>
          <a:endParaRPr lang="en-US">
            <a:solidFill>
              <a:schemeClr val="tx2"/>
            </a:solidFill>
          </a:endParaRPr>
        </a:p>
      </dgm:t>
    </dgm:pt>
    <dgm:pt modelId="{A29D5D70-2181-4A8F-A3A9-E16E0B016D89}">
      <dgm:prSet custT="1"/>
      <dgm:spPr/>
      <dgm:t>
        <a:bodyPr/>
        <a:lstStyle/>
        <a:p>
          <a:pPr algn="l"/>
          <a:r>
            <a:rPr lang="en-US" sz="2000" dirty="0">
              <a:solidFill>
                <a:schemeClr val="tx2"/>
              </a:solidFill>
            </a:rPr>
            <a:t>create a new resource</a:t>
          </a:r>
        </a:p>
      </dgm:t>
    </dgm:pt>
    <dgm:pt modelId="{E16BD5FE-D71A-4D5E-AA79-8FEB93454C08}" type="parTrans" cxnId="{5C846CD7-E70A-4523-8E4C-AF78D510BC37}">
      <dgm:prSet/>
      <dgm:spPr/>
      <dgm:t>
        <a:bodyPr/>
        <a:lstStyle/>
        <a:p>
          <a:endParaRPr lang="en-US">
            <a:solidFill>
              <a:schemeClr val="tx2"/>
            </a:solidFill>
          </a:endParaRPr>
        </a:p>
      </dgm:t>
    </dgm:pt>
    <dgm:pt modelId="{A9918407-9A1C-4E73-8E21-B35C990B8C05}" type="sibTrans" cxnId="{5C846CD7-E70A-4523-8E4C-AF78D510BC37}">
      <dgm:prSet/>
      <dgm:spPr/>
      <dgm:t>
        <a:bodyPr/>
        <a:lstStyle/>
        <a:p>
          <a:endParaRPr lang="en-US">
            <a:solidFill>
              <a:schemeClr val="tx2"/>
            </a:solidFill>
          </a:endParaRPr>
        </a:p>
      </dgm:t>
    </dgm:pt>
    <dgm:pt modelId="{1D9A950F-4AD9-403D-AECE-4F501C9E8C5C}">
      <dgm:prSet custT="1"/>
      <dgm:spPr/>
      <dgm:t>
        <a:bodyPr/>
        <a:lstStyle/>
        <a:p>
          <a:pPr marL="0" lvl="0" indent="0" algn="l" defTabSz="1066800">
            <a:lnSpc>
              <a:spcPct val="90000"/>
            </a:lnSpc>
            <a:spcBef>
              <a:spcPct val="0"/>
            </a:spcBef>
            <a:spcAft>
              <a:spcPct val="35000"/>
            </a:spcAft>
            <a:buNone/>
          </a:pPr>
          <a:r>
            <a:rPr lang="en-US" sz="2000" kern="1200" dirty="0">
              <a:solidFill>
                <a:prstClr val="black">
                  <a:lumMod val="50000"/>
                  <a:lumOff val="50000"/>
                </a:prstClr>
              </a:solidFill>
              <a:latin typeface="Consolas" panose="020B0609020204030204" pitchFamily="49" charset="0"/>
              <a:ea typeface="+mn-ea"/>
              <a:cs typeface="+mn-cs"/>
            </a:rPr>
            <a:t>/resources</a:t>
          </a:r>
        </a:p>
      </dgm:t>
    </dgm:pt>
    <dgm:pt modelId="{257D2AD9-1938-4B4C-83B4-2697EABDB501}" type="parTrans" cxnId="{BCDF56C8-EDC7-4728-B7B0-3EFC5455FAC1}">
      <dgm:prSet/>
      <dgm:spPr/>
      <dgm:t>
        <a:bodyPr/>
        <a:lstStyle/>
        <a:p>
          <a:endParaRPr lang="en-US">
            <a:solidFill>
              <a:schemeClr val="tx2"/>
            </a:solidFill>
          </a:endParaRPr>
        </a:p>
      </dgm:t>
    </dgm:pt>
    <dgm:pt modelId="{E6A551AC-EDD8-4427-81F4-DD0A4EFAE761}" type="sibTrans" cxnId="{BCDF56C8-EDC7-4728-B7B0-3EFC5455FAC1}">
      <dgm:prSet/>
      <dgm:spPr/>
      <dgm:t>
        <a:bodyPr/>
        <a:lstStyle/>
        <a:p>
          <a:endParaRPr lang="en-US">
            <a:solidFill>
              <a:schemeClr val="tx2"/>
            </a:solidFill>
          </a:endParaRPr>
        </a:p>
      </dgm:t>
    </dgm:pt>
    <dgm:pt modelId="{C09B647D-5F77-41F7-BE00-F667BE8FCD7E}">
      <dgm:prSet custT="1"/>
      <dgm:spPr/>
      <dgm:t>
        <a:bodyPr/>
        <a:lstStyle/>
        <a:p>
          <a:pPr algn="l"/>
          <a:r>
            <a:rPr lang="en-US" sz="3200">
              <a:solidFill>
                <a:schemeClr val="tx2"/>
              </a:solidFill>
            </a:rPr>
            <a:t>PUT</a:t>
          </a:r>
        </a:p>
      </dgm:t>
    </dgm:pt>
    <dgm:pt modelId="{72572620-F22A-49D1-8171-98927EB11656}" type="parTrans" cxnId="{5E1AD178-0E44-481D-A8EF-9CE39F5D7B33}">
      <dgm:prSet/>
      <dgm:spPr/>
      <dgm:t>
        <a:bodyPr/>
        <a:lstStyle/>
        <a:p>
          <a:endParaRPr lang="en-US">
            <a:solidFill>
              <a:schemeClr val="tx2"/>
            </a:solidFill>
          </a:endParaRPr>
        </a:p>
      </dgm:t>
    </dgm:pt>
    <dgm:pt modelId="{E9860AE8-F44B-49BD-9C98-73026BF23571}" type="sibTrans" cxnId="{5E1AD178-0E44-481D-A8EF-9CE39F5D7B33}">
      <dgm:prSet/>
      <dgm:spPr/>
      <dgm:t>
        <a:bodyPr/>
        <a:lstStyle/>
        <a:p>
          <a:endParaRPr lang="en-US">
            <a:solidFill>
              <a:schemeClr val="tx2"/>
            </a:solidFill>
          </a:endParaRPr>
        </a:p>
      </dgm:t>
    </dgm:pt>
    <dgm:pt modelId="{DD8F6787-F126-4CB4-8710-CEB913433FE6}">
      <dgm:prSet custT="1"/>
      <dgm:spPr/>
      <dgm:t>
        <a:bodyPr/>
        <a:lstStyle/>
        <a:p>
          <a:pPr algn="l"/>
          <a:r>
            <a:rPr lang="en-US" sz="2000" dirty="0">
              <a:solidFill>
                <a:schemeClr val="tx2"/>
              </a:solidFill>
            </a:rPr>
            <a:t>update an existing resource by its ID</a:t>
          </a:r>
        </a:p>
      </dgm:t>
    </dgm:pt>
    <dgm:pt modelId="{6EDA8F26-47C6-4AE5-AF53-D276422EAF96}" type="parTrans" cxnId="{2E791959-2BD6-4ED8-9CD8-AF6FEA479AED}">
      <dgm:prSet/>
      <dgm:spPr/>
      <dgm:t>
        <a:bodyPr/>
        <a:lstStyle/>
        <a:p>
          <a:endParaRPr lang="en-US">
            <a:solidFill>
              <a:schemeClr val="tx2"/>
            </a:solidFill>
          </a:endParaRPr>
        </a:p>
      </dgm:t>
    </dgm:pt>
    <dgm:pt modelId="{BA495818-F2E5-42A8-A27E-CC7942C5A775}" type="sibTrans" cxnId="{2E791959-2BD6-4ED8-9CD8-AF6FEA479AED}">
      <dgm:prSet/>
      <dgm:spPr/>
      <dgm:t>
        <a:bodyPr/>
        <a:lstStyle/>
        <a:p>
          <a:endParaRPr lang="en-US">
            <a:solidFill>
              <a:schemeClr val="tx2"/>
            </a:solidFill>
          </a:endParaRPr>
        </a:p>
      </dgm:t>
    </dgm:pt>
    <dgm:pt modelId="{6B358A37-C9E3-40EF-8B85-A5AFC822D01B}">
      <dgm:prSet custT="1"/>
      <dgm:spPr/>
      <dgm:t>
        <a:bodyPr/>
        <a:lstStyle/>
        <a:p>
          <a:pPr marL="0" lvl="0" indent="0" algn="l" defTabSz="1066800">
            <a:lnSpc>
              <a:spcPct val="90000"/>
            </a:lnSpc>
            <a:spcBef>
              <a:spcPct val="0"/>
            </a:spcBef>
            <a:spcAft>
              <a:spcPct val="35000"/>
            </a:spcAft>
            <a:buNone/>
          </a:pPr>
          <a:r>
            <a:rPr lang="en-US" sz="2000" kern="1200" dirty="0">
              <a:solidFill>
                <a:prstClr val="black">
                  <a:lumMod val="50000"/>
                  <a:lumOff val="50000"/>
                </a:prstClr>
              </a:solidFill>
              <a:latin typeface="Consolas" panose="020B0609020204030204" pitchFamily="49" charset="0"/>
              <a:ea typeface="+mn-ea"/>
              <a:cs typeface="+mn-cs"/>
            </a:rPr>
            <a:t>/resources/{id}</a:t>
          </a:r>
        </a:p>
      </dgm:t>
    </dgm:pt>
    <dgm:pt modelId="{BB2D70B6-302E-45B4-BB79-AB07DCF81C73}" type="parTrans" cxnId="{A8CF8E6A-D9F7-432C-B6C4-DBB5E7E02D25}">
      <dgm:prSet/>
      <dgm:spPr/>
      <dgm:t>
        <a:bodyPr/>
        <a:lstStyle/>
        <a:p>
          <a:endParaRPr lang="en-US">
            <a:solidFill>
              <a:schemeClr val="tx2"/>
            </a:solidFill>
          </a:endParaRPr>
        </a:p>
      </dgm:t>
    </dgm:pt>
    <dgm:pt modelId="{C18D0BA7-52FB-4E4B-92B7-531DE89A8892}" type="sibTrans" cxnId="{A8CF8E6A-D9F7-432C-B6C4-DBB5E7E02D25}">
      <dgm:prSet/>
      <dgm:spPr/>
      <dgm:t>
        <a:bodyPr/>
        <a:lstStyle/>
        <a:p>
          <a:endParaRPr lang="en-US">
            <a:solidFill>
              <a:schemeClr val="tx2"/>
            </a:solidFill>
          </a:endParaRPr>
        </a:p>
      </dgm:t>
    </dgm:pt>
    <dgm:pt modelId="{C3C8F188-9AD3-4325-B09A-E5D010385D16}">
      <dgm:prSet custT="1"/>
      <dgm:spPr/>
      <dgm:t>
        <a:bodyPr/>
        <a:lstStyle/>
        <a:p>
          <a:pPr algn="l"/>
          <a:r>
            <a:rPr lang="en-US" sz="3200">
              <a:solidFill>
                <a:schemeClr val="tx2"/>
              </a:solidFill>
            </a:rPr>
            <a:t>DELETE</a:t>
          </a:r>
        </a:p>
      </dgm:t>
    </dgm:pt>
    <dgm:pt modelId="{8C886C65-5B17-4D2B-8A36-6513EF13BB93}" type="parTrans" cxnId="{22F34D32-4A9E-48D0-928C-2FE656C660AE}">
      <dgm:prSet/>
      <dgm:spPr/>
      <dgm:t>
        <a:bodyPr/>
        <a:lstStyle/>
        <a:p>
          <a:endParaRPr lang="en-US">
            <a:solidFill>
              <a:schemeClr val="tx2"/>
            </a:solidFill>
          </a:endParaRPr>
        </a:p>
      </dgm:t>
    </dgm:pt>
    <dgm:pt modelId="{CE88FE8E-5D47-4DB1-9675-14F0ED0441B6}" type="sibTrans" cxnId="{22F34D32-4A9E-48D0-928C-2FE656C660AE}">
      <dgm:prSet/>
      <dgm:spPr/>
      <dgm:t>
        <a:bodyPr/>
        <a:lstStyle/>
        <a:p>
          <a:endParaRPr lang="en-US">
            <a:solidFill>
              <a:schemeClr val="tx2"/>
            </a:solidFill>
          </a:endParaRPr>
        </a:p>
      </dgm:t>
    </dgm:pt>
    <dgm:pt modelId="{A902396D-853A-4013-96CC-7C085FE5E04E}">
      <dgm:prSet custT="1"/>
      <dgm:spPr/>
      <dgm:t>
        <a:bodyPr/>
        <a:lstStyle/>
        <a:p>
          <a:pPr algn="l"/>
          <a:r>
            <a:rPr lang="en-US" sz="2000" dirty="0">
              <a:solidFill>
                <a:schemeClr val="tx2"/>
              </a:solidFill>
            </a:rPr>
            <a:t>delete a specific resource by its ID</a:t>
          </a:r>
        </a:p>
      </dgm:t>
    </dgm:pt>
    <dgm:pt modelId="{28A63AE0-CFFD-42BD-8B0E-D61BAA767207}" type="parTrans" cxnId="{B915A726-074B-4DB5-9A87-3A402C09023B}">
      <dgm:prSet/>
      <dgm:spPr/>
      <dgm:t>
        <a:bodyPr/>
        <a:lstStyle/>
        <a:p>
          <a:endParaRPr lang="en-US">
            <a:solidFill>
              <a:schemeClr val="tx2"/>
            </a:solidFill>
          </a:endParaRPr>
        </a:p>
      </dgm:t>
    </dgm:pt>
    <dgm:pt modelId="{EEE7A1DC-0E5F-4F83-993F-4E35884F26A3}" type="sibTrans" cxnId="{B915A726-074B-4DB5-9A87-3A402C09023B}">
      <dgm:prSet/>
      <dgm:spPr/>
      <dgm:t>
        <a:bodyPr/>
        <a:lstStyle/>
        <a:p>
          <a:endParaRPr lang="en-US">
            <a:solidFill>
              <a:schemeClr val="tx2"/>
            </a:solidFill>
          </a:endParaRPr>
        </a:p>
      </dgm:t>
    </dgm:pt>
    <dgm:pt modelId="{F80F90CA-E3A4-4818-97F3-BE95642EA342}">
      <dgm:prSet custT="1"/>
      <dgm:spPr/>
      <dgm:t>
        <a:bodyPr/>
        <a:lstStyle/>
        <a:p>
          <a:pPr marL="0" lvl="0" indent="0" algn="l" defTabSz="1066800">
            <a:lnSpc>
              <a:spcPct val="90000"/>
            </a:lnSpc>
            <a:spcBef>
              <a:spcPct val="0"/>
            </a:spcBef>
            <a:spcAft>
              <a:spcPct val="35000"/>
            </a:spcAft>
            <a:buNone/>
          </a:pPr>
          <a:r>
            <a:rPr lang="en-US" sz="2000" kern="1200" dirty="0">
              <a:solidFill>
                <a:prstClr val="black">
                  <a:lumMod val="50000"/>
                  <a:lumOff val="50000"/>
                </a:prstClr>
              </a:solidFill>
              <a:latin typeface="Consolas" panose="020B0609020204030204" pitchFamily="49" charset="0"/>
              <a:ea typeface="+mn-ea"/>
              <a:cs typeface="+mn-cs"/>
            </a:rPr>
            <a:t>/resources/{id}</a:t>
          </a:r>
        </a:p>
      </dgm:t>
    </dgm:pt>
    <dgm:pt modelId="{BC0FD01A-D468-4C37-8410-735BE4CEA832}" type="parTrans" cxnId="{D3B49CBD-12D4-4FB4-9071-8FD1831260BD}">
      <dgm:prSet/>
      <dgm:spPr/>
      <dgm:t>
        <a:bodyPr/>
        <a:lstStyle/>
        <a:p>
          <a:endParaRPr lang="en-US">
            <a:solidFill>
              <a:schemeClr val="tx2"/>
            </a:solidFill>
          </a:endParaRPr>
        </a:p>
      </dgm:t>
    </dgm:pt>
    <dgm:pt modelId="{88199384-E01D-49CC-BFB7-FE5AFF0745D0}" type="sibTrans" cxnId="{D3B49CBD-12D4-4FB4-9071-8FD1831260BD}">
      <dgm:prSet/>
      <dgm:spPr/>
      <dgm:t>
        <a:bodyPr/>
        <a:lstStyle/>
        <a:p>
          <a:endParaRPr lang="en-US">
            <a:solidFill>
              <a:schemeClr val="tx2"/>
            </a:solidFill>
          </a:endParaRPr>
        </a:p>
      </dgm:t>
    </dgm:pt>
    <dgm:pt modelId="{D623E864-CC71-4133-AB58-7A1A14037EB2}" type="pres">
      <dgm:prSet presAssocID="{279DC959-E670-42C5-816F-2A475618D485}" presName="vert0" presStyleCnt="0">
        <dgm:presLayoutVars>
          <dgm:dir/>
          <dgm:animOne val="branch"/>
          <dgm:animLvl val="lvl"/>
        </dgm:presLayoutVars>
      </dgm:prSet>
      <dgm:spPr/>
    </dgm:pt>
    <dgm:pt modelId="{264028C1-F4C1-455F-8448-85A8BCF05E74}" type="pres">
      <dgm:prSet presAssocID="{0B71BF40-B00D-4194-9237-95F54F778364}" presName="thickLine" presStyleLbl="alignNode1" presStyleIdx="0" presStyleCnt="5"/>
      <dgm:spPr/>
    </dgm:pt>
    <dgm:pt modelId="{5A513C57-976D-4145-8A6D-8C7310476C6E}" type="pres">
      <dgm:prSet presAssocID="{0B71BF40-B00D-4194-9237-95F54F778364}" presName="horz1" presStyleCnt="0"/>
      <dgm:spPr/>
    </dgm:pt>
    <dgm:pt modelId="{B8D8E86E-D9CE-409E-829D-9F5160D706BE}" type="pres">
      <dgm:prSet presAssocID="{0B71BF40-B00D-4194-9237-95F54F778364}" presName="tx1" presStyleLbl="revTx" presStyleIdx="0" presStyleCnt="15"/>
      <dgm:spPr/>
    </dgm:pt>
    <dgm:pt modelId="{90A0C59C-9AFB-4C81-A7F8-88E46F013FE4}" type="pres">
      <dgm:prSet presAssocID="{0B71BF40-B00D-4194-9237-95F54F778364}" presName="vert1" presStyleCnt="0"/>
      <dgm:spPr/>
    </dgm:pt>
    <dgm:pt modelId="{83A55B94-DBF4-4947-B941-620F48CF3F87}" type="pres">
      <dgm:prSet presAssocID="{051ECFB5-288A-4D6C-8F6B-BB813163E82B}" presName="vertSpace2a" presStyleCnt="0"/>
      <dgm:spPr/>
    </dgm:pt>
    <dgm:pt modelId="{11755747-F3F1-4FC8-AADE-3648705A9487}" type="pres">
      <dgm:prSet presAssocID="{051ECFB5-288A-4D6C-8F6B-BB813163E82B}" presName="horz2" presStyleCnt="0"/>
      <dgm:spPr/>
    </dgm:pt>
    <dgm:pt modelId="{2023AFE9-87A4-4C23-BE08-D8064FEA326A}" type="pres">
      <dgm:prSet presAssocID="{051ECFB5-288A-4D6C-8F6B-BB813163E82B}" presName="horzSpace2" presStyleCnt="0"/>
      <dgm:spPr/>
    </dgm:pt>
    <dgm:pt modelId="{ED422B66-2A6B-4A35-B7C8-7B3BBDFDDCF2}" type="pres">
      <dgm:prSet presAssocID="{051ECFB5-288A-4D6C-8F6B-BB813163E82B}" presName="tx2" presStyleLbl="revTx" presStyleIdx="1" presStyleCnt="15"/>
      <dgm:spPr/>
    </dgm:pt>
    <dgm:pt modelId="{0DC534CD-0C66-416B-9FC7-3A270F23827A}" type="pres">
      <dgm:prSet presAssocID="{051ECFB5-288A-4D6C-8F6B-BB813163E82B}" presName="vert2" presStyleCnt="0"/>
      <dgm:spPr/>
    </dgm:pt>
    <dgm:pt modelId="{6C855FD7-6FC7-4347-B56D-1B179FB510D6}" type="pres">
      <dgm:prSet presAssocID="{B8F06AFD-9796-4BCB-9177-E58D1C00AFB0}" presName="horz3" presStyleCnt="0"/>
      <dgm:spPr/>
    </dgm:pt>
    <dgm:pt modelId="{FE7DEBA0-5188-49ED-A015-572B27233A48}" type="pres">
      <dgm:prSet presAssocID="{B8F06AFD-9796-4BCB-9177-E58D1C00AFB0}" presName="horzSpace3" presStyleCnt="0"/>
      <dgm:spPr/>
    </dgm:pt>
    <dgm:pt modelId="{66331D09-2E70-4140-A31E-63075BC8E2BB}" type="pres">
      <dgm:prSet presAssocID="{B8F06AFD-9796-4BCB-9177-E58D1C00AFB0}" presName="tx3" presStyleLbl="revTx" presStyleIdx="2" presStyleCnt="15"/>
      <dgm:spPr/>
    </dgm:pt>
    <dgm:pt modelId="{C7FDCFE4-7A8C-4E71-A7D0-6B1A49F860FB}" type="pres">
      <dgm:prSet presAssocID="{B8F06AFD-9796-4BCB-9177-E58D1C00AFB0}" presName="vert3" presStyleCnt="0"/>
      <dgm:spPr/>
    </dgm:pt>
    <dgm:pt modelId="{FA45BEEE-0BE2-4541-B4FD-C3BF961F3C70}" type="pres">
      <dgm:prSet presAssocID="{051ECFB5-288A-4D6C-8F6B-BB813163E82B}" presName="thinLine2b" presStyleLbl="callout" presStyleIdx="0" presStyleCnt="5"/>
      <dgm:spPr/>
    </dgm:pt>
    <dgm:pt modelId="{07FADDD4-F89E-4D79-8424-24FF3A628AF6}" type="pres">
      <dgm:prSet presAssocID="{051ECFB5-288A-4D6C-8F6B-BB813163E82B}" presName="vertSpace2b" presStyleCnt="0"/>
      <dgm:spPr/>
    </dgm:pt>
    <dgm:pt modelId="{C2C0AFA1-1A88-4781-8914-2FC2EB4D5BB1}" type="pres">
      <dgm:prSet presAssocID="{932BC424-7EF5-4312-B1DE-E854B9D5FB8F}" presName="thickLine" presStyleLbl="alignNode1" presStyleIdx="1" presStyleCnt="5"/>
      <dgm:spPr/>
    </dgm:pt>
    <dgm:pt modelId="{887CD0BB-0D00-415B-8C33-0BFB33168C05}" type="pres">
      <dgm:prSet presAssocID="{932BC424-7EF5-4312-B1DE-E854B9D5FB8F}" presName="horz1" presStyleCnt="0"/>
      <dgm:spPr/>
    </dgm:pt>
    <dgm:pt modelId="{14F671E5-A485-48CB-A65E-91D5DB66AC30}" type="pres">
      <dgm:prSet presAssocID="{932BC424-7EF5-4312-B1DE-E854B9D5FB8F}" presName="tx1" presStyleLbl="revTx" presStyleIdx="3" presStyleCnt="15"/>
      <dgm:spPr/>
    </dgm:pt>
    <dgm:pt modelId="{E6B78AC9-BAE9-4EBC-AFEF-CB8E5B768457}" type="pres">
      <dgm:prSet presAssocID="{932BC424-7EF5-4312-B1DE-E854B9D5FB8F}" presName="vert1" presStyleCnt="0"/>
      <dgm:spPr/>
    </dgm:pt>
    <dgm:pt modelId="{497CAD4C-6EBB-4EF1-A83C-45DE8784A514}" type="pres">
      <dgm:prSet presAssocID="{4F55C59B-8FF4-4845-822A-11C10C71D26B}" presName="vertSpace2a" presStyleCnt="0"/>
      <dgm:spPr/>
    </dgm:pt>
    <dgm:pt modelId="{AD001734-ED81-4625-AA97-2679C78494A1}" type="pres">
      <dgm:prSet presAssocID="{4F55C59B-8FF4-4845-822A-11C10C71D26B}" presName="horz2" presStyleCnt="0"/>
      <dgm:spPr/>
    </dgm:pt>
    <dgm:pt modelId="{5B16EA06-474C-4A9E-90D2-CEBC0E987556}" type="pres">
      <dgm:prSet presAssocID="{4F55C59B-8FF4-4845-822A-11C10C71D26B}" presName="horzSpace2" presStyleCnt="0"/>
      <dgm:spPr/>
    </dgm:pt>
    <dgm:pt modelId="{13DD9D1A-52C8-424A-B14F-6CA0A24683A6}" type="pres">
      <dgm:prSet presAssocID="{4F55C59B-8FF4-4845-822A-11C10C71D26B}" presName="tx2" presStyleLbl="revTx" presStyleIdx="4" presStyleCnt="15"/>
      <dgm:spPr/>
    </dgm:pt>
    <dgm:pt modelId="{6B7DAA74-B19E-4F4E-A435-E98B10DFD3F3}" type="pres">
      <dgm:prSet presAssocID="{4F55C59B-8FF4-4845-822A-11C10C71D26B}" presName="vert2" presStyleCnt="0"/>
      <dgm:spPr/>
    </dgm:pt>
    <dgm:pt modelId="{A7131535-8E98-4FC4-90FD-152844F1A9CF}" type="pres">
      <dgm:prSet presAssocID="{B7E309AD-4FC6-46B1-83FE-F78B7D7A41BF}" presName="horz3" presStyleCnt="0"/>
      <dgm:spPr/>
    </dgm:pt>
    <dgm:pt modelId="{6E792B6B-3137-4ABF-884F-757930ADF228}" type="pres">
      <dgm:prSet presAssocID="{B7E309AD-4FC6-46B1-83FE-F78B7D7A41BF}" presName="horzSpace3" presStyleCnt="0"/>
      <dgm:spPr/>
    </dgm:pt>
    <dgm:pt modelId="{D7552117-8DE0-4292-93E1-A8D26D81279C}" type="pres">
      <dgm:prSet presAssocID="{B7E309AD-4FC6-46B1-83FE-F78B7D7A41BF}" presName="tx3" presStyleLbl="revTx" presStyleIdx="5" presStyleCnt="15"/>
      <dgm:spPr/>
    </dgm:pt>
    <dgm:pt modelId="{8612DAC4-C634-46B3-8873-5FDCD18A3AC1}" type="pres">
      <dgm:prSet presAssocID="{B7E309AD-4FC6-46B1-83FE-F78B7D7A41BF}" presName="vert3" presStyleCnt="0"/>
      <dgm:spPr/>
    </dgm:pt>
    <dgm:pt modelId="{9AD92080-C230-4AEC-8BE6-697E6692DD0B}" type="pres">
      <dgm:prSet presAssocID="{4F55C59B-8FF4-4845-822A-11C10C71D26B}" presName="thinLine2b" presStyleLbl="callout" presStyleIdx="1" presStyleCnt="5"/>
      <dgm:spPr/>
    </dgm:pt>
    <dgm:pt modelId="{1F959478-370F-470D-87BA-9C6B3F869A7B}" type="pres">
      <dgm:prSet presAssocID="{4F55C59B-8FF4-4845-822A-11C10C71D26B}" presName="vertSpace2b" presStyleCnt="0"/>
      <dgm:spPr/>
    </dgm:pt>
    <dgm:pt modelId="{726DF6FB-E91A-407D-931C-776A56CB0BCE}" type="pres">
      <dgm:prSet presAssocID="{92E21A0F-A6FE-4F27-853D-41FDADF9F810}" presName="thickLine" presStyleLbl="alignNode1" presStyleIdx="2" presStyleCnt="5"/>
      <dgm:spPr/>
    </dgm:pt>
    <dgm:pt modelId="{308AE5A3-AAF8-4463-AD81-1F9BB9242C0A}" type="pres">
      <dgm:prSet presAssocID="{92E21A0F-A6FE-4F27-853D-41FDADF9F810}" presName="horz1" presStyleCnt="0"/>
      <dgm:spPr/>
    </dgm:pt>
    <dgm:pt modelId="{BAFD60B0-CB73-4AB0-9CEE-ECEE7949121A}" type="pres">
      <dgm:prSet presAssocID="{92E21A0F-A6FE-4F27-853D-41FDADF9F810}" presName="tx1" presStyleLbl="revTx" presStyleIdx="6" presStyleCnt="15"/>
      <dgm:spPr/>
    </dgm:pt>
    <dgm:pt modelId="{54395409-C3E5-4DA6-9A88-AE58DEB4AA6A}" type="pres">
      <dgm:prSet presAssocID="{92E21A0F-A6FE-4F27-853D-41FDADF9F810}" presName="vert1" presStyleCnt="0"/>
      <dgm:spPr/>
    </dgm:pt>
    <dgm:pt modelId="{7A13F52B-B8DA-49DA-8D22-88303B09EE70}" type="pres">
      <dgm:prSet presAssocID="{A29D5D70-2181-4A8F-A3A9-E16E0B016D89}" presName="vertSpace2a" presStyleCnt="0"/>
      <dgm:spPr/>
    </dgm:pt>
    <dgm:pt modelId="{15FADD80-84CD-4687-AE25-8BA4C4F59E37}" type="pres">
      <dgm:prSet presAssocID="{A29D5D70-2181-4A8F-A3A9-E16E0B016D89}" presName="horz2" presStyleCnt="0"/>
      <dgm:spPr/>
    </dgm:pt>
    <dgm:pt modelId="{AA0A22CF-B41E-40BD-9434-BDB9FF7FF85D}" type="pres">
      <dgm:prSet presAssocID="{A29D5D70-2181-4A8F-A3A9-E16E0B016D89}" presName="horzSpace2" presStyleCnt="0"/>
      <dgm:spPr/>
    </dgm:pt>
    <dgm:pt modelId="{1E48D9AC-F938-4791-902E-BA6FE16EFB6F}" type="pres">
      <dgm:prSet presAssocID="{A29D5D70-2181-4A8F-A3A9-E16E0B016D89}" presName="tx2" presStyleLbl="revTx" presStyleIdx="7" presStyleCnt="15"/>
      <dgm:spPr/>
    </dgm:pt>
    <dgm:pt modelId="{9B2DD37C-F60D-4714-A666-94ED630A877F}" type="pres">
      <dgm:prSet presAssocID="{A29D5D70-2181-4A8F-A3A9-E16E0B016D89}" presName="vert2" presStyleCnt="0"/>
      <dgm:spPr/>
    </dgm:pt>
    <dgm:pt modelId="{ED613550-A6B8-4875-B83A-FFD91B90DDDE}" type="pres">
      <dgm:prSet presAssocID="{1D9A950F-4AD9-403D-AECE-4F501C9E8C5C}" presName="horz3" presStyleCnt="0"/>
      <dgm:spPr/>
    </dgm:pt>
    <dgm:pt modelId="{5791459B-FC8F-4EAA-B7FB-C91116695CAF}" type="pres">
      <dgm:prSet presAssocID="{1D9A950F-4AD9-403D-AECE-4F501C9E8C5C}" presName="horzSpace3" presStyleCnt="0"/>
      <dgm:spPr/>
    </dgm:pt>
    <dgm:pt modelId="{DBDDB030-10C7-4EFE-B8CD-D4193FA95A49}" type="pres">
      <dgm:prSet presAssocID="{1D9A950F-4AD9-403D-AECE-4F501C9E8C5C}" presName="tx3" presStyleLbl="revTx" presStyleIdx="8" presStyleCnt="15"/>
      <dgm:spPr/>
    </dgm:pt>
    <dgm:pt modelId="{F3A0E043-B799-420F-9882-B746E519C24F}" type="pres">
      <dgm:prSet presAssocID="{1D9A950F-4AD9-403D-AECE-4F501C9E8C5C}" presName="vert3" presStyleCnt="0"/>
      <dgm:spPr/>
    </dgm:pt>
    <dgm:pt modelId="{80EE63C9-E761-44BC-BFB5-4A26E749E50D}" type="pres">
      <dgm:prSet presAssocID="{A29D5D70-2181-4A8F-A3A9-E16E0B016D89}" presName="thinLine2b" presStyleLbl="callout" presStyleIdx="2" presStyleCnt="5"/>
      <dgm:spPr/>
    </dgm:pt>
    <dgm:pt modelId="{C1503B72-4693-4D55-B1E4-3CD4A7F4A139}" type="pres">
      <dgm:prSet presAssocID="{A29D5D70-2181-4A8F-A3A9-E16E0B016D89}" presName="vertSpace2b" presStyleCnt="0"/>
      <dgm:spPr/>
    </dgm:pt>
    <dgm:pt modelId="{823A4099-4FEF-4D14-B390-C047769BAF48}" type="pres">
      <dgm:prSet presAssocID="{C09B647D-5F77-41F7-BE00-F667BE8FCD7E}" presName="thickLine" presStyleLbl="alignNode1" presStyleIdx="3" presStyleCnt="5"/>
      <dgm:spPr/>
    </dgm:pt>
    <dgm:pt modelId="{42A6697F-806A-4E61-824E-64D8444513F3}" type="pres">
      <dgm:prSet presAssocID="{C09B647D-5F77-41F7-BE00-F667BE8FCD7E}" presName="horz1" presStyleCnt="0"/>
      <dgm:spPr/>
    </dgm:pt>
    <dgm:pt modelId="{7529AAF9-B6D0-46C1-B240-A68B3742F890}" type="pres">
      <dgm:prSet presAssocID="{C09B647D-5F77-41F7-BE00-F667BE8FCD7E}" presName="tx1" presStyleLbl="revTx" presStyleIdx="9" presStyleCnt="15"/>
      <dgm:spPr/>
    </dgm:pt>
    <dgm:pt modelId="{1CD3379E-9665-4D64-B8E8-5B28E5DDE17A}" type="pres">
      <dgm:prSet presAssocID="{C09B647D-5F77-41F7-BE00-F667BE8FCD7E}" presName="vert1" presStyleCnt="0"/>
      <dgm:spPr/>
    </dgm:pt>
    <dgm:pt modelId="{0DBCBE29-39B3-47CD-B8FE-F784E5A4F4A9}" type="pres">
      <dgm:prSet presAssocID="{DD8F6787-F126-4CB4-8710-CEB913433FE6}" presName="vertSpace2a" presStyleCnt="0"/>
      <dgm:spPr/>
    </dgm:pt>
    <dgm:pt modelId="{DF3D1283-CFE2-4EE2-B569-FFAEA1002C73}" type="pres">
      <dgm:prSet presAssocID="{DD8F6787-F126-4CB4-8710-CEB913433FE6}" presName="horz2" presStyleCnt="0"/>
      <dgm:spPr/>
    </dgm:pt>
    <dgm:pt modelId="{A38DFCB0-3DDD-4AA9-9091-262B88CA702D}" type="pres">
      <dgm:prSet presAssocID="{DD8F6787-F126-4CB4-8710-CEB913433FE6}" presName="horzSpace2" presStyleCnt="0"/>
      <dgm:spPr/>
    </dgm:pt>
    <dgm:pt modelId="{0EC783E4-F8E3-48CE-AFE7-487124FEDB4F}" type="pres">
      <dgm:prSet presAssocID="{DD8F6787-F126-4CB4-8710-CEB913433FE6}" presName="tx2" presStyleLbl="revTx" presStyleIdx="10" presStyleCnt="15"/>
      <dgm:spPr/>
    </dgm:pt>
    <dgm:pt modelId="{2ACB5E99-008F-4ED3-9D1F-0AE90C2BEBC5}" type="pres">
      <dgm:prSet presAssocID="{DD8F6787-F126-4CB4-8710-CEB913433FE6}" presName="vert2" presStyleCnt="0"/>
      <dgm:spPr/>
    </dgm:pt>
    <dgm:pt modelId="{BC881A66-77A0-414E-9B71-F1534035227C}" type="pres">
      <dgm:prSet presAssocID="{6B358A37-C9E3-40EF-8B85-A5AFC822D01B}" presName="horz3" presStyleCnt="0"/>
      <dgm:spPr/>
    </dgm:pt>
    <dgm:pt modelId="{881F2D1C-B77D-43B5-B066-7F37A25FD808}" type="pres">
      <dgm:prSet presAssocID="{6B358A37-C9E3-40EF-8B85-A5AFC822D01B}" presName="horzSpace3" presStyleCnt="0"/>
      <dgm:spPr/>
    </dgm:pt>
    <dgm:pt modelId="{7A296685-0EA8-405D-8D42-87ABD46FDD0C}" type="pres">
      <dgm:prSet presAssocID="{6B358A37-C9E3-40EF-8B85-A5AFC822D01B}" presName="tx3" presStyleLbl="revTx" presStyleIdx="11" presStyleCnt="15"/>
      <dgm:spPr/>
    </dgm:pt>
    <dgm:pt modelId="{1D3C1A15-3134-4212-B6D2-45049D8BA558}" type="pres">
      <dgm:prSet presAssocID="{6B358A37-C9E3-40EF-8B85-A5AFC822D01B}" presName="vert3" presStyleCnt="0"/>
      <dgm:spPr/>
    </dgm:pt>
    <dgm:pt modelId="{C2BA904C-0ADF-4B0A-9159-302209BFFB8F}" type="pres">
      <dgm:prSet presAssocID="{DD8F6787-F126-4CB4-8710-CEB913433FE6}" presName="thinLine2b" presStyleLbl="callout" presStyleIdx="3" presStyleCnt="5"/>
      <dgm:spPr/>
    </dgm:pt>
    <dgm:pt modelId="{F8BB205C-E69B-42B8-9095-A6B158014832}" type="pres">
      <dgm:prSet presAssocID="{DD8F6787-F126-4CB4-8710-CEB913433FE6}" presName="vertSpace2b" presStyleCnt="0"/>
      <dgm:spPr/>
    </dgm:pt>
    <dgm:pt modelId="{C545E77C-201A-4003-9891-AF4E6876B458}" type="pres">
      <dgm:prSet presAssocID="{C3C8F188-9AD3-4325-B09A-E5D010385D16}" presName="thickLine" presStyleLbl="alignNode1" presStyleIdx="4" presStyleCnt="5"/>
      <dgm:spPr/>
    </dgm:pt>
    <dgm:pt modelId="{6E02E54A-8939-4120-BC05-827C846559D1}" type="pres">
      <dgm:prSet presAssocID="{C3C8F188-9AD3-4325-B09A-E5D010385D16}" presName="horz1" presStyleCnt="0"/>
      <dgm:spPr/>
    </dgm:pt>
    <dgm:pt modelId="{8862FD1E-8D12-41C2-981A-15FFC8DB817C}" type="pres">
      <dgm:prSet presAssocID="{C3C8F188-9AD3-4325-B09A-E5D010385D16}" presName="tx1" presStyleLbl="revTx" presStyleIdx="12" presStyleCnt="15"/>
      <dgm:spPr/>
    </dgm:pt>
    <dgm:pt modelId="{3E0F80A3-F470-4FBE-9F71-3352AD69AB1A}" type="pres">
      <dgm:prSet presAssocID="{C3C8F188-9AD3-4325-B09A-E5D010385D16}" presName="vert1" presStyleCnt="0"/>
      <dgm:spPr/>
    </dgm:pt>
    <dgm:pt modelId="{731F598E-CDC3-4084-AFF6-9FC80253FADF}" type="pres">
      <dgm:prSet presAssocID="{A902396D-853A-4013-96CC-7C085FE5E04E}" presName="vertSpace2a" presStyleCnt="0"/>
      <dgm:spPr/>
    </dgm:pt>
    <dgm:pt modelId="{2D9728D8-D5D7-4CE9-8459-096C47014FB7}" type="pres">
      <dgm:prSet presAssocID="{A902396D-853A-4013-96CC-7C085FE5E04E}" presName="horz2" presStyleCnt="0"/>
      <dgm:spPr/>
    </dgm:pt>
    <dgm:pt modelId="{AB610F7B-0D85-4352-93C1-C79BD24FB9A0}" type="pres">
      <dgm:prSet presAssocID="{A902396D-853A-4013-96CC-7C085FE5E04E}" presName="horzSpace2" presStyleCnt="0"/>
      <dgm:spPr/>
    </dgm:pt>
    <dgm:pt modelId="{10336748-29CD-48FF-9586-FB0B38FDEEDA}" type="pres">
      <dgm:prSet presAssocID="{A902396D-853A-4013-96CC-7C085FE5E04E}" presName="tx2" presStyleLbl="revTx" presStyleIdx="13" presStyleCnt="15"/>
      <dgm:spPr/>
    </dgm:pt>
    <dgm:pt modelId="{2236DF6B-09C4-484F-99FC-16B9C0E751AB}" type="pres">
      <dgm:prSet presAssocID="{A902396D-853A-4013-96CC-7C085FE5E04E}" presName="vert2" presStyleCnt="0"/>
      <dgm:spPr/>
    </dgm:pt>
    <dgm:pt modelId="{94220377-63C0-48CA-9FBD-8BE01A29D6E4}" type="pres">
      <dgm:prSet presAssocID="{F80F90CA-E3A4-4818-97F3-BE95642EA342}" presName="horz3" presStyleCnt="0"/>
      <dgm:spPr/>
    </dgm:pt>
    <dgm:pt modelId="{9C6F58A2-7D01-4154-8089-56245060BFD2}" type="pres">
      <dgm:prSet presAssocID="{F80F90CA-E3A4-4818-97F3-BE95642EA342}" presName="horzSpace3" presStyleCnt="0"/>
      <dgm:spPr/>
    </dgm:pt>
    <dgm:pt modelId="{2316FA65-60A8-4981-93B3-B3E842CFB0CD}" type="pres">
      <dgm:prSet presAssocID="{F80F90CA-E3A4-4818-97F3-BE95642EA342}" presName="tx3" presStyleLbl="revTx" presStyleIdx="14" presStyleCnt="15"/>
      <dgm:spPr/>
    </dgm:pt>
    <dgm:pt modelId="{764F4D06-A79F-46A7-8D1D-80236A8E2BBB}" type="pres">
      <dgm:prSet presAssocID="{F80F90CA-E3A4-4818-97F3-BE95642EA342}" presName="vert3" presStyleCnt="0"/>
      <dgm:spPr/>
    </dgm:pt>
    <dgm:pt modelId="{D7145FBF-5E0A-4276-BB38-C0AC47767D7F}" type="pres">
      <dgm:prSet presAssocID="{A902396D-853A-4013-96CC-7C085FE5E04E}" presName="thinLine2b" presStyleLbl="callout" presStyleIdx="4" presStyleCnt="5"/>
      <dgm:spPr/>
    </dgm:pt>
    <dgm:pt modelId="{3124DFF8-54FE-47C9-A8F1-28966FA0D05A}" type="pres">
      <dgm:prSet presAssocID="{A902396D-853A-4013-96CC-7C085FE5E04E}" presName="vertSpace2b" presStyleCnt="0"/>
      <dgm:spPr/>
    </dgm:pt>
  </dgm:ptLst>
  <dgm:cxnLst>
    <dgm:cxn modelId="{37944001-C8AB-4232-8FD8-512C46801665}" type="presOf" srcId="{4F55C59B-8FF4-4845-822A-11C10C71D26B}" destId="{13DD9D1A-52C8-424A-B14F-6CA0A24683A6}" srcOrd="0" destOrd="0" presId="urn:microsoft.com/office/officeart/2008/layout/LinedList"/>
    <dgm:cxn modelId="{7C429620-082E-493E-97B8-8398CB639C95}" srcId="{0B71BF40-B00D-4194-9237-95F54F778364}" destId="{051ECFB5-288A-4D6C-8F6B-BB813163E82B}" srcOrd="0" destOrd="0" parTransId="{C00E89BF-D1C6-4462-AA2A-32F1024EB917}" sibTransId="{559CDD84-9847-4BA2-A027-695E3E37608C}"/>
    <dgm:cxn modelId="{E203E725-A75D-440F-BD14-67C0A6B2FCCC}" type="presOf" srcId="{C3C8F188-9AD3-4325-B09A-E5D010385D16}" destId="{8862FD1E-8D12-41C2-981A-15FFC8DB817C}" srcOrd="0" destOrd="0" presId="urn:microsoft.com/office/officeart/2008/layout/LinedList"/>
    <dgm:cxn modelId="{B915A726-074B-4DB5-9A87-3A402C09023B}" srcId="{C3C8F188-9AD3-4325-B09A-E5D010385D16}" destId="{A902396D-853A-4013-96CC-7C085FE5E04E}" srcOrd="0" destOrd="0" parTransId="{28A63AE0-CFFD-42BD-8B0E-D61BAA767207}" sibTransId="{EEE7A1DC-0E5F-4F83-993F-4E35884F26A3}"/>
    <dgm:cxn modelId="{22F34D32-4A9E-48D0-928C-2FE656C660AE}" srcId="{279DC959-E670-42C5-816F-2A475618D485}" destId="{C3C8F188-9AD3-4325-B09A-E5D010385D16}" srcOrd="4" destOrd="0" parTransId="{8C886C65-5B17-4D2B-8A36-6513EF13BB93}" sibTransId="{CE88FE8E-5D47-4DB1-9675-14F0ED0441B6}"/>
    <dgm:cxn modelId="{5153B032-EAA1-4A1C-8FCF-BBAD42DBF3F4}" srcId="{279DC959-E670-42C5-816F-2A475618D485}" destId="{932BC424-7EF5-4312-B1DE-E854B9D5FB8F}" srcOrd="1" destOrd="0" parTransId="{C826F8CB-554B-4363-A62F-4254B8324C2C}" sibTransId="{8D8DD2E2-1F7F-4C1D-8F86-597461EBB824}"/>
    <dgm:cxn modelId="{7138735F-FEB2-4CC3-B57E-690826397C41}" srcId="{279DC959-E670-42C5-816F-2A475618D485}" destId="{92E21A0F-A6FE-4F27-853D-41FDADF9F810}" srcOrd="2" destOrd="0" parTransId="{788FD408-66E2-460D-835F-ED8252434956}" sibTransId="{133C283F-63C9-4AB4-8A22-CCE2EBD6C239}"/>
    <dgm:cxn modelId="{133BF262-A0A0-40B1-8679-9EE271929E9B}" type="presOf" srcId="{0B71BF40-B00D-4194-9237-95F54F778364}" destId="{B8D8E86E-D9CE-409E-829D-9F5160D706BE}" srcOrd="0" destOrd="0" presId="urn:microsoft.com/office/officeart/2008/layout/LinedList"/>
    <dgm:cxn modelId="{6A00C666-AED3-4A18-87E2-538EF359EB3F}" type="presOf" srcId="{279DC959-E670-42C5-816F-2A475618D485}" destId="{D623E864-CC71-4133-AB58-7A1A14037EB2}" srcOrd="0" destOrd="0" presId="urn:microsoft.com/office/officeart/2008/layout/LinedList"/>
    <dgm:cxn modelId="{1D594847-1FF5-4F78-8C26-96CC9AA557FE}" type="presOf" srcId="{92E21A0F-A6FE-4F27-853D-41FDADF9F810}" destId="{BAFD60B0-CB73-4AB0-9CEE-ECEE7949121A}" srcOrd="0" destOrd="0" presId="urn:microsoft.com/office/officeart/2008/layout/LinedList"/>
    <dgm:cxn modelId="{A8CF8E6A-D9F7-432C-B6C4-DBB5E7E02D25}" srcId="{DD8F6787-F126-4CB4-8710-CEB913433FE6}" destId="{6B358A37-C9E3-40EF-8B85-A5AFC822D01B}" srcOrd="0" destOrd="0" parTransId="{BB2D70B6-302E-45B4-BB79-AB07DCF81C73}" sibTransId="{C18D0BA7-52FB-4E4B-92B7-531DE89A8892}"/>
    <dgm:cxn modelId="{2D6F674E-739F-411F-893C-53CE9397CB4B}" srcId="{932BC424-7EF5-4312-B1DE-E854B9D5FB8F}" destId="{4F55C59B-8FF4-4845-822A-11C10C71D26B}" srcOrd="0" destOrd="0" parTransId="{66164DBC-257E-4FEE-B148-74A266A33F26}" sibTransId="{8D94925F-32AA-4505-9EEB-AC02A7BB57D2}"/>
    <dgm:cxn modelId="{821B6850-9559-458A-8231-44D10D0578DB}" srcId="{051ECFB5-288A-4D6C-8F6B-BB813163E82B}" destId="{B8F06AFD-9796-4BCB-9177-E58D1C00AFB0}" srcOrd="0" destOrd="0" parTransId="{904EF09D-12D6-4E44-8467-657424CEFE27}" sibTransId="{91138879-37DE-46C2-A6A6-4F4F51E60DB1}"/>
    <dgm:cxn modelId="{5E1AD178-0E44-481D-A8EF-9CE39F5D7B33}" srcId="{279DC959-E670-42C5-816F-2A475618D485}" destId="{C09B647D-5F77-41F7-BE00-F667BE8FCD7E}" srcOrd="3" destOrd="0" parTransId="{72572620-F22A-49D1-8171-98927EB11656}" sibTransId="{E9860AE8-F44B-49BD-9C98-73026BF23571}"/>
    <dgm:cxn modelId="{2E791959-2BD6-4ED8-9CD8-AF6FEA479AED}" srcId="{C09B647D-5F77-41F7-BE00-F667BE8FCD7E}" destId="{DD8F6787-F126-4CB4-8710-CEB913433FE6}" srcOrd="0" destOrd="0" parTransId="{6EDA8F26-47C6-4AE5-AF53-D276422EAF96}" sibTransId="{BA495818-F2E5-42A8-A27E-CC7942C5A775}"/>
    <dgm:cxn modelId="{24134D81-95AB-4ED6-9DCA-0CAA42595A0E}" type="presOf" srcId="{A902396D-853A-4013-96CC-7C085FE5E04E}" destId="{10336748-29CD-48FF-9586-FB0B38FDEEDA}" srcOrd="0" destOrd="0" presId="urn:microsoft.com/office/officeart/2008/layout/LinedList"/>
    <dgm:cxn modelId="{CD4FFF94-E22A-4F0D-BAF8-35FD1E7FBCE4}" type="presOf" srcId="{1D9A950F-4AD9-403D-AECE-4F501C9E8C5C}" destId="{DBDDB030-10C7-4EFE-B8CD-D4193FA95A49}" srcOrd="0" destOrd="0" presId="urn:microsoft.com/office/officeart/2008/layout/LinedList"/>
    <dgm:cxn modelId="{14B66999-EC54-4545-91C7-579C5DC0DB33}" type="presOf" srcId="{932BC424-7EF5-4312-B1DE-E854B9D5FB8F}" destId="{14F671E5-A485-48CB-A65E-91D5DB66AC30}" srcOrd="0" destOrd="0" presId="urn:microsoft.com/office/officeart/2008/layout/LinedList"/>
    <dgm:cxn modelId="{3FE710AB-03DA-41E7-9FC9-7BD93004076C}" type="presOf" srcId="{051ECFB5-288A-4D6C-8F6B-BB813163E82B}" destId="{ED422B66-2A6B-4A35-B7C8-7B3BBDFDDCF2}" srcOrd="0" destOrd="0" presId="urn:microsoft.com/office/officeart/2008/layout/LinedList"/>
    <dgm:cxn modelId="{FEAA09B4-D4B1-48E5-97B9-0C43124A6FD3}" type="presOf" srcId="{A29D5D70-2181-4A8F-A3A9-E16E0B016D89}" destId="{1E48D9AC-F938-4791-902E-BA6FE16EFB6F}" srcOrd="0" destOrd="0" presId="urn:microsoft.com/office/officeart/2008/layout/LinedList"/>
    <dgm:cxn modelId="{0D7FC8B7-0E36-4C83-983E-079ADA03FA99}" type="presOf" srcId="{DD8F6787-F126-4CB4-8710-CEB913433FE6}" destId="{0EC783E4-F8E3-48CE-AFE7-487124FEDB4F}" srcOrd="0" destOrd="0" presId="urn:microsoft.com/office/officeart/2008/layout/LinedList"/>
    <dgm:cxn modelId="{6B4086BB-B79D-4259-A37C-4B7AAB0DDD01}" srcId="{4F55C59B-8FF4-4845-822A-11C10C71D26B}" destId="{B7E309AD-4FC6-46B1-83FE-F78B7D7A41BF}" srcOrd="0" destOrd="0" parTransId="{7F02E3EE-D753-4AD1-8845-C333197E1EBB}" sibTransId="{EA020586-4F91-40EA-AE4B-21289C9C45BF}"/>
    <dgm:cxn modelId="{D3B49CBD-12D4-4FB4-9071-8FD1831260BD}" srcId="{A902396D-853A-4013-96CC-7C085FE5E04E}" destId="{F80F90CA-E3A4-4818-97F3-BE95642EA342}" srcOrd="0" destOrd="0" parTransId="{BC0FD01A-D468-4C37-8410-735BE4CEA832}" sibTransId="{88199384-E01D-49CC-BFB7-FE5AFF0745D0}"/>
    <dgm:cxn modelId="{BCDF56C8-EDC7-4728-B7B0-3EFC5455FAC1}" srcId="{A29D5D70-2181-4A8F-A3A9-E16E0B016D89}" destId="{1D9A950F-4AD9-403D-AECE-4F501C9E8C5C}" srcOrd="0" destOrd="0" parTransId="{257D2AD9-1938-4B4C-83B4-2697EABDB501}" sibTransId="{E6A551AC-EDD8-4427-81F4-DD0A4EFAE761}"/>
    <dgm:cxn modelId="{0879B4CF-B136-4245-8492-A12680A54680}" type="presOf" srcId="{B7E309AD-4FC6-46B1-83FE-F78B7D7A41BF}" destId="{D7552117-8DE0-4292-93E1-A8D26D81279C}" srcOrd="0" destOrd="0" presId="urn:microsoft.com/office/officeart/2008/layout/LinedList"/>
    <dgm:cxn modelId="{26774CD7-7443-41B1-9B71-106B2EB4AC5F}" type="presOf" srcId="{6B358A37-C9E3-40EF-8B85-A5AFC822D01B}" destId="{7A296685-0EA8-405D-8D42-87ABD46FDD0C}" srcOrd="0" destOrd="0" presId="urn:microsoft.com/office/officeart/2008/layout/LinedList"/>
    <dgm:cxn modelId="{5C846CD7-E70A-4523-8E4C-AF78D510BC37}" srcId="{92E21A0F-A6FE-4F27-853D-41FDADF9F810}" destId="{A29D5D70-2181-4A8F-A3A9-E16E0B016D89}" srcOrd="0" destOrd="0" parTransId="{E16BD5FE-D71A-4D5E-AA79-8FEB93454C08}" sibTransId="{A9918407-9A1C-4E73-8E21-B35C990B8C05}"/>
    <dgm:cxn modelId="{D17BE7DD-7F96-4810-AFAE-4356B94BBB76}" srcId="{279DC959-E670-42C5-816F-2A475618D485}" destId="{0B71BF40-B00D-4194-9237-95F54F778364}" srcOrd="0" destOrd="0" parTransId="{92D5D179-FB0C-476A-A92C-AF403B54D6CF}" sibTransId="{01B50BA8-C22E-4D4D-AF5C-C51AF831CE30}"/>
    <dgm:cxn modelId="{3C6C5FF4-1D5B-428D-82CD-C7EFAC7074B8}" type="presOf" srcId="{B8F06AFD-9796-4BCB-9177-E58D1C00AFB0}" destId="{66331D09-2E70-4140-A31E-63075BC8E2BB}" srcOrd="0" destOrd="0" presId="urn:microsoft.com/office/officeart/2008/layout/LinedList"/>
    <dgm:cxn modelId="{1A1C1AF6-09BF-4DFE-B645-63B3479FFB75}" type="presOf" srcId="{F80F90CA-E3A4-4818-97F3-BE95642EA342}" destId="{2316FA65-60A8-4981-93B3-B3E842CFB0CD}" srcOrd="0" destOrd="0" presId="urn:microsoft.com/office/officeart/2008/layout/LinedList"/>
    <dgm:cxn modelId="{E12A9EF7-3471-45AF-9CB6-0CC5F11F094C}" type="presOf" srcId="{C09B647D-5F77-41F7-BE00-F667BE8FCD7E}" destId="{7529AAF9-B6D0-46C1-B240-A68B3742F890}" srcOrd="0" destOrd="0" presId="urn:microsoft.com/office/officeart/2008/layout/LinedList"/>
    <dgm:cxn modelId="{341BEBC5-9467-45D0-B90F-D5E9D49C5B53}" type="presParOf" srcId="{D623E864-CC71-4133-AB58-7A1A14037EB2}" destId="{264028C1-F4C1-455F-8448-85A8BCF05E74}" srcOrd="0" destOrd="0" presId="urn:microsoft.com/office/officeart/2008/layout/LinedList"/>
    <dgm:cxn modelId="{8DB4F382-5E30-43DB-A3DA-300D806F6A35}" type="presParOf" srcId="{D623E864-CC71-4133-AB58-7A1A14037EB2}" destId="{5A513C57-976D-4145-8A6D-8C7310476C6E}" srcOrd="1" destOrd="0" presId="urn:microsoft.com/office/officeart/2008/layout/LinedList"/>
    <dgm:cxn modelId="{A595BB4E-D512-49AD-B418-B46B7A38B31C}" type="presParOf" srcId="{5A513C57-976D-4145-8A6D-8C7310476C6E}" destId="{B8D8E86E-D9CE-409E-829D-9F5160D706BE}" srcOrd="0" destOrd="0" presId="urn:microsoft.com/office/officeart/2008/layout/LinedList"/>
    <dgm:cxn modelId="{05804AF0-A8ED-4609-BE52-3BCAE23C1D56}" type="presParOf" srcId="{5A513C57-976D-4145-8A6D-8C7310476C6E}" destId="{90A0C59C-9AFB-4C81-A7F8-88E46F013FE4}" srcOrd="1" destOrd="0" presId="urn:microsoft.com/office/officeart/2008/layout/LinedList"/>
    <dgm:cxn modelId="{47F960E1-838C-4B61-8A4C-C932248D8776}" type="presParOf" srcId="{90A0C59C-9AFB-4C81-A7F8-88E46F013FE4}" destId="{83A55B94-DBF4-4947-B941-620F48CF3F87}" srcOrd="0" destOrd="0" presId="urn:microsoft.com/office/officeart/2008/layout/LinedList"/>
    <dgm:cxn modelId="{C78BB3DD-5D52-4F70-9A79-271DD3E6BA61}" type="presParOf" srcId="{90A0C59C-9AFB-4C81-A7F8-88E46F013FE4}" destId="{11755747-F3F1-4FC8-AADE-3648705A9487}" srcOrd="1" destOrd="0" presId="urn:microsoft.com/office/officeart/2008/layout/LinedList"/>
    <dgm:cxn modelId="{1FA01FC4-06B2-40EF-A705-D31A9D928233}" type="presParOf" srcId="{11755747-F3F1-4FC8-AADE-3648705A9487}" destId="{2023AFE9-87A4-4C23-BE08-D8064FEA326A}" srcOrd="0" destOrd="0" presId="urn:microsoft.com/office/officeart/2008/layout/LinedList"/>
    <dgm:cxn modelId="{19D38DED-2146-4132-8225-8483B4AEE299}" type="presParOf" srcId="{11755747-F3F1-4FC8-AADE-3648705A9487}" destId="{ED422B66-2A6B-4A35-B7C8-7B3BBDFDDCF2}" srcOrd="1" destOrd="0" presId="urn:microsoft.com/office/officeart/2008/layout/LinedList"/>
    <dgm:cxn modelId="{DF2EF188-B0A6-4FEF-B88F-9D5683955A86}" type="presParOf" srcId="{11755747-F3F1-4FC8-AADE-3648705A9487}" destId="{0DC534CD-0C66-416B-9FC7-3A270F23827A}" srcOrd="2" destOrd="0" presId="urn:microsoft.com/office/officeart/2008/layout/LinedList"/>
    <dgm:cxn modelId="{9CB32BEA-F29D-430A-BA07-F972E32AB715}" type="presParOf" srcId="{0DC534CD-0C66-416B-9FC7-3A270F23827A}" destId="{6C855FD7-6FC7-4347-B56D-1B179FB510D6}" srcOrd="0" destOrd="0" presId="urn:microsoft.com/office/officeart/2008/layout/LinedList"/>
    <dgm:cxn modelId="{1F556BF2-2C58-4F84-8E97-312368582899}" type="presParOf" srcId="{6C855FD7-6FC7-4347-B56D-1B179FB510D6}" destId="{FE7DEBA0-5188-49ED-A015-572B27233A48}" srcOrd="0" destOrd="0" presId="urn:microsoft.com/office/officeart/2008/layout/LinedList"/>
    <dgm:cxn modelId="{1A9E9D85-509F-487A-87B6-4490CB4AF58B}" type="presParOf" srcId="{6C855FD7-6FC7-4347-B56D-1B179FB510D6}" destId="{66331D09-2E70-4140-A31E-63075BC8E2BB}" srcOrd="1" destOrd="0" presId="urn:microsoft.com/office/officeart/2008/layout/LinedList"/>
    <dgm:cxn modelId="{9F1A4250-DA0A-493D-BF4A-3B3A30651910}" type="presParOf" srcId="{6C855FD7-6FC7-4347-B56D-1B179FB510D6}" destId="{C7FDCFE4-7A8C-4E71-A7D0-6B1A49F860FB}" srcOrd="2" destOrd="0" presId="urn:microsoft.com/office/officeart/2008/layout/LinedList"/>
    <dgm:cxn modelId="{D4AF05ED-5DC2-4165-A15D-1541D68078BD}" type="presParOf" srcId="{90A0C59C-9AFB-4C81-A7F8-88E46F013FE4}" destId="{FA45BEEE-0BE2-4541-B4FD-C3BF961F3C70}" srcOrd="2" destOrd="0" presId="urn:microsoft.com/office/officeart/2008/layout/LinedList"/>
    <dgm:cxn modelId="{5029FFE2-CE87-42C5-82B6-4A210C2A1C12}" type="presParOf" srcId="{90A0C59C-9AFB-4C81-A7F8-88E46F013FE4}" destId="{07FADDD4-F89E-4D79-8424-24FF3A628AF6}" srcOrd="3" destOrd="0" presId="urn:microsoft.com/office/officeart/2008/layout/LinedList"/>
    <dgm:cxn modelId="{611D66CC-3F17-4025-A2E3-1AC4DBC58D44}" type="presParOf" srcId="{D623E864-CC71-4133-AB58-7A1A14037EB2}" destId="{C2C0AFA1-1A88-4781-8914-2FC2EB4D5BB1}" srcOrd="2" destOrd="0" presId="urn:microsoft.com/office/officeart/2008/layout/LinedList"/>
    <dgm:cxn modelId="{69B93368-A924-4543-B88D-68535E6EB451}" type="presParOf" srcId="{D623E864-CC71-4133-AB58-7A1A14037EB2}" destId="{887CD0BB-0D00-415B-8C33-0BFB33168C05}" srcOrd="3" destOrd="0" presId="urn:microsoft.com/office/officeart/2008/layout/LinedList"/>
    <dgm:cxn modelId="{2B969699-E765-4AFE-8607-CD1AF3F9EFF7}" type="presParOf" srcId="{887CD0BB-0D00-415B-8C33-0BFB33168C05}" destId="{14F671E5-A485-48CB-A65E-91D5DB66AC30}" srcOrd="0" destOrd="0" presId="urn:microsoft.com/office/officeart/2008/layout/LinedList"/>
    <dgm:cxn modelId="{0AE0A649-C4EE-4985-8151-9EEE3F42FBE4}" type="presParOf" srcId="{887CD0BB-0D00-415B-8C33-0BFB33168C05}" destId="{E6B78AC9-BAE9-4EBC-AFEF-CB8E5B768457}" srcOrd="1" destOrd="0" presId="urn:microsoft.com/office/officeart/2008/layout/LinedList"/>
    <dgm:cxn modelId="{CCC06007-7456-46FE-AEF3-583711A59018}" type="presParOf" srcId="{E6B78AC9-BAE9-4EBC-AFEF-CB8E5B768457}" destId="{497CAD4C-6EBB-4EF1-A83C-45DE8784A514}" srcOrd="0" destOrd="0" presId="urn:microsoft.com/office/officeart/2008/layout/LinedList"/>
    <dgm:cxn modelId="{97A170F0-FB0C-4BA5-95E8-BFE84AAD764E}" type="presParOf" srcId="{E6B78AC9-BAE9-4EBC-AFEF-CB8E5B768457}" destId="{AD001734-ED81-4625-AA97-2679C78494A1}" srcOrd="1" destOrd="0" presId="urn:microsoft.com/office/officeart/2008/layout/LinedList"/>
    <dgm:cxn modelId="{BCA37EA8-6B92-43AC-94C3-91F59B0EE09C}" type="presParOf" srcId="{AD001734-ED81-4625-AA97-2679C78494A1}" destId="{5B16EA06-474C-4A9E-90D2-CEBC0E987556}" srcOrd="0" destOrd="0" presId="urn:microsoft.com/office/officeart/2008/layout/LinedList"/>
    <dgm:cxn modelId="{8FEE1399-F86F-482A-925C-251F69B8CEB8}" type="presParOf" srcId="{AD001734-ED81-4625-AA97-2679C78494A1}" destId="{13DD9D1A-52C8-424A-B14F-6CA0A24683A6}" srcOrd="1" destOrd="0" presId="urn:microsoft.com/office/officeart/2008/layout/LinedList"/>
    <dgm:cxn modelId="{8B0D5933-B506-4726-BAEA-3CDF80EF1DE2}" type="presParOf" srcId="{AD001734-ED81-4625-AA97-2679C78494A1}" destId="{6B7DAA74-B19E-4F4E-A435-E98B10DFD3F3}" srcOrd="2" destOrd="0" presId="urn:microsoft.com/office/officeart/2008/layout/LinedList"/>
    <dgm:cxn modelId="{E2E98393-E887-4B0D-B78E-FF3F8AAAAA90}" type="presParOf" srcId="{6B7DAA74-B19E-4F4E-A435-E98B10DFD3F3}" destId="{A7131535-8E98-4FC4-90FD-152844F1A9CF}" srcOrd="0" destOrd="0" presId="urn:microsoft.com/office/officeart/2008/layout/LinedList"/>
    <dgm:cxn modelId="{310C32CD-3C12-4927-8C58-39FD554DE4E4}" type="presParOf" srcId="{A7131535-8E98-4FC4-90FD-152844F1A9CF}" destId="{6E792B6B-3137-4ABF-884F-757930ADF228}" srcOrd="0" destOrd="0" presId="urn:microsoft.com/office/officeart/2008/layout/LinedList"/>
    <dgm:cxn modelId="{849FD60D-A250-456B-84BF-AB455C01217C}" type="presParOf" srcId="{A7131535-8E98-4FC4-90FD-152844F1A9CF}" destId="{D7552117-8DE0-4292-93E1-A8D26D81279C}" srcOrd="1" destOrd="0" presId="urn:microsoft.com/office/officeart/2008/layout/LinedList"/>
    <dgm:cxn modelId="{BCA85C47-9409-4380-AE1F-C2A8B4D8C2AB}" type="presParOf" srcId="{A7131535-8E98-4FC4-90FD-152844F1A9CF}" destId="{8612DAC4-C634-46B3-8873-5FDCD18A3AC1}" srcOrd="2" destOrd="0" presId="urn:microsoft.com/office/officeart/2008/layout/LinedList"/>
    <dgm:cxn modelId="{36CF2CD3-DBAD-459F-B62F-7255C6DF98A0}" type="presParOf" srcId="{E6B78AC9-BAE9-4EBC-AFEF-CB8E5B768457}" destId="{9AD92080-C230-4AEC-8BE6-697E6692DD0B}" srcOrd="2" destOrd="0" presId="urn:microsoft.com/office/officeart/2008/layout/LinedList"/>
    <dgm:cxn modelId="{9AE18954-9F5D-442D-A5EF-0D5E13003E95}" type="presParOf" srcId="{E6B78AC9-BAE9-4EBC-AFEF-CB8E5B768457}" destId="{1F959478-370F-470D-87BA-9C6B3F869A7B}" srcOrd="3" destOrd="0" presId="urn:microsoft.com/office/officeart/2008/layout/LinedList"/>
    <dgm:cxn modelId="{15EC5690-8052-4F19-BBA2-DC8575FD4F97}" type="presParOf" srcId="{D623E864-CC71-4133-AB58-7A1A14037EB2}" destId="{726DF6FB-E91A-407D-931C-776A56CB0BCE}" srcOrd="4" destOrd="0" presId="urn:microsoft.com/office/officeart/2008/layout/LinedList"/>
    <dgm:cxn modelId="{F67BAAD3-F007-4E5D-94C1-9E053AFDC1FF}" type="presParOf" srcId="{D623E864-CC71-4133-AB58-7A1A14037EB2}" destId="{308AE5A3-AAF8-4463-AD81-1F9BB9242C0A}" srcOrd="5" destOrd="0" presId="urn:microsoft.com/office/officeart/2008/layout/LinedList"/>
    <dgm:cxn modelId="{6A71416A-8B2E-4D5F-A179-42ECEAB2FAEB}" type="presParOf" srcId="{308AE5A3-AAF8-4463-AD81-1F9BB9242C0A}" destId="{BAFD60B0-CB73-4AB0-9CEE-ECEE7949121A}" srcOrd="0" destOrd="0" presId="urn:microsoft.com/office/officeart/2008/layout/LinedList"/>
    <dgm:cxn modelId="{AF121412-1B51-4EFC-8B8B-147954A6D461}" type="presParOf" srcId="{308AE5A3-AAF8-4463-AD81-1F9BB9242C0A}" destId="{54395409-C3E5-4DA6-9A88-AE58DEB4AA6A}" srcOrd="1" destOrd="0" presId="urn:microsoft.com/office/officeart/2008/layout/LinedList"/>
    <dgm:cxn modelId="{6E99D2C8-352E-4595-8C8C-071FEBCAD328}" type="presParOf" srcId="{54395409-C3E5-4DA6-9A88-AE58DEB4AA6A}" destId="{7A13F52B-B8DA-49DA-8D22-88303B09EE70}" srcOrd="0" destOrd="0" presId="urn:microsoft.com/office/officeart/2008/layout/LinedList"/>
    <dgm:cxn modelId="{67A0872C-0141-455C-B447-C62D48109611}" type="presParOf" srcId="{54395409-C3E5-4DA6-9A88-AE58DEB4AA6A}" destId="{15FADD80-84CD-4687-AE25-8BA4C4F59E37}" srcOrd="1" destOrd="0" presId="urn:microsoft.com/office/officeart/2008/layout/LinedList"/>
    <dgm:cxn modelId="{238304D7-C276-47E3-9E0F-001AC5055DBC}" type="presParOf" srcId="{15FADD80-84CD-4687-AE25-8BA4C4F59E37}" destId="{AA0A22CF-B41E-40BD-9434-BDB9FF7FF85D}" srcOrd="0" destOrd="0" presId="urn:microsoft.com/office/officeart/2008/layout/LinedList"/>
    <dgm:cxn modelId="{81F6312E-EE98-478D-97CB-DDABDB0E1080}" type="presParOf" srcId="{15FADD80-84CD-4687-AE25-8BA4C4F59E37}" destId="{1E48D9AC-F938-4791-902E-BA6FE16EFB6F}" srcOrd="1" destOrd="0" presId="urn:microsoft.com/office/officeart/2008/layout/LinedList"/>
    <dgm:cxn modelId="{57A12533-841E-4F0C-B346-0072AD16603A}" type="presParOf" srcId="{15FADD80-84CD-4687-AE25-8BA4C4F59E37}" destId="{9B2DD37C-F60D-4714-A666-94ED630A877F}" srcOrd="2" destOrd="0" presId="urn:microsoft.com/office/officeart/2008/layout/LinedList"/>
    <dgm:cxn modelId="{23007FF5-4D3A-4C13-B4DF-96CDECDBA777}" type="presParOf" srcId="{9B2DD37C-F60D-4714-A666-94ED630A877F}" destId="{ED613550-A6B8-4875-B83A-FFD91B90DDDE}" srcOrd="0" destOrd="0" presId="urn:microsoft.com/office/officeart/2008/layout/LinedList"/>
    <dgm:cxn modelId="{32836AC7-E061-4785-96BB-71D23803918F}" type="presParOf" srcId="{ED613550-A6B8-4875-B83A-FFD91B90DDDE}" destId="{5791459B-FC8F-4EAA-B7FB-C91116695CAF}" srcOrd="0" destOrd="0" presId="urn:microsoft.com/office/officeart/2008/layout/LinedList"/>
    <dgm:cxn modelId="{5283FAAC-56D8-4246-BDA6-1F8E49FEF5A8}" type="presParOf" srcId="{ED613550-A6B8-4875-B83A-FFD91B90DDDE}" destId="{DBDDB030-10C7-4EFE-B8CD-D4193FA95A49}" srcOrd="1" destOrd="0" presId="urn:microsoft.com/office/officeart/2008/layout/LinedList"/>
    <dgm:cxn modelId="{8E7A812E-5FF5-4FB3-AF82-660C235C9F2E}" type="presParOf" srcId="{ED613550-A6B8-4875-B83A-FFD91B90DDDE}" destId="{F3A0E043-B799-420F-9882-B746E519C24F}" srcOrd="2" destOrd="0" presId="urn:microsoft.com/office/officeart/2008/layout/LinedList"/>
    <dgm:cxn modelId="{17216018-E356-479B-8C59-5E7FA9C1EE8E}" type="presParOf" srcId="{54395409-C3E5-4DA6-9A88-AE58DEB4AA6A}" destId="{80EE63C9-E761-44BC-BFB5-4A26E749E50D}" srcOrd="2" destOrd="0" presId="urn:microsoft.com/office/officeart/2008/layout/LinedList"/>
    <dgm:cxn modelId="{7E967370-D7F8-4AA2-B5DE-D55EB36B3855}" type="presParOf" srcId="{54395409-C3E5-4DA6-9A88-AE58DEB4AA6A}" destId="{C1503B72-4693-4D55-B1E4-3CD4A7F4A139}" srcOrd="3" destOrd="0" presId="urn:microsoft.com/office/officeart/2008/layout/LinedList"/>
    <dgm:cxn modelId="{AEEDD693-99B5-4E60-9C1A-ADA9207ED490}" type="presParOf" srcId="{D623E864-CC71-4133-AB58-7A1A14037EB2}" destId="{823A4099-4FEF-4D14-B390-C047769BAF48}" srcOrd="6" destOrd="0" presId="urn:microsoft.com/office/officeart/2008/layout/LinedList"/>
    <dgm:cxn modelId="{E5A95CC6-FDD3-4BE7-82C2-141E256413B0}" type="presParOf" srcId="{D623E864-CC71-4133-AB58-7A1A14037EB2}" destId="{42A6697F-806A-4E61-824E-64D8444513F3}" srcOrd="7" destOrd="0" presId="urn:microsoft.com/office/officeart/2008/layout/LinedList"/>
    <dgm:cxn modelId="{285C63C8-4843-4FE2-BC41-C60F038D7994}" type="presParOf" srcId="{42A6697F-806A-4E61-824E-64D8444513F3}" destId="{7529AAF9-B6D0-46C1-B240-A68B3742F890}" srcOrd="0" destOrd="0" presId="urn:microsoft.com/office/officeart/2008/layout/LinedList"/>
    <dgm:cxn modelId="{050BA62F-A052-485E-BE18-7C7A3A9CE9D0}" type="presParOf" srcId="{42A6697F-806A-4E61-824E-64D8444513F3}" destId="{1CD3379E-9665-4D64-B8E8-5B28E5DDE17A}" srcOrd="1" destOrd="0" presId="urn:microsoft.com/office/officeart/2008/layout/LinedList"/>
    <dgm:cxn modelId="{F3413CC9-9091-42B6-8488-A4AB9CC45B7B}" type="presParOf" srcId="{1CD3379E-9665-4D64-B8E8-5B28E5DDE17A}" destId="{0DBCBE29-39B3-47CD-B8FE-F784E5A4F4A9}" srcOrd="0" destOrd="0" presId="urn:microsoft.com/office/officeart/2008/layout/LinedList"/>
    <dgm:cxn modelId="{123978AB-661F-48FF-A10F-281F7FCEF3FB}" type="presParOf" srcId="{1CD3379E-9665-4D64-B8E8-5B28E5DDE17A}" destId="{DF3D1283-CFE2-4EE2-B569-FFAEA1002C73}" srcOrd="1" destOrd="0" presId="urn:microsoft.com/office/officeart/2008/layout/LinedList"/>
    <dgm:cxn modelId="{7E11F516-7D21-4BFB-87A4-2C90E4622B23}" type="presParOf" srcId="{DF3D1283-CFE2-4EE2-B569-FFAEA1002C73}" destId="{A38DFCB0-3DDD-4AA9-9091-262B88CA702D}" srcOrd="0" destOrd="0" presId="urn:microsoft.com/office/officeart/2008/layout/LinedList"/>
    <dgm:cxn modelId="{4BCAABB5-3496-4A41-8CC4-58717D2A8530}" type="presParOf" srcId="{DF3D1283-CFE2-4EE2-B569-FFAEA1002C73}" destId="{0EC783E4-F8E3-48CE-AFE7-487124FEDB4F}" srcOrd="1" destOrd="0" presId="urn:microsoft.com/office/officeart/2008/layout/LinedList"/>
    <dgm:cxn modelId="{D45BEFAA-7163-49AD-8B6D-02B44CBB17BB}" type="presParOf" srcId="{DF3D1283-CFE2-4EE2-B569-FFAEA1002C73}" destId="{2ACB5E99-008F-4ED3-9D1F-0AE90C2BEBC5}" srcOrd="2" destOrd="0" presId="urn:microsoft.com/office/officeart/2008/layout/LinedList"/>
    <dgm:cxn modelId="{3F15CFC6-5BFF-49ED-9128-ABC8FF375E0F}" type="presParOf" srcId="{2ACB5E99-008F-4ED3-9D1F-0AE90C2BEBC5}" destId="{BC881A66-77A0-414E-9B71-F1534035227C}" srcOrd="0" destOrd="0" presId="urn:microsoft.com/office/officeart/2008/layout/LinedList"/>
    <dgm:cxn modelId="{48EDAF3A-6D77-4196-8F09-6B1CB678BC3A}" type="presParOf" srcId="{BC881A66-77A0-414E-9B71-F1534035227C}" destId="{881F2D1C-B77D-43B5-B066-7F37A25FD808}" srcOrd="0" destOrd="0" presId="urn:microsoft.com/office/officeart/2008/layout/LinedList"/>
    <dgm:cxn modelId="{50A3642A-59CA-40A7-BA71-3BE11B04E45D}" type="presParOf" srcId="{BC881A66-77A0-414E-9B71-F1534035227C}" destId="{7A296685-0EA8-405D-8D42-87ABD46FDD0C}" srcOrd="1" destOrd="0" presId="urn:microsoft.com/office/officeart/2008/layout/LinedList"/>
    <dgm:cxn modelId="{D321E3E8-7839-4FF2-8888-382D810A85E3}" type="presParOf" srcId="{BC881A66-77A0-414E-9B71-F1534035227C}" destId="{1D3C1A15-3134-4212-B6D2-45049D8BA558}" srcOrd="2" destOrd="0" presId="urn:microsoft.com/office/officeart/2008/layout/LinedList"/>
    <dgm:cxn modelId="{ABB269BC-0E1E-487A-9955-D390E19BEB70}" type="presParOf" srcId="{1CD3379E-9665-4D64-B8E8-5B28E5DDE17A}" destId="{C2BA904C-0ADF-4B0A-9159-302209BFFB8F}" srcOrd="2" destOrd="0" presId="urn:microsoft.com/office/officeart/2008/layout/LinedList"/>
    <dgm:cxn modelId="{B1CFF6F3-45EE-49FE-897A-04F130A03A71}" type="presParOf" srcId="{1CD3379E-9665-4D64-B8E8-5B28E5DDE17A}" destId="{F8BB205C-E69B-42B8-9095-A6B158014832}" srcOrd="3" destOrd="0" presId="urn:microsoft.com/office/officeart/2008/layout/LinedList"/>
    <dgm:cxn modelId="{0561EC62-E98F-4B66-8FF6-EEE55216BBEF}" type="presParOf" srcId="{D623E864-CC71-4133-AB58-7A1A14037EB2}" destId="{C545E77C-201A-4003-9891-AF4E6876B458}" srcOrd="8" destOrd="0" presId="urn:microsoft.com/office/officeart/2008/layout/LinedList"/>
    <dgm:cxn modelId="{DDC52A74-E7A8-4C48-A2C0-8634CC4F8C4C}" type="presParOf" srcId="{D623E864-CC71-4133-AB58-7A1A14037EB2}" destId="{6E02E54A-8939-4120-BC05-827C846559D1}" srcOrd="9" destOrd="0" presId="urn:microsoft.com/office/officeart/2008/layout/LinedList"/>
    <dgm:cxn modelId="{D8909966-E421-42AD-91D1-10CA55EC18BB}" type="presParOf" srcId="{6E02E54A-8939-4120-BC05-827C846559D1}" destId="{8862FD1E-8D12-41C2-981A-15FFC8DB817C}" srcOrd="0" destOrd="0" presId="urn:microsoft.com/office/officeart/2008/layout/LinedList"/>
    <dgm:cxn modelId="{A64661BA-1105-452B-8B2C-1FE3453046F6}" type="presParOf" srcId="{6E02E54A-8939-4120-BC05-827C846559D1}" destId="{3E0F80A3-F470-4FBE-9F71-3352AD69AB1A}" srcOrd="1" destOrd="0" presId="urn:microsoft.com/office/officeart/2008/layout/LinedList"/>
    <dgm:cxn modelId="{FDCEB9A9-66A9-46DE-BCB6-538A69C3D1DC}" type="presParOf" srcId="{3E0F80A3-F470-4FBE-9F71-3352AD69AB1A}" destId="{731F598E-CDC3-4084-AFF6-9FC80253FADF}" srcOrd="0" destOrd="0" presId="urn:microsoft.com/office/officeart/2008/layout/LinedList"/>
    <dgm:cxn modelId="{C1A3BB3F-F969-4DE1-A27A-38EDBEAFBF0F}" type="presParOf" srcId="{3E0F80A3-F470-4FBE-9F71-3352AD69AB1A}" destId="{2D9728D8-D5D7-4CE9-8459-096C47014FB7}" srcOrd="1" destOrd="0" presId="urn:microsoft.com/office/officeart/2008/layout/LinedList"/>
    <dgm:cxn modelId="{9640B717-F3C6-4685-9304-8A1722E1D8B5}" type="presParOf" srcId="{2D9728D8-D5D7-4CE9-8459-096C47014FB7}" destId="{AB610F7B-0D85-4352-93C1-C79BD24FB9A0}" srcOrd="0" destOrd="0" presId="urn:microsoft.com/office/officeart/2008/layout/LinedList"/>
    <dgm:cxn modelId="{BC883C0E-AE5D-45EC-A41D-6680F5349778}" type="presParOf" srcId="{2D9728D8-D5D7-4CE9-8459-096C47014FB7}" destId="{10336748-29CD-48FF-9586-FB0B38FDEEDA}" srcOrd="1" destOrd="0" presId="urn:microsoft.com/office/officeart/2008/layout/LinedList"/>
    <dgm:cxn modelId="{973DA5F3-83AD-421A-B483-92F77DFE51F0}" type="presParOf" srcId="{2D9728D8-D5D7-4CE9-8459-096C47014FB7}" destId="{2236DF6B-09C4-484F-99FC-16B9C0E751AB}" srcOrd="2" destOrd="0" presId="urn:microsoft.com/office/officeart/2008/layout/LinedList"/>
    <dgm:cxn modelId="{5F576862-DB8F-4B11-BD64-DAE9E5259F30}" type="presParOf" srcId="{2236DF6B-09C4-484F-99FC-16B9C0E751AB}" destId="{94220377-63C0-48CA-9FBD-8BE01A29D6E4}" srcOrd="0" destOrd="0" presId="urn:microsoft.com/office/officeart/2008/layout/LinedList"/>
    <dgm:cxn modelId="{0344D286-92D9-419E-89B8-B2FB3F4A2BEC}" type="presParOf" srcId="{94220377-63C0-48CA-9FBD-8BE01A29D6E4}" destId="{9C6F58A2-7D01-4154-8089-56245060BFD2}" srcOrd="0" destOrd="0" presId="urn:microsoft.com/office/officeart/2008/layout/LinedList"/>
    <dgm:cxn modelId="{60594B0E-2461-4865-B463-7E61F7490B1F}" type="presParOf" srcId="{94220377-63C0-48CA-9FBD-8BE01A29D6E4}" destId="{2316FA65-60A8-4981-93B3-B3E842CFB0CD}" srcOrd="1" destOrd="0" presId="urn:microsoft.com/office/officeart/2008/layout/LinedList"/>
    <dgm:cxn modelId="{307EA6A4-3805-4255-B6F6-87E983E4D695}" type="presParOf" srcId="{94220377-63C0-48CA-9FBD-8BE01A29D6E4}" destId="{764F4D06-A79F-46A7-8D1D-80236A8E2BBB}" srcOrd="2" destOrd="0" presId="urn:microsoft.com/office/officeart/2008/layout/LinedList"/>
    <dgm:cxn modelId="{51B8F7F2-AB52-4BEC-B7F2-CF514B092D66}" type="presParOf" srcId="{3E0F80A3-F470-4FBE-9F71-3352AD69AB1A}" destId="{D7145FBF-5E0A-4276-BB38-C0AC47767D7F}" srcOrd="2" destOrd="0" presId="urn:microsoft.com/office/officeart/2008/layout/LinedList"/>
    <dgm:cxn modelId="{BF1857E3-D51C-4270-AD10-9831D6F5038C}" type="presParOf" srcId="{3E0F80A3-F470-4FBE-9F71-3352AD69AB1A}" destId="{3124DFF8-54FE-47C9-A8F1-28966FA0D05A}" srcOrd="3"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65F79B7-1131-45E5-9C6A-B2FE11D1721E}" type="doc">
      <dgm:prSet loTypeId="urn:microsoft.com/office/officeart/2018/2/layout/IconCircleList" loCatId="icon" qsTypeId="urn:microsoft.com/office/officeart/2005/8/quickstyle/simple4" qsCatId="simple" csTypeId="urn:microsoft.com/office/officeart/2005/8/colors/accent2_2" csCatId="accent2" phldr="1"/>
      <dgm:spPr/>
      <dgm:t>
        <a:bodyPr/>
        <a:lstStyle/>
        <a:p>
          <a:endParaRPr lang="en-US"/>
        </a:p>
      </dgm:t>
    </dgm:pt>
    <dgm:pt modelId="{7D4266F4-7CBE-4A10-B027-A5620A747516}">
      <dgm:prSet/>
      <dgm:spPr/>
      <dgm:t>
        <a:bodyPr/>
        <a:lstStyle/>
        <a:p>
          <a:pPr>
            <a:lnSpc>
              <a:spcPct val="100000"/>
            </a:lnSpc>
          </a:pPr>
          <a:r>
            <a:rPr lang="en-US" dirty="0">
              <a:solidFill>
                <a:schemeClr val="tx2"/>
              </a:solidFill>
            </a:rPr>
            <a:t>Nested resources</a:t>
          </a:r>
        </a:p>
      </dgm:t>
    </dgm:pt>
    <dgm:pt modelId="{667216A0-DE86-4E87-BD95-9D484D3B7903}" type="parTrans" cxnId="{73DF6734-5A50-4372-8453-4635AE0D5D10}">
      <dgm:prSet/>
      <dgm:spPr/>
      <dgm:t>
        <a:bodyPr/>
        <a:lstStyle/>
        <a:p>
          <a:endParaRPr lang="en-US">
            <a:solidFill>
              <a:schemeClr val="tx2"/>
            </a:solidFill>
          </a:endParaRPr>
        </a:p>
      </dgm:t>
    </dgm:pt>
    <dgm:pt modelId="{37FAC002-41A0-467D-81CA-3A764164BBCA}" type="sibTrans" cxnId="{73DF6734-5A50-4372-8453-4635AE0D5D10}">
      <dgm:prSet/>
      <dgm:spPr/>
      <dgm:t>
        <a:bodyPr/>
        <a:lstStyle/>
        <a:p>
          <a:pPr>
            <a:lnSpc>
              <a:spcPct val="100000"/>
            </a:lnSpc>
          </a:pPr>
          <a:endParaRPr lang="en-US">
            <a:solidFill>
              <a:schemeClr val="tx2"/>
            </a:solidFill>
          </a:endParaRPr>
        </a:p>
      </dgm:t>
    </dgm:pt>
    <dgm:pt modelId="{5FA8AFC3-6804-43D6-BBD8-666BA36B5D11}">
      <dgm:prSet/>
      <dgm:spPr/>
      <dgm:t>
        <a:bodyPr/>
        <a:lstStyle/>
        <a:p>
          <a:pPr>
            <a:lnSpc>
              <a:spcPct val="100000"/>
            </a:lnSpc>
          </a:pPr>
          <a:r>
            <a:rPr lang="en-US">
              <a:solidFill>
                <a:schemeClr val="tx2"/>
              </a:solidFill>
            </a:rPr>
            <a:t>Filtering</a:t>
          </a:r>
        </a:p>
      </dgm:t>
    </dgm:pt>
    <dgm:pt modelId="{59C0B49D-C027-4474-8BDB-8D97BFCEBA10}" type="parTrans" cxnId="{50595633-560D-4E26-A54C-12F7319154C8}">
      <dgm:prSet/>
      <dgm:spPr/>
      <dgm:t>
        <a:bodyPr/>
        <a:lstStyle/>
        <a:p>
          <a:endParaRPr lang="en-US">
            <a:solidFill>
              <a:schemeClr val="tx2"/>
            </a:solidFill>
          </a:endParaRPr>
        </a:p>
      </dgm:t>
    </dgm:pt>
    <dgm:pt modelId="{7D407DAD-8747-4CA8-B878-B88B948D0C2E}" type="sibTrans" cxnId="{50595633-560D-4E26-A54C-12F7319154C8}">
      <dgm:prSet/>
      <dgm:spPr/>
      <dgm:t>
        <a:bodyPr/>
        <a:lstStyle/>
        <a:p>
          <a:pPr>
            <a:lnSpc>
              <a:spcPct val="100000"/>
            </a:lnSpc>
          </a:pPr>
          <a:endParaRPr lang="en-US">
            <a:solidFill>
              <a:schemeClr val="tx2"/>
            </a:solidFill>
          </a:endParaRPr>
        </a:p>
      </dgm:t>
    </dgm:pt>
    <dgm:pt modelId="{11807935-936A-4CF8-AD2C-D1BAC4CAE139}">
      <dgm:prSet/>
      <dgm:spPr/>
      <dgm:t>
        <a:bodyPr/>
        <a:lstStyle/>
        <a:p>
          <a:pPr>
            <a:lnSpc>
              <a:spcPct val="100000"/>
            </a:lnSpc>
          </a:pPr>
          <a:r>
            <a:rPr lang="en-US">
              <a:solidFill>
                <a:schemeClr val="tx2"/>
              </a:solidFill>
            </a:rPr>
            <a:t>Paging</a:t>
          </a:r>
        </a:p>
      </dgm:t>
    </dgm:pt>
    <dgm:pt modelId="{FDA38773-CB79-4305-AA1A-E6C94190572E}" type="parTrans" cxnId="{BC36BABD-8584-478F-8D4F-68587449E20C}">
      <dgm:prSet/>
      <dgm:spPr/>
      <dgm:t>
        <a:bodyPr/>
        <a:lstStyle/>
        <a:p>
          <a:endParaRPr lang="en-US">
            <a:solidFill>
              <a:schemeClr val="tx2"/>
            </a:solidFill>
          </a:endParaRPr>
        </a:p>
      </dgm:t>
    </dgm:pt>
    <dgm:pt modelId="{3BAA4B0E-5DA2-4EE4-83AA-A33AFF0D3CD2}" type="sibTrans" cxnId="{BC36BABD-8584-478F-8D4F-68587449E20C}">
      <dgm:prSet/>
      <dgm:spPr/>
      <dgm:t>
        <a:bodyPr/>
        <a:lstStyle/>
        <a:p>
          <a:endParaRPr lang="en-US">
            <a:solidFill>
              <a:schemeClr val="tx2"/>
            </a:solidFill>
          </a:endParaRPr>
        </a:p>
      </dgm:t>
    </dgm:pt>
    <dgm:pt modelId="{43E87EB7-07CF-442E-A1A8-0B6736A8AC75}" type="pres">
      <dgm:prSet presAssocID="{B65F79B7-1131-45E5-9C6A-B2FE11D1721E}" presName="root" presStyleCnt="0">
        <dgm:presLayoutVars>
          <dgm:dir/>
          <dgm:resizeHandles val="exact"/>
        </dgm:presLayoutVars>
      </dgm:prSet>
      <dgm:spPr/>
    </dgm:pt>
    <dgm:pt modelId="{9A24E04C-EB63-4FDC-8DED-C179CA270822}" type="pres">
      <dgm:prSet presAssocID="{B65F79B7-1131-45E5-9C6A-B2FE11D1721E}" presName="container" presStyleCnt="0">
        <dgm:presLayoutVars>
          <dgm:dir/>
          <dgm:resizeHandles val="exact"/>
        </dgm:presLayoutVars>
      </dgm:prSet>
      <dgm:spPr/>
    </dgm:pt>
    <dgm:pt modelId="{6DE1271D-9F06-448D-8A2C-1AD37EBA7A59}" type="pres">
      <dgm:prSet presAssocID="{7D4266F4-7CBE-4A10-B027-A5620A747516}" presName="compNode" presStyleCnt="0"/>
      <dgm:spPr/>
    </dgm:pt>
    <dgm:pt modelId="{76B83D69-1102-4F68-8603-E45D4653A7A7}" type="pres">
      <dgm:prSet presAssocID="{7D4266F4-7CBE-4A10-B027-A5620A747516}" presName="iconBgRect" presStyleLbl="bgShp" presStyleIdx="0" presStyleCnt="3"/>
      <dgm:spPr/>
    </dgm:pt>
    <dgm:pt modelId="{0D84E078-2605-4674-AE2A-E42620E183C5}" type="pres">
      <dgm:prSet presAssocID="{7D4266F4-7CBE-4A10-B027-A5620A747516}"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Library"/>
        </a:ext>
      </dgm:extLst>
    </dgm:pt>
    <dgm:pt modelId="{37A405D8-88BE-4336-B90D-361347E3DB2F}" type="pres">
      <dgm:prSet presAssocID="{7D4266F4-7CBE-4A10-B027-A5620A747516}" presName="spaceRect" presStyleCnt="0"/>
      <dgm:spPr/>
    </dgm:pt>
    <dgm:pt modelId="{56AB3C83-FB5F-4319-BDF0-D63EF2ACEFD2}" type="pres">
      <dgm:prSet presAssocID="{7D4266F4-7CBE-4A10-B027-A5620A747516}" presName="textRect" presStyleLbl="revTx" presStyleIdx="0" presStyleCnt="3">
        <dgm:presLayoutVars>
          <dgm:chMax val="1"/>
          <dgm:chPref val="1"/>
        </dgm:presLayoutVars>
      </dgm:prSet>
      <dgm:spPr/>
    </dgm:pt>
    <dgm:pt modelId="{BCDFB342-49A9-4957-9028-E626C7C8CE23}" type="pres">
      <dgm:prSet presAssocID="{37FAC002-41A0-467D-81CA-3A764164BBCA}" presName="sibTrans" presStyleLbl="sibTrans2D1" presStyleIdx="0" presStyleCnt="0"/>
      <dgm:spPr/>
    </dgm:pt>
    <dgm:pt modelId="{C73F4213-1449-45B4-B39C-8CB7B4A5A5FF}" type="pres">
      <dgm:prSet presAssocID="{5FA8AFC3-6804-43D6-BBD8-666BA36B5D11}" presName="compNode" presStyleCnt="0"/>
      <dgm:spPr/>
    </dgm:pt>
    <dgm:pt modelId="{E2EF5B7F-E76E-4137-8ACD-D16044D589D8}" type="pres">
      <dgm:prSet presAssocID="{5FA8AFC3-6804-43D6-BBD8-666BA36B5D11}" presName="iconBgRect" presStyleLbl="bgShp" presStyleIdx="1" presStyleCnt="3"/>
      <dgm:spPr/>
    </dgm:pt>
    <dgm:pt modelId="{EE8E17E7-5323-4BBC-82E4-91A2B141F79F}" type="pres">
      <dgm:prSet presAssocID="{5FA8AFC3-6804-43D6-BBD8-666BA36B5D1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Filter"/>
        </a:ext>
      </dgm:extLst>
    </dgm:pt>
    <dgm:pt modelId="{5AB02E56-ECC9-4E72-A3EE-9226CF2AD48E}" type="pres">
      <dgm:prSet presAssocID="{5FA8AFC3-6804-43D6-BBD8-666BA36B5D11}" presName="spaceRect" presStyleCnt="0"/>
      <dgm:spPr/>
    </dgm:pt>
    <dgm:pt modelId="{51B9E3F1-B29F-4C95-955C-5C2D6AAB9180}" type="pres">
      <dgm:prSet presAssocID="{5FA8AFC3-6804-43D6-BBD8-666BA36B5D11}" presName="textRect" presStyleLbl="revTx" presStyleIdx="1" presStyleCnt="3">
        <dgm:presLayoutVars>
          <dgm:chMax val="1"/>
          <dgm:chPref val="1"/>
        </dgm:presLayoutVars>
      </dgm:prSet>
      <dgm:spPr/>
    </dgm:pt>
    <dgm:pt modelId="{DAA8472D-4435-4F76-8019-39FC0A4F97E3}" type="pres">
      <dgm:prSet presAssocID="{7D407DAD-8747-4CA8-B878-B88B948D0C2E}" presName="sibTrans" presStyleLbl="sibTrans2D1" presStyleIdx="0" presStyleCnt="0"/>
      <dgm:spPr/>
    </dgm:pt>
    <dgm:pt modelId="{D6B40A5B-9371-4C91-9637-638353AA20D6}" type="pres">
      <dgm:prSet presAssocID="{11807935-936A-4CF8-AD2C-D1BAC4CAE139}" presName="compNode" presStyleCnt="0"/>
      <dgm:spPr/>
    </dgm:pt>
    <dgm:pt modelId="{56D333EF-9B04-462E-A467-C1060AE1EC33}" type="pres">
      <dgm:prSet presAssocID="{11807935-936A-4CF8-AD2C-D1BAC4CAE139}" presName="iconBgRect" presStyleLbl="bgShp" presStyleIdx="2" presStyleCnt="3"/>
      <dgm:spPr/>
    </dgm:pt>
    <dgm:pt modelId="{5BDEF01A-06B4-4BDB-BD6C-7E8207DBAA96}" type="pres">
      <dgm:prSet presAssocID="{11807935-936A-4CF8-AD2C-D1BAC4CAE139}" presName="iconRect" presStyleLbl="nod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Paper with solid fill"/>
        </a:ext>
      </dgm:extLst>
    </dgm:pt>
    <dgm:pt modelId="{347C3B5D-C655-4050-B805-94E71CBD7E75}" type="pres">
      <dgm:prSet presAssocID="{11807935-936A-4CF8-AD2C-D1BAC4CAE139}" presName="spaceRect" presStyleCnt="0"/>
      <dgm:spPr/>
    </dgm:pt>
    <dgm:pt modelId="{C4DA2E84-A176-4EB3-9A1D-1408DC85AF2E}" type="pres">
      <dgm:prSet presAssocID="{11807935-936A-4CF8-AD2C-D1BAC4CAE139}" presName="textRect" presStyleLbl="revTx" presStyleIdx="2" presStyleCnt="3">
        <dgm:presLayoutVars>
          <dgm:chMax val="1"/>
          <dgm:chPref val="1"/>
        </dgm:presLayoutVars>
      </dgm:prSet>
      <dgm:spPr/>
    </dgm:pt>
  </dgm:ptLst>
  <dgm:cxnLst>
    <dgm:cxn modelId="{50595633-560D-4E26-A54C-12F7319154C8}" srcId="{B65F79B7-1131-45E5-9C6A-B2FE11D1721E}" destId="{5FA8AFC3-6804-43D6-BBD8-666BA36B5D11}" srcOrd="1" destOrd="0" parTransId="{59C0B49D-C027-4474-8BDB-8D97BFCEBA10}" sibTransId="{7D407DAD-8747-4CA8-B878-B88B948D0C2E}"/>
    <dgm:cxn modelId="{73DF6734-5A50-4372-8453-4635AE0D5D10}" srcId="{B65F79B7-1131-45E5-9C6A-B2FE11D1721E}" destId="{7D4266F4-7CBE-4A10-B027-A5620A747516}" srcOrd="0" destOrd="0" parTransId="{667216A0-DE86-4E87-BD95-9D484D3B7903}" sibTransId="{37FAC002-41A0-467D-81CA-3A764164BBCA}"/>
    <dgm:cxn modelId="{E665B160-7BB0-425F-A088-EC85C5EA069A}" type="presOf" srcId="{B65F79B7-1131-45E5-9C6A-B2FE11D1721E}" destId="{43E87EB7-07CF-442E-A1A8-0B6736A8AC75}" srcOrd="0" destOrd="0" presId="urn:microsoft.com/office/officeart/2018/2/layout/IconCircleList"/>
    <dgm:cxn modelId="{792ECE60-AC84-4FBB-8874-A9220E7F2DED}" type="presOf" srcId="{5FA8AFC3-6804-43D6-BBD8-666BA36B5D11}" destId="{51B9E3F1-B29F-4C95-955C-5C2D6AAB9180}" srcOrd="0" destOrd="0" presId="urn:microsoft.com/office/officeart/2018/2/layout/IconCircleList"/>
    <dgm:cxn modelId="{AA88C36C-5A4B-4EF9-9068-B0A8F2A282ED}" type="presOf" srcId="{37FAC002-41A0-467D-81CA-3A764164BBCA}" destId="{BCDFB342-49A9-4957-9028-E626C7C8CE23}" srcOrd="0" destOrd="0" presId="urn:microsoft.com/office/officeart/2018/2/layout/IconCircleList"/>
    <dgm:cxn modelId="{E6576F86-2036-4FDB-A31B-0D3130C73FCF}" type="presOf" srcId="{7D407DAD-8747-4CA8-B878-B88B948D0C2E}" destId="{DAA8472D-4435-4F76-8019-39FC0A4F97E3}" srcOrd="0" destOrd="0" presId="urn:microsoft.com/office/officeart/2018/2/layout/IconCircleList"/>
    <dgm:cxn modelId="{BC36BABD-8584-478F-8D4F-68587449E20C}" srcId="{B65F79B7-1131-45E5-9C6A-B2FE11D1721E}" destId="{11807935-936A-4CF8-AD2C-D1BAC4CAE139}" srcOrd="2" destOrd="0" parTransId="{FDA38773-CB79-4305-AA1A-E6C94190572E}" sibTransId="{3BAA4B0E-5DA2-4EE4-83AA-A33AFF0D3CD2}"/>
    <dgm:cxn modelId="{D1FC93E0-DF36-48E4-BE0C-137D4F342AB1}" type="presOf" srcId="{11807935-936A-4CF8-AD2C-D1BAC4CAE139}" destId="{C4DA2E84-A176-4EB3-9A1D-1408DC85AF2E}" srcOrd="0" destOrd="0" presId="urn:microsoft.com/office/officeart/2018/2/layout/IconCircleList"/>
    <dgm:cxn modelId="{CE22ECE5-EF56-4D54-A83F-811EF8315BAB}" type="presOf" srcId="{7D4266F4-7CBE-4A10-B027-A5620A747516}" destId="{56AB3C83-FB5F-4319-BDF0-D63EF2ACEFD2}" srcOrd="0" destOrd="0" presId="urn:microsoft.com/office/officeart/2018/2/layout/IconCircleList"/>
    <dgm:cxn modelId="{25BCAC62-2472-41DF-B10D-C52D6FDD7E57}" type="presParOf" srcId="{43E87EB7-07CF-442E-A1A8-0B6736A8AC75}" destId="{9A24E04C-EB63-4FDC-8DED-C179CA270822}" srcOrd="0" destOrd="0" presId="urn:microsoft.com/office/officeart/2018/2/layout/IconCircleList"/>
    <dgm:cxn modelId="{F8EE6D62-9199-42E2-8681-B6BE04F32A17}" type="presParOf" srcId="{9A24E04C-EB63-4FDC-8DED-C179CA270822}" destId="{6DE1271D-9F06-448D-8A2C-1AD37EBA7A59}" srcOrd="0" destOrd="0" presId="urn:microsoft.com/office/officeart/2018/2/layout/IconCircleList"/>
    <dgm:cxn modelId="{2A91D15A-9D80-496C-932F-A5E9BBAD1509}" type="presParOf" srcId="{6DE1271D-9F06-448D-8A2C-1AD37EBA7A59}" destId="{76B83D69-1102-4F68-8603-E45D4653A7A7}" srcOrd="0" destOrd="0" presId="urn:microsoft.com/office/officeart/2018/2/layout/IconCircleList"/>
    <dgm:cxn modelId="{7F03B388-FB88-440F-A638-E6E31FC8E40C}" type="presParOf" srcId="{6DE1271D-9F06-448D-8A2C-1AD37EBA7A59}" destId="{0D84E078-2605-4674-AE2A-E42620E183C5}" srcOrd="1" destOrd="0" presId="urn:microsoft.com/office/officeart/2018/2/layout/IconCircleList"/>
    <dgm:cxn modelId="{EDCF5D1D-BE66-4559-A7FC-CE064C1AD7A2}" type="presParOf" srcId="{6DE1271D-9F06-448D-8A2C-1AD37EBA7A59}" destId="{37A405D8-88BE-4336-B90D-361347E3DB2F}" srcOrd="2" destOrd="0" presId="urn:microsoft.com/office/officeart/2018/2/layout/IconCircleList"/>
    <dgm:cxn modelId="{8662F13A-2DA2-4498-951A-04060C9C235B}" type="presParOf" srcId="{6DE1271D-9F06-448D-8A2C-1AD37EBA7A59}" destId="{56AB3C83-FB5F-4319-BDF0-D63EF2ACEFD2}" srcOrd="3" destOrd="0" presId="urn:microsoft.com/office/officeart/2018/2/layout/IconCircleList"/>
    <dgm:cxn modelId="{52A76CD1-67B1-4D22-B7CF-3BDD4855C2F1}" type="presParOf" srcId="{9A24E04C-EB63-4FDC-8DED-C179CA270822}" destId="{BCDFB342-49A9-4957-9028-E626C7C8CE23}" srcOrd="1" destOrd="0" presId="urn:microsoft.com/office/officeart/2018/2/layout/IconCircleList"/>
    <dgm:cxn modelId="{BED90F45-08A7-4EA6-B876-EDF32B7E7267}" type="presParOf" srcId="{9A24E04C-EB63-4FDC-8DED-C179CA270822}" destId="{C73F4213-1449-45B4-B39C-8CB7B4A5A5FF}" srcOrd="2" destOrd="0" presId="urn:microsoft.com/office/officeart/2018/2/layout/IconCircleList"/>
    <dgm:cxn modelId="{B8FB2F64-9357-431A-94F0-9C27759BEC46}" type="presParOf" srcId="{C73F4213-1449-45B4-B39C-8CB7B4A5A5FF}" destId="{E2EF5B7F-E76E-4137-8ACD-D16044D589D8}" srcOrd="0" destOrd="0" presId="urn:microsoft.com/office/officeart/2018/2/layout/IconCircleList"/>
    <dgm:cxn modelId="{3A6CD99B-58C3-4FEA-BCE6-D4AE9CCBAA74}" type="presParOf" srcId="{C73F4213-1449-45B4-B39C-8CB7B4A5A5FF}" destId="{EE8E17E7-5323-4BBC-82E4-91A2B141F79F}" srcOrd="1" destOrd="0" presId="urn:microsoft.com/office/officeart/2018/2/layout/IconCircleList"/>
    <dgm:cxn modelId="{14C6EB59-62AD-4157-B07A-DBCD556B4E48}" type="presParOf" srcId="{C73F4213-1449-45B4-B39C-8CB7B4A5A5FF}" destId="{5AB02E56-ECC9-4E72-A3EE-9226CF2AD48E}" srcOrd="2" destOrd="0" presId="urn:microsoft.com/office/officeart/2018/2/layout/IconCircleList"/>
    <dgm:cxn modelId="{A8830630-740B-4786-A1B6-E52407E98661}" type="presParOf" srcId="{C73F4213-1449-45B4-B39C-8CB7B4A5A5FF}" destId="{51B9E3F1-B29F-4C95-955C-5C2D6AAB9180}" srcOrd="3" destOrd="0" presId="urn:microsoft.com/office/officeart/2018/2/layout/IconCircleList"/>
    <dgm:cxn modelId="{B5E09BEC-0F26-40A1-84AB-206B242F5C54}" type="presParOf" srcId="{9A24E04C-EB63-4FDC-8DED-C179CA270822}" destId="{DAA8472D-4435-4F76-8019-39FC0A4F97E3}" srcOrd="3" destOrd="0" presId="urn:microsoft.com/office/officeart/2018/2/layout/IconCircleList"/>
    <dgm:cxn modelId="{F79F82AC-12EB-46A0-9BF6-B45F3FD46F70}" type="presParOf" srcId="{9A24E04C-EB63-4FDC-8DED-C179CA270822}" destId="{D6B40A5B-9371-4C91-9637-638353AA20D6}" srcOrd="4" destOrd="0" presId="urn:microsoft.com/office/officeart/2018/2/layout/IconCircleList"/>
    <dgm:cxn modelId="{EBF19A13-419F-4D87-9280-0E312F4D1B90}" type="presParOf" srcId="{D6B40A5B-9371-4C91-9637-638353AA20D6}" destId="{56D333EF-9B04-462E-A467-C1060AE1EC33}" srcOrd="0" destOrd="0" presId="urn:microsoft.com/office/officeart/2018/2/layout/IconCircleList"/>
    <dgm:cxn modelId="{3A4142F8-FF19-45CB-8837-F02C2BA95377}" type="presParOf" srcId="{D6B40A5B-9371-4C91-9637-638353AA20D6}" destId="{5BDEF01A-06B4-4BDB-BD6C-7E8207DBAA96}" srcOrd="1" destOrd="0" presId="urn:microsoft.com/office/officeart/2018/2/layout/IconCircleList"/>
    <dgm:cxn modelId="{A1A2B918-4925-4E5E-8E0B-CC3DFC1B172B}" type="presParOf" srcId="{D6B40A5B-9371-4C91-9637-638353AA20D6}" destId="{347C3B5D-C655-4050-B805-94E71CBD7E75}" srcOrd="2" destOrd="0" presId="urn:microsoft.com/office/officeart/2018/2/layout/IconCircleList"/>
    <dgm:cxn modelId="{89E41925-B41F-4D4B-BBE8-A64402CDBF4D}" type="presParOf" srcId="{D6B40A5B-9371-4C91-9637-638353AA20D6}" destId="{C4DA2E84-A176-4EB3-9A1D-1408DC85AF2E}"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9FA2F1-F371-456C-A979-E12CDAB4FD14}">
      <dsp:nvSpPr>
        <dsp:cNvPr id="0" name=""/>
        <dsp:cNvSpPr/>
      </dsp:nvSpPr>
      <dsp:spPr>
        <a:xfrm>
          <a:off x="0" y="1805"/>
          <a:ext cx="10659110" cy="91531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6D141898-124A-41D0-83B2-9481E24BBB19}">
      <dsp:nvSpPr>
        <dsp:cNvPr id="0" name=""/>
        <dsp:cNvSpPr/>
      </dsp:nvSpPr>
      <dsp:spPr>
        <a:xfrm>
          <a:off x="276881" y="207750"/>
          <a:ext cx="503420" cy="5034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C820EF9F-AE86-46A5-B9CB-B03A659862DF}">
      <dsp:nvSpPr>
        <dsp:cNvPr id="0" name=""/>
        <dsp:cNvSpPr/>
      </dsp:nvSpPr>
      <dsp:spPr>
        <a:xfrm>
          <a:off x="1057183" y="1805"/>
          <a:ext cx="4796599"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dirty="0">
              <a:solidFill>
                <a:schemeClr val="tx2"/>
              </a:solidFill>
            </a:rPr>
            <a:t>Server </a:t>
          </a:r>
        </a:p>
      </dsp:txBody>
      <dsp:txXfrm>
        <a:off x="1057183" y="1805"/>
        <a:ext cx="4796599" cy="915310"/>
      </dsp:txXfrm>
    </dsp:sp>
    <dsp:sp modelId="{B1D517F2-66A5-4DFA-88D8-78EA644E2087}">
      <dsp:nvSpPr>
        <dsp:cNvPr id="0" name=""/>
        <dsp:cNvSpPr/>
      </dsp:nvSpPr>
      <dsp:spPr>
        <a:xfrm>
          <a:off x="2916095" y="1805"/>
          <a:ext cx="480532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800100">
            <a:lnSpc>
              <a:spcPct val="100000"/>
            </a:lnSpc>
            <a:spcBef>
              <a:spcPct val="0"/>
            </a:spcBef>
            <a:spcAft>
              <a:spcPct val="35000"/>
            </a:spcAft>
            <a:buNone/>
          </a:pPr>
          <a:r>
            <a:rPr lang="en-US" sz="1800" kern="1200" dirty="0">
              <a:solidFill>
                <a:schemeClr val="tx2"/>
              </a:solidFill>
            </a:rPr>
            <a:t>Provides resources to clients over a network.</a:t>
          </a:r>
        </a:p>
      </dsp:txBody>
      <dsp:txXfrm>
        <a:off x="2916095" y="1805"/>
        <a:ext cx="4805326" cy="915310"/>
      </dsp:txXfrm>
    </dsp:sp>
    <dsp:sp modelId="{1E99FD10-4EFE-445B-A6CA-1EFA86D0638D}">
      <dsp:nvSpPr>
        <dsp:cNvPr id="0" name=""/>
        <dsp:cNvSpPr/>
      </dsp:nvSpPr>
      <dsp:spPr>
        <a:xfrm>
          <a:off x="0" y="1145724"/>
          <a:ext cx="10659110" cy="91531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FFEB6725-0F84-40AA-98F9-DA5753CBE481}">
      <dsp:nvSpPr>
        <dsp:cNvPr id="0" name=""/>
        <dsp:cNvSpPr/>
      </dsp:nvSpPr>
      <dsp:spPr>
        <a:xfrm>
          <a:off x="276881" y="1351889"/>
          <a:ext cx="503420" cy="5034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B25E69E0-5DA0-4AB9-BB4A-F835F7F77F14}">
      <dsp:nvSpPr>
        <dsp:cNvPr id="0" name=""/>
        <dsp:cNvSpPr/>
      </dsp:nvSpPr>
      <dsp:spPr>
        <a:xfrm>
          <a:off x="1057183" y="1145944"/>
          <a:ext cx="4796599"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a:solidFill>
                <a:schemeClr val="tx2"/>
              </a:solidFill>
            </a:rPr>
            <a:t>Client</a:t>
          </a:r>
        </a:p>
      </dsp:txBody>
      <dsp:txXfrm>
        <a:off x="1057183" y="1145944"/>
        <a:ext cx="4796599" cy="915310"/>
      </dsp:txXfrm>
    </dsp:sp>
    <dsp:sp modelId="{4B824F35-F305-4DB2-8B29-38CE48231976}">
      <dsp:nvSpPr>
        <dsp:cNvPr id="0" name=""/>
        <dsp:cNvSpPr/>
      </dsp:nvSpPr>
      <dsp:spPr>
        <a:xfrm>
          <a:off x="2916095" y="1145724"/>
          <a:ext cx="480532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800100">
            <a:lnSpc>
              <a:spcPct val="100000"/>
            </a:lnSpc>
            <a:spcBef>
              <a:spcPct val="0"/>
            </a:spcBef>
            <a:spcAft>
              <a:spcPct val="35000"/>
            </a:spcAft>
            <a:buNone/>
          </a:pPr>
          <a:r>
            <a:rPr lang="en-US" sz="1800" kern="1200">
              <a:solidFill>
                <a:schemeClr val="tx2"/>
              </a:solidFill>
            </a:rPr>
            <a:t>Consumes service from the server</a:t>
          </a:r>
        </a:p>
      </dsp:txBody>
      <dsp:txXfrm>
        <a:off x="2916095" y="1145724"/>
        <a:ext cx="4805326" cy="915310"/>
      </dsp:txXfrm>
    </dsp:sp>
    <dsp:sp modelId="{EDCA855C-B747-45C0-8F4D-4FC01EE19FD4}">
      <dsp:nvSpPr>
        <dsp:cNvPr id="0" name=""/>
        <dsp:cNvSpPr/>
      </dsp:nvSpPr>
      <dsp:spPr>
        <a:xfrm>
          <a:off x="0" y="2290082"/>
          <a:ext cx="10659110" cy="91531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74077813-4FDB-42BE-91F0-49BCD5320B39}">
      <dsp:nvSpPr>
        <dsp:cNvPr id="0" name=""/>
        <dsp:cNvSpPr/>
      </dsp:nvSpPr>
      <dsp:spPr>
        <a:xfrm>
          <a:off x="276881" y="2496027"/>
          <a:ext cx="503420" cy="5034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9E610FF9-8044-4F18-B05D-22C22E9F594B}">
      <dsp:nvSpPr>
        <dsp:cNvPr id="0" name=""/>
        <dsp:cNvSpPr/>
      </dsp:nvSpPr>
      <dsp:spPr>
        <a:xfrm>
          <a:off x="1057183" y="2290082"/>
          <a:ext cx="4796599"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a:solidFill>
                <a:schemeClr val="tx2"/>
              </a:solidFill>
            </a:rPr>
            <a:t>Request</a:t>
          </a:r>
        </a:p>
      </dsp:txBody>
      <dsp:txXfrm>
        <a:off x="1057183" y="2290082"/>
        <a:ext cx="4796599" cy="915310"/>
      </dsp:txXfrm>
    </dsp:sp>
    <dsp:sp modelId="{23A8B52E-8519-47DD-BFC1-8CEEB7EBC1C6}">
      <dsp:nvSpPr>
        <dsp:cNvPr id="0" name=""/>
        <dsp:cNvSpPr/>
      </dsp:nvSpPr>
      <dsp:spPr>
        <a:xfrm>
          <a:off x="2916095" y="2290082"/>
          <a:ext cx="480532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800100">
            <a:lnSpc>
              <a:spcPct val="100000"/>
            </a:lnSpc>
            <a:spcBef>
              <a:spcPct val="0"/>
            </a:spcBef>
            <a:spcAft>
              <a:spcPct val="35000"/>
            </a:spcAft>
            <a:buNone/>
          </a:pPr>
          <a:r>
            <a:rPr lang="en-US" sz="1800" kern="1200">
              <a:solidFill>
                <a:schemeClr val="tx2"/>
              </a:solidFill>
            </a:rPr>
            <a:t>The client consumes a service from the server through a request</a:t>
          </a:r>
        </a:p>
      </dsp:txBody>
      <dsp:txXfrm>
        <a:off x="2916095" y="2290082"/>
        <a:ext cx="4805326" cy="915310"/>
      </dsp:txXfrm>
    </dsp:sp>
    <dsp:sp modelId="{91ACA6A7-0813-4F6D-8FE5-AB7A6E62AE21}">
      <dsp:nvSpPr>
        <dsp:cNvPr id="0" name=""/>
        <dsp:cNvSpPr/>
      </dsp:nvSpPr>
      <dsp:spPr>
        <a:xfrm>
          <a:off x="0" y="3434221"/>
          <a:ext cx="10659110" cy="91531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4EC13313-DC7E-4F1E-AE9E-4068FF8C7094}">
      <dsp:nvSpPr>
        <dsp:cNvPr id="0" name=""/>
        <dsp:cNvSpPr/>
      </dsp:nvSpPr>
      <dsp:spPr>
        <a:xfrm>
          <a:off x="276881" y="3640166"/>
          <a:ext cx="503420" cy="503420"/>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9F8A0FE9-6A04-4F80-B16D-92CA13B24053}">
      <dsp:nvSpPr>
        <dsp:cNvPr id="0" name=""/>
        <dsp:cNvSpPr/>
      </dsp:nvSpPr>
      <dsp:spPr>
        <a:xfrm>
          <a:off x="1057183" y="3434221"/>
          <a:ext cx="4796599"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dirty="0">
              <a:solidFill>
                <a:schemeClr val="tx2"/>
              </a:solidFill>
            </a:rPr>
            <a:t>Response</a:t>
          </a:r>
        </a:p>
      </dsp:txBody>
      <dsp:txXfrm>
        <a:off x="1057183" y="3434221"/>
        <a:ext cx="4796599" cy="915310"/>
      </dsp:txXfrm>
    </dsp:sp>
    <dsp:sp modelId="{FD4FF8CF-D036-48AA-A3B8-1A69D7F7AEB2}">
      <dsp:nvSpPr>
        <dsp:cNvPr id="0" name=""/>
        <dsp:cNvSpPr/>
      </dsp:nvSpPr>
      <dsp:spPr>
        <a:xfrm>
          <a:off x="2926907" y="3434221"/>
          <a:ext cx="480532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800100">
            <a:lnSpc>
              <a:spcPct val="100000"/>
            </a:lnSpc>
            <a:spcBef>
              <a:spcPct val="0"/>
            </a:spcBef>
            <a:spcAft>
              <a:spcPct val="35000"/>
            </a:spcAft>
            <a:buNone/>
          </a:pPr>
          <a:r>
            <a:rPr lang="en-US" sz="1800" kern="1200">
              <a:solidFill>
                <a:schemeClr val="tx2"/>
              </a:solidFill>
            </a:rPr>
            <a:t>The server provides service to the client through a response</a:t>
          </a:r>
        </a:p>
      </dsp:txBody>
      <dsp:txXfrm>
        <a:off x="2926907" y="3434221"/>
        <a:ext cx="4805326" cy="9153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34619B-94B4-495D-B8F3-2F9F9A0396AC}">
      <dsp:nvSpPr>
        <dsp:cNvPr id="0" name=""/>
        <dsp:cNvSpPr/>
      </dsp:nvSpPr>
      <dsp:spPr>
        <a:xfrm>
          <a:off x="0" y="401"/>
          <a:ext cx="1065847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AB4E8F0-CA3D-4570-97CA-1A1E4A4E9905}">
      <dsp:nvSpPr>
        <dsp:cNvPr id="0" name=""/>
        <dsp:cNvSpPr/>
      </dsp:nvSpPr>
      <dsp:spPr>
        <a:xfrm>
          <a:off x="0" y="401"/>
          <a:ext cx="2131695" cy="6580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100000"/>
            </a:lnSpc>
            <a:spcBef>
              <a:spcPct val="0"/>
            </a:spcBef>
            <a:spcAft>
              <a:spcPct val="35000"/>
            </a:spcAft>
            <a:buNone/>
            <a:defRPr b="1"/>
          </a:pPr>
          <a:r>
            <a:rPr lang="en-US" sz="2400" b="0" kern="1200" dirty="0">
              <a:solidFill>
                <a:schemeClr val="tx2"/>
              </a:solidFill>
            </a:rPr>
            <a:t>Method</a:t>
          </a:r>
        </a:p>
      </dsp:txBody>
      <dsp:txXfrm>
        <a:off x="0" y="401"/>
        <a:ext cx="2131695" cy="658016"/>
      </dsp:txXfrm>
    </dsp:sp>
    <dsp:sp modelId="{89F2693A-1FB5-44D5-ADFF-46BEC40070AA}">
      <dsp:nvSpPr>
        <dsp:cNvPr id="0" name=""/>
        <dsp:cNvSpPr/>
      </dsp:nvSpPr>
      <dsp:spPr>
        <a:xfrm>
          <a:off x="2291572" y="30282"/>
          <a:ext cx="8366902" cy="5976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100000"/>
            </a:lnSpc>
            <a:spcBef>
              <a:spcPct val="0"/>
            </a:spcBef>
            <a:spcAft>
              <a:spcPct val="35000"/>
            </a:spcAft>
            <a:buNone/>
          </a:pPr>
          <a:r>
            <a:rPr lang="en-US" sz="2000" kern="1200" dirty="0">
              <a:solidFill>
                <a:schemeClr val="tx2"/>
              </a:solidFill>
            </a:rPr>
            <a:t>Specifies the action to be performed</a:t>
          </a:r>
        </a:p>
      </dsp:txBody>
      <dsp:txXfrm>
        <a:off x="2291572" y="30282"/>
        <a:ext cx="8366902" cy="597613"/>
      </dsp:txXfrm>
    </dsp:sp>
    <dsp:sp modelId="{6E35C3EC-4852-4372-BDE0-AA61F1E522A3}">
      <dsp:nvSpPr>
        <dsp:cNvPr id="0" name=""/>
        <dsp:cNvSpPr/>
      </dsp:nvSpPr>
      <dsp:spPr>
        <a:xfrm>
          <a:off x="2131694" y="627895"/>
          <a:ext cx="8526780"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40EFBC9-D985-4E65-A9D7-2D3EBA3708AC}">
      <dsp:nvSpPr>
        <dsp:cNvPr id="0" name=""/>
        <dsp:cNvSpPr/>
      </dsp:nvSpPr>
      <dsp:spPr>
        <a:xfrm>
          <a:off x="0" y="658418"/>
          <a:ext cx="1065847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9A7C6D3-61B8-49F2-B1CA-719CF20758E9}">
      <dsp:nvSpPr>
        <dsp:cNvPr id="0" name=""/>
        <dsp:cNvSpPr/>
      </dsp:nvSpPr>
      <dsp:spPr>
        <a:xfrm>
          <a:off x="0" y="658418"/>
          <a:ext cx="2131695" cy="6580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100000"/>
            </a:lnSpc>
            <a:spcBef>
              <a:spcPct val="0"/>
            </a:spcBef>
            <a:spcAft>
              <a:spcPct val="35000"/>
            </a:spcAft>
            <a:buNone/>
            <a:defRPr b="1"/>
          </a:pPr>
          <a:r>
            <a:rPr lang="en-US" sz="2400" b="0" kern="1200" dirty="0">
              <a:solidFill>
                <a:schemeClr val="tx2"/>
              </a:solidFill>
            </a:rPr>
            <a:t>URL</a:t>
          </a:r>
        </a:p>
      </dsp:txBody>
      <dsp:txXfrm>
        <a:off x="0" y="658418"/>
        <a:ext cx="2131695" cy="658016"/>
      </dsp:txXfrm>
    </dsp:sp>
    <dsp:sp modelId="{D77565DB-A291-496A-B5FB-3106099924CA}">
      <dsp:nvSpPr>
        <dsp:cNvPr id="0" name=""/>
        <dsp:cNvSpPr/>
      </dsp:nvSpPr>
      <dsp:spPr>
        <a:xfrm>
          <a:off x="2291572" y="688299"/>
          <a:ext cx="8366902" cy="5976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100000"/>
            </a:lnSpc>
            <a:spcBef>
              <a:spcPct val="0"/>
            </a:spcBef>
            <a:spcAft>
              <a:spcPct val="35000"/>
            </a:spcAft>
            <a:buNone/>
          </a:pPr>
          <a:r>
            <a:rPr lang="en-US" sz="2000" kern="1200" dirty="0">
              <a:solidFill>
                <a:schemeClr val="tx2"/>
              </a:solidFill>
            </a:rPr>
            <a:t>The address of the resource being requested.</a:t>
          </a:r>
        </a:p>
      </dsp:txBody>
      <dsp:txXfrm>
        <a:off x="2291572" y="688299"/>
        <a:ext cx="8366902" cy="597613"/>
      </dsp:txXfrm>
    </dsp:sp>
    <dsp:sp modelId="{C48C927D-6C14-4CDD-BB3B-142D5AD862F8}">
      <dsp:nvSpPr>
        <dsp:cNvPr id="0" name=""/>
        <dsp:cNvSpPr/>
      </dsp:nvSpPr>
      <dsp:spPr>
        <a:xfrm>
          <a:off x="2131694" y="1285912"/>
          <a:ext cx="8526780"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1E30431-B196-4639-A3A2-C675A7368422}">
      <dsp:nvSpPr>
        <dsp:cNvPr id="0" name=""/>
        <dsp:cNvSpPr/>
      </dsp:nvSpPr>
      <dsp:spPr>
        <a:xfrm>
          <a:off x="0" y="1316435"/>
          <a:ext cx="1065847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872B6EF-D2B1-4BE2-B098-6848451497BC}">
      <dsp:nvSpPr>
        <dsp:cNvPr id="0" name=""/>
        <dsp:cNvSpPr/>
      </dsp:nvSpPr>
      <dsp:spPr>
        <a:xfrm>
          <a:off x="0" y="1316435"/>
          <a:ext cx="2131695" cy="6580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100000"/>
            </a:lnSpc>
            <a:spcBef>
              <a:spcPct val="0"/>
            </a:spcBef>
            <a:spcAft>
              <a:spcPct val="35000"/>
            </a:spcAft>
            <a:buNone/>
            <a:defRPr b="1"/>
          </a:pPr>
          <a:r>
            <a:rPr lang="en-US" sz="2400" b="0" kern="1200" dirty="0">
              <a:solidFill>
                <a:schemeClr val="tx2"/>
              </a:solidFill>
            </a:rPr>
            <a:t>Version</a:t>
          </a:r>
        </a:p>
      </dsp:txBody>
      <dsp:txXfrm>
        <a:off x="0" y="1316435"/>
        <a:ext cx="2131695" cy="658016"/>
      </dsp:txXfrm>
    </dsp:sp>
    <dsp:sp modelId="{51CC44B6-8B78-4621-8052-0E5B381E42A6}">
      <dsp:nvSpPr>
        <dsp:cNvPr id="0" name=""/>
        <dsp:cNvSpPr/>
      </dsp:nvSpPr>
      <dsp:spPr>
        <a:xfrm>
          <a:off x="2291572" y="1346316"/>
          <a:ext cx="8366902" cy="5976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100000"/>
            </a:lnSpc>
            <a:spcBef>
              <a:spcPct val="0"/>
            </a:spcBef>
            <a:spcAft>
              <a:spcPct val="35000"/>
            </a:spcAft>
            <a:buNone/>
          </a:pPr>
          <a:r>
            <a:rPr lang="en-US" sz="2000" kern="1200">
              <a:solidFill>
                <a:schemeClr val="tx2"/>
              </a:solidFill>
            </a:rPr>
            <a:t>The protocol version that the request stands for.</a:t>
          </a:r>
        </a:p>
      </dsp:txBody>
      <dsp:txXfrm>
        <a:off x="2291572" y="1346316"/>
        <a:ext cx="8366902" cy="597613"/>
      </dsp:txXfrm>
    </dsp:sp>
    <dsp:sp modelId="{2B786FC1-7C62-48C6-8918-38C7B7B40122}">
      <dsp:nvSpPr>
        <dsp:cNvPr id="0" name=""/>
        <dsp:cNvSpPr/>
      </dsp:nvSpPr>
      <dsp:spPr>
        <a:xfrm>
          <a:off x="2131694" y="1943929"/>
          <a:ext cx="8526780"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207039D-85E9-4062-B2EF-AFD184AA8DBB}">
      <dsp:nvSpPr>
        <dsp:cNvPr id="0" name=""/>
        <dsp:cNvSpPr/>
      </dsp:nvSpPr>
      <dsp:spPr>
        <a:xfrm>
          <a:off x="0" y="1974452"/>
          <a:ext cx="1065847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471B78-236A-4C59-B5E2-F9314BA15652}">
      <dsp:nvSpPr>
        <dsp:cNvPr id="0" name=""/>
        <dsp:cNvSpPr/>
      </dsp:nvSpPr>
      <dsp:spPr>
        <a:xfrm>
          <a:off x="0" y="1974452"/>
          <a:ext cx="2131695" cy="6580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100000"/>
            </a:lnSpc>
            <a:spcBef>
              <a:spcPct val="0"/>
            </a:spcBef>
            <a:spcAft>
              <a:spcPct val="35000"/>
            </a:spcAft>
            <a:buNone/>
            <a:defRPr b="1"/>
          </a:pPr>
          <a:r>
            <a:rPr lang="en-US" sz="2400" b="0" kern="1200" dirty="0">
              <a:solidFill>
                <a:schemeClr val="tx2"/>
              </a:solidFill>
            </a:rPr>
            <a:t>Headers</a:t>
          </a:r>
        </a:p>
      </dsp:txBody>
      <dsp:txXfrm>
        <a:off x="0" y="1974452"/>
        <a:ext cx="2131695" cy="658016"/>
      </dsp:txXfrm>
    </dsp:sp>
    <dsp:sp modelId="{9742A822-C5C0-496D-BF81-3E493294B005}">
      <dsp:nvSpPr>
        <dsp:cNvPr id="0" name=""/>
        <dsp:cNvSpPr/>
      </dsp:nvSpPr>
      <dsp:spPr>
        <a:xfrm>
          <a:off x="2291572" y="2004333"/>
          <a:ext cx="8366902" cy="5976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100000"/>
            </a:lnSpc>
            <a:spcBef>
              <a:spcPct val="0"/>
            </a:spcBef>
            <a:spcAft>
              <a:spcPct val="35000"/>
            </a:spcAft>
            <a:buNone/>
          </a:pPr>
          <a:r>
            <a:rPr lang="en-US" sz="2000" kern="1200" dirty="0">
              <a:solidFill>
                <a:schemeClr val="tx2"/>
              </a:solidFill>
            </a:rPr>
            <a:t>Additional metadata about the request</a:t>
          </a:r>
        </a:p>
      </dsp:txBody>
      <dsp:txXfrm>
        <a:off x="2291572" y="2004333"/>
        <a:ext cx="8366902" cy="597613"/>
      </dsp:txXfrm>
    </dsp:sp>
    <dsp:sp modelId="{FA3DE432-6F33-405F-9B6D-C2B10670A234}">
      <dsp:nvSpPr>
        <dsp:cNvPr id="0" name=""/>
        <dsp:cNvSpPr/>
      </dsp:nvSpPr>
      <dsp:spPr>
        <a:xfrm>
          <a:off x="2131694" y="2601946"/>
          <a:ext cx="8526780"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46B8B70-6E1C-4BE0-A5FE-226A13753B4E}">
      <dsp:nvSpPr>
        <dsp:cNvPr id="0" name=""/>
        <dsp:cNvSpPr/>
      </dsp:nvSpPr>
      <dsp:spPr>
        <a:xfrm>
          <a:off x="0" y="2632469"/>
          <a:ext cx="1065847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55C9C9E-206E-4E20-8CCB-A7D5BA17D0C6}">
      <dsp:nvSpPr>
        <dsp:cNvPr id="0" name=""/>
        <dsp:cNvSpPr/>
      </dsp:nvSpPr>
      <dsp:spPr>
        <a:xfrm>
          <a:off x="0" y="2632469"/>
          <a:ext cx="2131695" cy="6580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100000"/>
            </a:lnSpc>
            <a:spcBef>
              <a:spcPct val="0"/>
            </a:spcBef>
            <a:spcAft>
              <a:spcPct val="35000"/>
            </a:spcAft>
            <a:buNone/>
            <a:defRPr b="1"/>
          </a:pPr>
          <a:r>
            <a:rPr lang="en-US" sz="2400" b="0" kern="1200" dirty="0">
              <a:solidFill>
                <a:schemeClr val="tx2"/>
              </a:solidFill>
            </a:rPr>
            <a:t>Body (optional)</a:t>
          </a:r>
        </a:p>
      </dsp:txBody>
      <dsp:txXfrm>
        <a:off x="0" y="2632469"/>
        <a:ext cx="2131695" cy="658016"/>
      </dsp:txXfrm>
    </dsp:sp>
    <dsp:sp modelId="{4A7677FA-0BE4-43AB-8C73-4028B83A3653}">
      <dsp:nvSpPr>
        <dsp:cNvPr id="0" name=""/>
        <dsp:cNvSpPr/>
      </dsp:nvSpPr>
      <dsp:spPr>
        <a:xfrm>
          <a:off x="2291572" y="2662350"/>
          <a:ext cx="8366902" cy="5976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100000"/>
            </a:lnSpc>
            <a:spcBef>
              <a:spcPct val="0"/>
            </a:spcBef>
            <a:spcAft>
              <a:spcPct val="35000"/>
            </a:spcAft>
            <a:buNone/>
          </a:pPr>
          <a:r>
            <a:rPr lang="en-US" sz="2000" kern="1200" dirty="0">
              <a:solidFill>
                <a:schemeClr val="tx2"/>
              </a:solidFill>
            </a:rPr>
            <a:t>Data sent with the request</a:t>
          </a:r>
        </a:p>
      </dsp:txBody>
      <dsp:txXfrm>
        <a:off x="2291572" y="2662350"/>
        <a:ext cx="8366902" cy="597613"/>
      </dsp:txXfrm>
    </dsp:sp>
    <dsp:sp modelId="{1F290549-8B70-4AC4-B8C7-2ECD88042A56}">
      <dsp:nvSpPr>
        <dsp:cNvPr id="0" name=""/>
        <dsp:cNvSpPr/>
      </dsp:nvSpPr>
      <dsp:spPr>
        <a:xfrm>
          <a:off x="2131694" y="3259963"/>
          <a:ext cx="8526780"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F0E5C1-B522-406E-B032-FF2DAC44C013}">
      <dsp:nvSpPr>
        <dsp:cNvPr id="0" name=""/>
        <dsp:cNvSpPr/>
      </dsp:nvSpPr>
      <dsp:spPr>
        <a:xfrm>
          <a:off x="768241" y="873177"/>
          <a:ext cx="823921" cy="82392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EFB607B6-2568-4F3D-83F7-4C69B54B2BD5}">
      <dsp:nvSpPr>
        <dsp:cNvPr id="0" name=""/>
        <dsp:cNvSpPr/>
      </dsp:nvSpPr>
      <dsp:spPr>
        <a:xfrm>
          <a:off x="3171" y="1763514"/>
          <a:ext cx="2354062" cy="3531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defRPr b="1"/>
          </a:pPr>
          <a:r>
            <a:rPr lang="en-US" sz="2200" kern="1200">
              <a:solidFill>
                <a:schemeClr val="tx2"/>
              </a:solidFill>
            </a:rPr>
            <a:t>GET </a:t>
          </a:r>
        </a:p>
      </dsp:txBody>
      <dsp:txXfrm>
        <a:off x="3171" y="1763514"/>
        <a:ext cx="2354062" cy="353109"/>
      </dsp:txXfrm>
    </dsp:sp>
    <dsp:sp modelId="{1D62FD82-CD4B-4D77-BE20-ADA0250B6283}">
      <dsp:nvSpPr>
        <dsp:cNvPr id="0" name=""/>
        <dsp:cNvSpPr/>
      </dsp:nvSpPr>
      <dsp:spPr>
        <a:xfrm>
          <a:off x="3171" y="2147514"/>
          <a:ext cx="2354062" cy="2701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a:solidFill>
                <a:schemeClr val="tx2"/>
              </a:solidFill>
            </a:rPr>
            <a:t>get a resource</a:t>
          </a:r>
        </a:p>
      </dsp:txBody>
      <dsp:txXfrm>
        <a:off x="3171" y="2147514"/>
        <a:ext cx="2354062" cy="270195"/>
      </dsp:txXfrm>
    </dsp:sp>
    <dsp:sp modelId="{A1B9AD16-6BB3-4141-B1B9-86090366CE2B}">
      <dsp:nvSpPr>
        <dsp:cNvPr id="0" name=""/>
        <dsp:cNvSpPr/>
      </dsp:nvSpPr>
      <dsp:spPr>
        <a:xfrm>
          <a:off x="3534264" y="873177"/>
          <a:ext cx="823921" cy="82392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26DF5A2B-FF7C-465D-8A29-F8AA9A5E0D4A}">
      <dsp:nvSpPr>
        <dsp:cNvPr id="0" name=""/>
        <dsp:cNvSpPr/>
      </dsp:nvSpPr>
      <dsp:spPr>
        <a:xfrm>
          <a:off x="2769194" y="1763514"/>
          <a:ext cx="2354062" cy="3531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defRPr b="1"/>
          </a:pPr>
          <a:r>
            <a:rPr lang="en-US" sz="2200" kern="1200">
              <a:solidFill>
                <a:schemeClr val="tx2"/>
              </a:solidFill>
            </a:rPr>
            <a:t>PUT </a:t>
          </a:r>
        </a:p>
      </dsp:txBody>
      <dsp:txXfrm>
        <a:off x="2769194" y="1763514"/>
        <a:ext cx="2354062" cy="353109"/>
      </dsp:txXfrm>
    </dsp:sp>
    <dsp:sp modelId="{4A012604-47CA-48C0-AEB0-59AF885F46CA}">
      <dsp:nvSpPr>
        <dsp:cNvPr id="0" name=""/>
        <dsp:cNvSpPr/>
      </dsp:nvSpPr>
      <dsp:spPr>
        <a:xfrm>
          <a:off x="2769194" y="2147514"/>
          <a:ext cx="2354062" cy="2701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a:solidFill>
                <a:schemeClr val="tx2"/>
              </a:solidFill>
            </a:rPr>
            <a:t>update a resource</a:t>
          </a:r>
        </a:p>
      </dsp:txBody>
      <dsp:txXfrm>
        <a:off x="2769194" y="2147514"/>
        <a:ext cx="2354062" cy="270195"/>
      </dsp:txXfrm>
    </dsp:sp>
    <dsp:sp modelId="{B9E252ED-5B67-4D79-8043-5979B57B5FF5}">
      <dsp:nvSpPr>
        <dsp:cNvPr id="0" name=""/>
        <dsp:cNvSpPr/>
      </dsp:nvSpPr>
      <dsp:spPr>
        <a:xfrm>
          <a:off x="6300288" y="873177"/>
          <a:ext cx="823921" cy="82392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C6A5AAF9-57CF-4A68-8487-CFECF9A2EB02}">
      <dsp:nvSpPr>
        <dsp:cNvPr id="0" name=""/>
        <dsp:cNvSpPr/>
      </dsp:nvSpPr>
      <dsp:spPr>
        <a:xfrm>
          <a:off x="5535217" y="1763514"/>
          <a:ext cx="2354062" cy="3531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defRPr b="1"/>
          </a:pPr>
          <a:r>
            <a:rPr lang="en-US" sz="2200" kern="1200">
              <a:solidFill>
                <a:schemeClr val="tx2"/>
              </a:solidFill>
            </a:rPr>
            <a:t>POST </a:t>
          </a:r>
        </a:p>
      </dsp:txBody>
      <dsp:txXfrm>
        <a:off x="5535217" y="1763514"/>
        <a:ext cx="2354062" cy="353109"/>
      </dsp:txXfrm>
    </dsp:sp>
    <dsp:sp modelId="{9106A924-A531-42F3-90C0-9E78D3081C6B}">
      <dsp:nvSpPr>
        <dsp:cNvPr id="0" name=""/>
        <dsp:cNvSpPr/>
      </dsp:nvSpPr>
      <dsp:spPr>
        <a:xfrm>
          <a:off x="5535217" y="2147514"/>
          <a:ext cx="2354062" cy="2701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a:solidFill>
                <a:schemeClr val="tx2"/>
              </a:solidFill>
            </a:rPr>
            <a:t>create new resource</a:t>
          </a:r>
        </a:p>
      </dsp:txBody>
      <dsp:txXfrm>
        <a:off x="5535217" y="2147514"/>
        <a:ext cx="2354062" cy="270195"/>
      </dsp:txXfrm>
    </dsp:sp>
    <dsp:sp modelId="{174F4D77-B14D-44C3-838A-D81C9C4D4442}">
      <dsp:nvSpPr>
        <dsp:cNvPr id="0" name=""/>
        <dsp:cNvSpPr/>
      </dsp:nvSpPr>
      <dsp:spPr>
        <a:xfrm>
          <a:off x="9066311" y="873177"/>
          <a:ext cx="823921" cy="82392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63363FA1-AD26-4C71-873B-4B12EA9F5567}">
      <dsp:nvSpPr>
        <dsp:cNvPr id="0" name=""/>
        <dsp:cNvSpPr/>
      </dsp:nvSpPr>
      <dsp:spPr>
        <a:xfrm>
          <a:off x="8301241" y="1763514"/>
          <a:ext cx="2354062" cy="3531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defRPr b="1"/>
          </a:pPr>
          <a:r>
            <a:rPr lang="en-US" sz="2200" kern="1200" dirty="0">
              <a:solidFill>
                <a:schemeClr val="tx2"/>
              </a:solidFill>
            </a:rPr>
            <a:t>DELETE </a:t>
          </a:r>
        </a:p>
      </dsp:txBody>
      <dsp:txXfrm>
        <a:off x="8301241" y="1763514"/>
        <a:ext cx="2354062" cy="353109"/>
      </dsp:txXfrm>
    </dsp:sp>
    <dsp:sp modelId="{F889435D-9FC2-4CC0-80C6-875C75C9FAF0}">
      <dsp:nvSpPr>
        <dsp:cNvPr id="0" name=""/>
        <dsp:cNvSpPr/>
      </dsp:nvSpPr>
      <dsp:spPr>
        <a:xfrm>
          <a:off x="8301241" y="2147514"/>
          <a:ext cx="2354062" cy="2701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a:solidFill>
                <a:schemeClr val="tx2"/>
              </a:solidFill>
            </a:rPr>
            <a:t>delete a resource</a:t>
          </a:r>
        </a:p>
      </dsp:txBody>
      <dsp:txXfrm>
        <a:off x="8301241" y="2147514"/>
        <a:ext cx="2354062" cy="27019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E30431-B196-4639-A3A2-C675A7368422}">
      <dsp:nvSpPr>
        <dsp:cNvPr id="0" name=""/>
        <dsp:cNvSpPr/>
      </dsp:nvSpPr>
      <dsp:spPr>
        <a:xfrm>
          <a:off x="0" y="401"/>
          <a:ext cx="1065847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872B6EF-D2B1-4BE2-B098-6848451497BC}">
      <dsp:nvSpPr>
        <dsp:cNvPr id="0" name=""/>
        <dsp:cNvSpPr/>
      </dsp:nvSpPr>
      <dsp:spPr>
        <a:xfrm>
          <a:off x="0" y="401"/>
          <a:ext cx="2131695" cy="6580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100000"/>
            </a:lnSpc>
            <a:spcBef>
              <a:spcPct val="0"/>
            </a:spcBef>
            <a:spcAft>
              <a:spcPct val="35000"/>
            </a:spcAft>
            <a:buNone/>
            <a:defRPr b="1"/>
          </a:pPr>
          <a:r>
            <a:rPr lang="en-US" sz="2400" b="0" kern="1200" dirty="0">
              <a:solidFill>
                <a:schemeClr val="tx2"/>
              </a:solidFill>
            </a:rPr>
            <a:t>Version</a:t>
          </a:r>
        </a:p>
      </dsp:txBody>
      <dsp:txXfrm>
        <a:off x="0" y="401"/>
        <a:ext cx="2131695" cy="658016"/>
      </dsp:txXfrm>
    </dsp:sp>
    <dsp:sp modelId="{51CC44B6-8B78-4621-8052-0E5B381E42A6}">
      <dsp:nvSpPr>
        <dsp:cNvPr id="0" name=""/>
        <dsp:cNvSpPr/>
      </dsp:nvSpPr>
      <dsp:spPr>
        <a:xfrm>
          <a:off x="2291572" y="30282"/>
          <a:ext cx="8366902" cy="5976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100000"/>
            </a:lnSpc>
            <a:spcBef>
              <a:spcPct val="0"/>
            </a:spcBef>
            <a:spcAft>
              <a:spcPct val="35000"/>
            </a:spcAft>
            <a:buNone/>
          </a:pPr>
          <a:r>
            <a:rPr lang="en-US" sz="2000" kern="1200" dirty="0">
              <a:solidFill>
                <a:schemeClr val="tx2"/>
              </a:solidFill>
            </a:rPr>
            <a:t>The protocol version that the request stands for.</a:t>
          </a:r>
        </a:p>
      </dsp:txBody>
      <dsp:txXfrm>
        <a:off x="2291572" y="30282"/>
        <a:ext cx="8366902" cy="597613"/>
      </dsp:txXfrm>
    </dsp:sp>
    <dsp:sp modelId="{2B786FC1-7C62-48C6-8918-38C7B7B40122}">
      <dsp:nvSpPr>
        <dsp:cNvPr id="0" name=""/>
        <dsp:cNvSpPr/>
      </dsp:nvSpPr>
      <dsp:spPr>
        <a:xfrm>
          <a:off x="2131694" y="627895"/>
          <a:ext cx="8526780"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334619B-94B4-495D-B8F3-2F9F9A0396AC}">
      <dsp:nvSpPr>
        <dsp:cNvPr id="0" name=""/>
        <dsp:cNvSpPr/>
      </dsp:nvSpPr>
      <dsp:spPr>
        <a:xfrm>
          <a:off x="0" y="658418"/>
          <a:ext cx="1065847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AB4E8F0-CA3D-4570-97CA-1A1E4A4E9905}">
      <dsp:nvSpPr>
        <dsp:cNvPr id="0" name=""/>
        <dsp:cNvSpPr/>
      </dsp:nvSpPr>
      <dsp:spPr>
        <a:xfrm>
          <a:off x="0" y="658418"/>
          <a:ext cx="2131695" cy="6580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100000"/>
            </a:lnSpc>
            <a:spcBef>
              <a:spcPct val="0"/>
            </a:spcBef>
            <a:spcAft>
              <a:spcPct val="35000"/>
            </a:spcAft>
            <a:buNone/>
            <a:defRPr b="1"/>
          </a:pPr>
          <a:r>
            <a:rPr lang="en-US" sz="2400" b="0" kern="1200" dirty="0">
              <a:solidFill>
                <a:schemeClr val="tx2"/>
              </a:solidFill>
            </a:rPr>
            <a:t>Status code</a:t>
          </a:r>
        </a:p>
      </dsp:txBody>
      <dsp:txXfrm>
        <a:off x="0" y="658418"/>
        <a:ext cx="2131695" cy="658016"/>
      </dsp:txXfrm>
    </dsp:sp>
    <dsp:sp modelId="{89F2693A-1FB5-44D5-ADFF-46BEC40070AA}">
      <dsp:nvSpPr>
        <dsp:cNvPr id="0" name=""/>
        <dsp:cNvSpPr/>
      </dsp:nvSpPr>
      <dsp:spPr>
        <a:xfrm>
          <a:off x="2291572" y="688299"/>
          <a:ext cx="8366902" cy="5976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100000"/>
            </a:lnSpc>
            <a:spcBef>
              <a:spcPct val="0"/>
            </a:spcBef>
            <a:spcAft>
              <a:spcPct val="35000"/>
            </a:spcAft>
            <a:buNone/>
          </a:pPr>
          <a:r>
            <a:rPr lang="en-US" sz="2000" kern="1200" dirty="0">
              <a:solidFill>
                <a:schemeClr val="tx2"/>
              </a:solidFill>
            </a:rPr>
            <a:t>An indication about the response status</a:t>
          </a:r>
        </a:p>
      </dsp:txBody>
      <dsp:txXfrm>
        <a:off x="2291572" y="688299"/>
        <a:ext cx="8366902" cy="597613"/>
      </dsp:txXfrm>
    </dsp:sp>
    <dsp:sp modelId="{6E35C3EC-4852-4372-BDE0-AA61F1E522A3}">
      <dsp:nvSpPr>
        <dsp:cNvPr id="0" name=""/>
        <dsp:cNvSpPr/>
      </dsp:nvSpPr>
      <dsp:spPr>
        <a:xfrm>
          <a:off x="2131694" y="1285912"/>
          <a:ext cx="8526780"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40EFBC9-D985-4E65-A9D7-2D3EBA3708AC}">
      <dsp:nvSpPr>
        <dsp:cNvPr id="0" name=""/>
        <dsp:cNvSpPr/>
      </dsp:nvSpPr>
      <dsp:spPr>
        <a:xfrm>
          <a:off x="0" y="1316435"/>
          <a:ext cx="1065847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9A7C6D3-61B8-49F2-B1CA-719CF20758E9}">
      <dsp:nvSpPr>
        <dsp:cNvPr id="0" name=""/>
        <dsp:cNvSpPr/>
      </dsp:nvSpPr>
      <dsp:spPr>
        <a:xfrm>
          <a:off x="0" y="1316435"/>
          <a:ext cx="2131695" cy="6580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100000"/>
            </a:lnSpc>
            <a:spcBef>
              <a:spcPct val="0"/>
            </a:spcBef>
            <a:spcAft>
              <a:spcPct val="35000"/>
            </a:spcAft>
            <a:buNone/>
            <a:defRPr b="1"/>
          </a:pPr>
          <a:r>
            <a:rPr lang="en-US" sz="2400" b="0" kern="1200" dirty="0">
              <a:solidFill>
                <a:schemeClr val="tx2"/>
              </a:solidFill>
            </a:rPr>
            <a:t>Status message</a:t>
          </a:r>
        </a:p>
      </dsp:txBody>
      <dsp:txXfrm>
        <a:off x="0" y="1316435"/>
        <a:ext cx="2131695" cy="658016"/>
      </dsp:txXfrm>
    </dsp:sp>
    <dsp:sp modelId="{D77565DB-A291-496A-B5FB-3106099924CA}">
      <dsp:nvSpPr>
        <dsp:cNvPr id="0" name=""/>
        <dsp:cNvSpPr/>
      </dsp:nvSpPr>
      <dsp:spPr>
        <a:xfrm>
          <a:off x="2291572" y="1346316"/>
          <a:ext cx="8366902" cy="5976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100000"/>
            </a:lnSpc>
            <a:spcBef>
              <a:spcPct val="0"/>
            </a:spcBef>
            <a:spcAft>
              <a:spcPct val="35000"/>
            </a:spcAft>
            <a:buNone/>
          </a:pPr>
          <a:r>
            <a:rPr lang="en-US" sz="2000" kern="1200" dirty="0">
              <a:solidFill>
                <a:schemeClr val="tx2"/>
              </a:solidFill>
            </a:rPr>
            <a:t>A description about the response status</a:t>
          </a:r>
        </a:p>
      </dsp:txBody>
      <dsp:txXfrm>
        <a:off x="2291572" y="1346316"/>
        <a:ext cx="8366902" cy="597613"/>
      </dsp:txXfrm>
    </dsp:sp>
    <dsp:sp modelId="{C48C927D-6C14-4CDD-BB3B-142D5AD862F8}">
      <dsp:nvSpPr>
        <dsp:cNvPr id="0" name=""/>
        <dsp:cNvSpPr/>
      </dsp:nvSpPr>
      <dsp:spPr>
        <a:xfrm>
          <a:off x="2131694" y="1943929"/>
          <a:ext cx="8526780"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207039D-85E9-4062-B2EF-AFD184AA8DBB}">
      <dsp:nvSpPr>
        <dsp:cNvPr id="0" name=""/>
        <dsp:cNvSpPr/>
      </dsp:nvSpPr>
      <dsp:spPr>
        <a:xfrm>
          <a:off x="0" y="1974452"/>
          <a:ext cx="1065847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471B78-236A-4C59-B5E2-F9314BA15652}">
      <dsp:nvSpPr>
        <dsp:cNvPr id="0" name=""/>
        <dsp:cNvSpPr/>
      </dsp:nvSpPr>
      <dsp:spPr>
        <a:xfrm>
          <a:off x="0" y="1974452"/>
          <a:ext cx="2131695" cy="6580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100000"/>
            </a:lnSpc>
            <a:spcBef>
              <a:spcPct val="0"/>
            </a:spcBef>
            <a:spcAft>
              <a:spcPct val="35000"/>
            </a:spcAft>
            <a:buNone/>
            <a:defRPr b="1"/>
          </a:pPr>
          <a:r>
            <a:rPr lang="en-US" sz="2400" b="0" kern="1200" dirty="0">
              <a:solidFill>
                <a:schemeClr val="tx2"/>
              </a:solidFill>
            </a:rPr>
            <a:t>Headers</a:t>
          </a:r>
        </a:p>
      </dsp:txBody>
      <dsp:txXfrm>
        <a:off x="0" y="1974452"/>
        <a:ext cx="2131695" cy="658016"/>
      </dsp:txXfrm>
    </dsp:sp>
    <dsp:sp modelId="{9742A822-C5C0-496D-BF81-3E493294B005}">
      <dsp:nvSpPr>
        <dsp:cNvPr id="0" name=""/>
        <dsp:cNvSpPr/>
      </dsp:nvSpPr>
      <dsp:spPr>
        <a:xfrm>
          <a:off x="2291572" y="2004333"/>
          <a:ext cx="8366902" cy="5976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100000"/>
            </a:lnSpc>
            <a:spcBef>
              <a:spcPct val="0"/>
            </a:spcBef>
            <a:spcAft>
              <a:spcPct val="35000"/>
            </a:spcAft>
            <a:buNone/>
          </a:pPr>
          <a:r>
            <a:rPr lang="en-US" sz="2000" kern="1200">
              <a:solidFill>
                <a:schemeClr val="tx2"/>
              </a:solidFill>
            </a:rPr>
            <a:t>Additional metadata about the response</a:t>
          </a:r>
          <a:endParaRPr lang="en-US" sz="2000" kern="1200" dirty="0">
            <a:solidFill>
              <a:schemeClr val="tx2"/>
            </a:solidFill>
          </a:endParaRPr>
        </a:p>
      </dsp:txBody>
      <dsp:txXfrm>
        <a:off x="2291572" y="2004333"/>
        <a:ext cx="8366902" cy="597613"/>
      </dsp:txXfrm>
    </dsp:sp>
    <dsp:sp modelId="{FA3DE432-6F33-405F-9B6D-C2B10670A234}">
      <dsp:nvSpPr>
        <dsp:cNvPr id="0" name=""/>
        <dsp:cNvSpPr/>
      </dsp:nvSpPr>
      <dsp:spPr>
        <a:xfrm>
          <a:off x="2131694" y="2601946"/>
          <a:ext cx="8526780"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46B8B70-6E1C-4BE0-A5FE-226A13753B4E}">
      <dsp:nvSpPr>
        <dsp:cNvPr id="0" name=""/>
        <dsp:cNvSpPr/>
      </dsp:nvSpPr>
      <dsp:spPr>
        <a:xfrm>
          <a:off x="0" y="2632469"/>
          <a:ext cx="1065847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55C9C9E-206E-4E20-8CCB-A7D5BA17D0C6}">
      <dsp:nvSpPr>
        <dsp:cNvPr id="0" name=""/>
        <dsp:cNvSpPr/>
      </dsp:nvSpPr>
      <dsp:spPr>
        <a:xfrm>
          <a:off x="0" y="2632469"/>
          <a:ext cx="2131695" cy="6580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100000"/>
            </a:lnSpc>
            <a:spcBef>
              <a:spcPct val="0"/>
            </a:spcBef>
            <a:spcAft>
              <a:spcPct val="35000"/>
            </a:spcAft>
            <a:buNone/>
            <a:defRPr b="1"/>
          </a:pPr>
          <a:r>
            <a:rPr lang="en-US" sz="2400" b="0" kern="1200" dirty="0">
              <a:solidFill>
                <a:schemeClr val="tx2"/>
              </a:solidFill>
            </a:rPr>
            <a:t>Body</a:t>
          </a:r>
        </a:p>
      </dsp:txBody>
      <dsp:txXfrm>
        <a:off x="0" y="2632469"/>
        <a:ext cx="2131695" cy="658016"/>
      </dsp:txXfrm>
    </dsp:sp>
    <dsp:sp modelId="{4A7677FA-0BE4-43AB-8C73-4028B83A3653}">
      <dsp:nvSpPr>
        <dsp:cNvPr id="0" name=""/>
        <dsp:cNvSpPr/>
      </dsp:nvSpPr>
      <dsp:spPr>
        <a:xfrm>
          <a:off x="2291572" y="2662350"/>
          <a:ext cx="8366902" cy="5976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rtl="0">
            <a:lnSpc>
              <a:spcPct val="100000"/>
            </a:lnSpc>
            <a:spcBef>
              <a:spcPct val="0"/>
            </a:spcBef>
            <a:spcAft>
              <a:spcPct val="35000"/>
            </a:spcAft>
            <a:buNone/>
          </a:pPr>
          <a:r>
            <a:rPr lang="en-US" sz="2000" kern="1200">
              <a:solidFill>
                <a:schemeClr val="tx2"/>
              </a:solidFill>
            </a:rPr>
            <a:t>The actual content of the response</a:t>
          </a:r>
          <a:endParaRPr lang="en-US" sz="2000" kern="1200" dirty="0">
            <a:solidFill>
              <a:schemeClr val="tx2"/>
            </a:solidFill>
          </a:endParaRPr>
        </a:p>
      </dsp:txBody>
      <dsp:txXfrm>
        <a:off x="2291572" y="2662350"/>
        <a:ext cx="8366902" cy="597613"/>
      </dsp:txXfrm>
    </dsp:sp>
    <dsp:sp modelId="{1F290549-8B70-4AC4-B8C7-2ECD88042A56}">
      <dsp:nvSpPr>
        <dsp:cNvPr id="0" name=""/>
        <dsp:cNvSpPr/>
      </dsp:nvSpPr>
      <dsp:spPr>
        <a:xfrm>
          <a:off x="2131694" y="3259963"/>
          <a:ext cx="8526780"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4028C1-F4C1-455F-8448-85A8BCF05E74}">
      <dsp:nvSpPr>
        <dsp:cNvPr id="0" name=""/>
        <dsp:cNvSpPr/>
      </dsp:nvSpPr>
      <dsp:spPr>
        <a:xfrm>
          <a:off x="0" y="531"/>
          <a:ext cx="1065911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B8D8E86E-D9CE-409E-829D-9F5160D706BE}">
      <dsp:nvSpPr>
        <dsp:cNvPr id="0" name=""/>
        <dsp:cNvSpPr/>
      </dsp:nvSpPr>
      <dsp:spPr>
        <a:xfrm>
          <a:off x="0" y="531"/>
          <a:ext cx="2131822"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kern="1200" dirty="0">
              <a:solidFill>
                <a:schemeClr val="tx2"/>
              </a:solidFill>
            </a:rPr>
            <a:t>GET</a:t>
          </a:r>
        </a:p>
      </dsp:txBody>
      <dsp:txXfrm>
        <a:off x="0" y="531"/>
        <a:ext cx="2131822" cy="870055"/>
      </dsp:txXfrm>
    </dsp:sp>
    <dsp:sp modelId="{ED422B66-2A6B-4A35-B7C8-7B3BBDFDDCF2}">
      <dsp:nvSpPr>
        <dsp:cNvPr id="0" name=""/>
        <dsp:cNvSpPr/>
      </dsp:nvSpPr>
      <dsp:spPr>
        <a:xfrm>
          <a:off x="2291708" y="40040"/>
          <a:ext cx="4103757" cy="7901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solidFill>
                <a:schemeClr val="tx2"/>
              </a:solidFill>
            </a:rPr>
            <a:t>retrieve a list of all resources </a:t>
          </a:r>
        </a:p>
      </dsp:txBody>
      <dsp:txXfrm>
        <a:off x="2291708" y="40040"/>
        <a:ext cx="4103757" cy="790186"/>
      </dsp:txXfrm>
    </dsp:sp>
    <dsp:sp modelId="{66331D09-2E70-4140-A31E-63075BC8E2BB}">
      <dsp:nvSpPr>
        <dsp:cNvPr id="0" name=""/>
        <dsp:cNvSpPr/>
      </dsp:nvSpPr>
      <dsp:spPr>
        <a:xfrm>
          <a:off x="6555352" y="40040"/>
          <a:ext cx="4103757" cy="7901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solidFill>
                <a:prstClr val="black">
                  <a:lumMod val="50000"/>
                  <a:lumOff val="50000"/>
                </a:prstClr>
              </a:solidFill>
              <a:latin typeface="Consolas" panose="020B0609020204030204" pitchFamily="49" charset="0"/>
              <a:ea typeface="+mn-ea"/>
              <a:cs typeface="+mn-cs"/>
            </a:rPr>
            <a:t>/resources</a:t>
          </a:r>
        </a:p>
      </dsp:txBody>
      <dsp:txXfrm>
        <a:off x="6555352" y="40040"/>
        <a:ext cx="4103757" cy="790186"/>
      </dsp:txXfrm>
    </dsp:sp>
    <dsp:sp modelId="{FA45BEEE-0BE2-4541-B4FD-C3BF961F3C70}">
      <dsp:nvSpPr>
        <dsp:cNvPr id="0" name=""/>
        <dsp:cNvSpPr/>
      </dsp:nvSpPr>
      <dsp:spPr>
        <a:xfrm>
          <a:off x="2131821" y="830227"/>
          <a:ext cx="8527288"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C2C0AFA1-1A88-4781-8914-2FC2EB4D5BB1}">
      <dsp:nvSpPr>
        <dsp:cNvPr id="0" name=""/>
        <dsp:cNvSpPr/>
      </dsp:nvSpPr>
      <dsp:spPr>
        <a:xfrm>
          <a:off x="0" y="870586"/>
          <a:ext cx="1065911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14F671E5-A485-48CB-A65E-91D5DB66AC30}">
      <dsp:nvSpPr>
        <dsp:cNvPr id="0" name=""/>
        <dsp:cNvSpPr/>
      </dsp:nvSpPr>
      <dsp:spPr>
        <a:xfrm>
          <a:off x="0" y="870586"/>
          <a:ext cx="2131822"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kern="1200" dirty="0">
              <a:solidFill>
                <a:schemeClr val="tx2"/>
              </a:solidFill>
            </a:rPr>
            <a:t>GET</a:t>
          </a:r>
        </a:p>
      </dsp:txBody>
      <dsp:txXfrm>
        <a:off x="0" y="870586"/>
        <a:ext cx="2131822" cy="870055"/>
      </dsp:txXfrm>
    </dsp:sp>
    <dsp:sp modelId="{13DD9D1A-52C8-424A-B14F-6CA0A24683A6}">
      <dsp:nvSpPr>
        <dsp:cNvPr id="0" name=""/>
        <dsp:cNvSpPr/>
      </dsp:nvSpPr>
      <dsp:spPr>
        <a:xfrm>
          <a:off x="2291708" y="910095"/>
          <a:ext cx="4103757" cy="7901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solidFill>
                <a:schemeClr val="tx2"/>
              </a:solidFill>
            </a:rPr>
            <a:t>retrieve a specific resource by its ID</a:t>
          </a:r>
        </a:p>
      </dsp:txBody>
      <dsp:txXfrm>
        <a:off x="2291708" y="910095"/>
        <a:ext cx="4103757" cy="790186"/>
      </dsp:txXfrm>
    </dsp:sp>
    <dsp:sp modelId="{D7552117-8DE0-4292-93E1-A8D26D81279C}">
      <dsp:nvSpPr>
        <dsp:cNvPr id="0" name=""/>
        <dsp:cNvSpPr/>
      </dsp:nvSpPr>
      <dsp:spPr>
        <a:xfrm>
          <a:off x="6555352" y="910095"/>
          <a:ext cx="4103757" cy="7901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1066800">
            <a:lnSpc>
              <a:spcPct val="90000"/>
            </a:lnSpc>
            <a:spcBef>
              <a:spcPct val="0"/>
            </a:spcBef>
            <a:spcAft>
              <a:spcPct val="35000"/>
            </a:spcAft>
            <a:buNone/>
          </a:pPr>
          <a:r>
            <a:rPr lang="en-US" sz="2000" kern="1200" dirty="0">
              <a:solidFill>
                <a:prstClr val="black">
                  <a:lumMod val="50000"/>
                  <a:lumOff val="50000"/>
                </a:prstClr>
              </a:solidFill>
              <a:latin typeface="Consolas" panose="020B0609020204030204" pitchFamily="49" charset="0"/>
              <a:ea typeface="+mn-ea"/>
              <a:cs typeface="+mn-cs"/>
            </a:rPr>
            <a:t>/resources/{id}</a:t>
          </a:r>
        </a:p>
      </dsp:txBody>
      <dsp:txXfrm>
        <a:off x="6555352" y="910095"/>
        <a:ext cx="4103757" cy="790186"/>
      </dsp:txXfrm>
    </dsp:sp>
    <dsp:sp modelId="{9AD92080-C230-4AEC-8BE6-697E6692DD0B}">
      <dsp:nvSpPr>
        <dsp:cNvPr id="0" name=""/>
        <dsp:cNvSpPr/>
      </dsp:nvSpPr>
      <dsp:spPr>
        <a:xfrm>
          <a:off x="2131821" y="1700282"/>
          <a:ext cx="8527288"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726DF6FB-E91A-407D-931C-776A56CB0BCE}">
      <dsp:nvSpPr>
        <dsp:cNvPr id="0" name=""/>
        <dsp:cNvSpPr/>
      </dsp:nvSpPr>
      <dsp:spPr>
        <a:xfrm>
          <a:off x="0" y="1740641"/>
          <a:ext cx="1065911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BAFD60B0-CB73-4AB0-9CEE-ECEE7949121A}">
      <dsp:nvSpPr>
        <dsp:cNvPr id="0" name=""/>
        <dsp:cNvSpPr/>
      </dsp:nvSpPr>
      <dsp:spPr>
        <a:xfrm>
          <a:off x="0" y="1740641"/>
          <a:ext cx="2131822"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kern="1200">
              <a:solidFill>
                <a:schemeClr val="tx2"/>
              </a:solidFill>
            </a:rPr>
            <a:t>POST</a:t>
          </a:r>
        </a:p>
      </dsp:txBody>
      <dsp:txXfrm>
        <a:off x="0" y="1740641"/>
        <a:ext cx="2131822" cy="870055"/>
      </dsp:txXfrm>
    </dsp:sp>
    <dsp:sp modelId="{1E48D9AC-F938-4791-902E-BA6FE16EFB6F}">
      <dsp:nvSpPr>
        <dsp:cNvPr id="0" name=""/>
        <dsp:cNvSpPr/>
      </dsp:nvSpPr>
      <dsp:spPr>
        <a:xfrm>
          <a:off x="2291708" y="1780150"/>
          <a:ext cx="4103757" cy="7901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solidFill>
                <a:schemeClr val="tx2"/>
              </a:solidFill>
            </a:rPr>
            <a:t>create a new resource</a:t>
          </a:r>
        </a:p>
      </dsp:txBody>
      <dsp:txXfrm>
        <a:off x="2291708" y="1780150"/>
        <a:ext cx="4103757" cy="790186"/>
      </dsp:txXfrm>
    </dsp:sp>
    <dsp:sp modelId="{DBDDB030-10C7-4EFE-B8CD-D4193FA95A49}">
      <dsp:nvSpPr>
        <dsp:cNvPr id="0" name=""/>
        <dsp:cNvSpPr/>
      </dsp:nvSpPr>
      <dsp:spPr>
        <a:xfrm>
          <a:off x="6555352" y="1780150"/>
          <a:ext cx="4103757" cy="7901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1066800">
            <a:lnSpc>
              <a:spcPct val="90000"/>
            </a:lnSpc>
            <a:spcBef>
              <a:spcPct val="0"/>
            </a:spcBef>
            <a:spcAft>
              <a:spcPct val="35000"/>
            </a:spcAft>
            <a:buNone/>
          </a:pPr>
          <a:r>
            <a:rPr lang="en-US" sz="2000" kern="1200" dirty="0">
              <a:solidFill>
                <a:prstClr val="black">
                  <a:lumMod val="50000"/>
                  <a:lumOff val="50000"/>
                </a:prstClr>
              </a:solidFill>
              <a:latin typeface="Consolas" panose="020B0609020204030204" pitchFamily="49" charset="0"/>
              <a:ea typeface="+mn-ea"/>
              <a:cs typeface="+mn-cs"/>
            </a:rPr>
            <a:t>/resources</a:t>
          </a:r>
        </a:p>
      </dsp:txBody>
      <dsp:txXfrm>
        <a:off x="6555352" y="1780150"/>
        <a:ext cx="4103757" cy="790186"/>
      </dsp:txXfrm>
    </dsp:sp>
    <dsp:sp modelId="{80EE63C9-E761-44BC-BFB5-4A26E749E50D}">
      <dsp:nvSpPr>
        <dsp:cNvPr id="0" name=""/>
        <dsp:cNvSpPr/>
      </dsp:nvSpPr>
      <dsp:spPr>
        <a:xfrm>
          <a:off x="2131821" y="2570337"/>
          <a:ext cx="8527288"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823A4099-4FEF-4D14-B390-C047769BAF48}">
      <dsp:nvSpPr>
        <dsp:cNvPr id="0" name=""/>
        <dsp:cNvSpPr/>
      </dsp:nvSpPr>
      <dsp:spPr>
        <a:xfrm>
          <a:off x="0" y="2610696"/>
          <a:ext cx="1065911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7529AAF9-B6D0-46C1-B240-A68B3742F890}">
      <dsp:nvSpPr>
        <dsp:cNvPr id="0" name=""/>
        <dsp:cNvSpPr/>
      </dsp:nvSpPr>
      <dsp:spPr>
        <a:xfrm>
          <a:off x="0" y="2610696"/>
          <a:ext cx="2131822"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kern="1200">
              <a:solidFill>
                <a:schemeClr val="tx2"/>
              </a:solidFill>
            </a:rPr>
            <a:t>PUT</a:t>
          </a:r>
        </a:p>
      </dsp:txBody>
      <dsp:txXfrm>
        <a:off x="0" y="2610696"/>
        <a:ext cx="2131822" cy="870055"/>
      </dsp:txXfrm>
    </dsp:sp>
    <dsp:sp modelId="{0EC783E4-F8E3-48CE-AFE7-487124FEDB4F}">
      <dsp:nvSpPr>
        <dsp:cNvPr id="0" name=""/>
        <dsp:cNvSpPr/>
      </dsp:nvSpPr>
      <dsp:spPr>
        <a:xfrm>
          <a:off x="2291708" y="2650205"/>
          <a:ext cx="4103757" cy="7901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solidFill>
                <a:schemeClr val="tx2"/>
              </a:solidFill>
            </a:rPr>
            <a:t>update an existing resource by its ID</a:t>
          </a:r>
        </a:p>
      </dsp:txBody>
      <dsp:txXfrm>
        <a:off x="2291708" y="2650205"/>
        <a:ext cx="4103757" cy="790186"/>
      </dsp:txXfrm>
    </dsp:sp>
    <dsp:sp modelId="{7A296685-0EA8-405D-8D42-87ABD46FDD0C}">
      <dsp:nvSpPr>
        <dsp:cNvPr id="0" name=""/>
        <dsp:cNvSpPr/>
      </dsp:nvSpPr>
      <dsp:spPr>
        <a:xfrm>
          <a:off x="6555352" y="2650205"/>
          <a:ext cx="4103757" cy="7901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1066800">
            <a:lnSpc>
              <a:spcPct val="90000"/>
            </a:lnSpc>
            <a:spcBef>
              <a:spcPct val="0"/>
            </a:spcBef>
            <a:spcAft>
              <a:spcPct val="35000"/>
            </a:spcAft>
            <a:buNone/>
          </a:pPr>
          <a:r>
            <a:rPr lang="en-US" sz="2000" kern="1200" dirty="0">
              <a:solidFill>
                <a:prstClr val="black">
                  <a:lumMod val="50000"/>
                  <a:lumOff val="50000"/>
                </a:prstClr>
              </a:solidFill>
              <a:latin typeface="Consolas" panose="020B0609020204030204" pitchFamily="49" charset="0"/>
              <a:ea typeface="+mn-ea"/>
              <a:cs typeface="+mn-cs"/>
            </a:rPr>
            <a:t>/resources/{id}</a:t>
          </a:r>
        </a:p>
      </dsp:txBody>
      <dsp:txXfrm>
        <a:off x="6555352" y="2650205"/>
        <a:ext cx="4103757" cy="790186"/>
      </dsp:txXfrm>
    </dsp:sp>
    <dsp:sp modelId="{C2BA904C-0ADF-4B0A-9159-302209BFFB8F}">
      <dsp:nvSpPr>
        <dsp:cNvPr id="0" name=""/>
        <dsp:cNvSpPr/>
      </dsp:nvSpPr>
      <dsp:spPr>
        <a:xfrm>
          <a:off x="2131821" y="3440392"/>
          <a:ext cx="8527288"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C545E77C-201A-4003-9891-AF4E6876B458}">
      <dsp:nvSpPr>
        <dsp:cNvPr id="0" name=""/>
        <dsp:cNvSpPr/>
      </dsp:nvSpPr>
      <dsp:spPr>
        <a:xfrm>
          <a:off x="0" y="3480751"/>
          <a:ext cx="1065911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8862FD1E-8D12-41C2-981A-15FFC8DB817C}">
      <dsp:nvSpPr>
        <dsp:cNvPr id="0" name=""/>
        <dsp:cNvSpPr/>
      </dsp:nvSpPr>
      <dsp:spPr>
        <a:xfrm>
          <a:off x="0" y="3480751"/>
          <a:ext cx="2131822"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kern="1200">
              <a:solidFill>
                <a:schemeClr val="tx2"/>
              </a:solidFill>
            </a:rPr>
            <a:t>DELETE</a:t>
          </a:r>
        </a:p>
      </dsp:txBody>
      <dsp:txXfrm>
        <a:off x="0" y="3480751"/>
        <a:ext cx="2131822" cy="870055"/>
      </dsp:txXfrm>
    </dsp:sp>
    <dsp:sp modelId="{10336748-29CD-48FF-9586-FB0B38FDEEDA}">
      <dsp:nvSpPr>
        <dsp:cNvPr id="0" name=""/>
        <dsp:cNvSpPr/>
      </dsp:nvSpPr>
      <dsp:spPr>
        <a:xfrm>
          <a:off x="2291708" y="3520261"/>
          <a:ext cx="4103757" cy="7901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solidFill>
                <a:schemeClr val="tx2"/>
              </a:solidFill>
            </a:rPr>
            <a:t>delete a specific resource by its ID</a:t>
          </a:r>
        </a:p>
      </dsp:txBody>
      <dsp:txXfrm>
        <a:off x="2291708" y="3520261"/>
        <a:ext cx="4103757" cy="790186"/>
      </dsp:txXfrm>
    </dsp:sp>
    <dsp:sp modelId="{2316FA65-60A8-4981-93B3-B3E842CFB0CD}">
      <dsp:nvSpPr>
        <dsp:cNvPr id="0" name=""/>
        <dsp:cNvSpPr/>
      </dsp:nvSpPr>
      <dsp:spPr>
        <a:xfrm>
          <a:off x="6555352" y="3520261"/>
          <a:ext cx="4103757" cy="7901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1066800">
            <a:lnSpc>
              <a:spcPct val="90000"/>
            </a:lnSpc>
            <a:spcBef>
              <a:spcPct val="0"/>
            </a:spcBef>
            <a:spcAft>
              <a:spcPct val="35000"/>
            </a:spcAft>
            <a:buNone/>
          </a:pPr>
          <a:r>
            <a:rPr lang="en-US" sz="2000" kern="1200" dirty="0">
              <a:solidFill>
                <a:prstClr val="black">
                  <a:lumMod val="50000"/>
                  <a:lumOff val="50000"/>
                </a:prstClr>
              </a:solidFill>
              <a:latin typeface="Consolas" panose="020B0609020204030204" pitchFamily="49" charset="0"/>
              <a:ea typeface="+mn-ea"/>
              <a:cs typeface="+mn-cs"/>
            </a:rPr>
            <a:t>/resources/{id}</a:t>
          </a:r>
        </a:p>
      </dsp:txBody>
      <dsp:txXfrm>
        <a:off x="6555352" y="3520261"/>
        <a:ext cx="4103757" cy="790186"/>
      </dsp:txXfrm>
    </dsp:sp>
    <dsp:sp modelId="{D7145FBF-5E0A-4276-BB38-C0AC47767D7F}">
      <dsp:nvSpPr>
        <dsp:cNvPr id="0" name=""/>
        <dsp:cNvSpPr/>
      </dsp:nvSpPr>
      <dsp:spPr>
        <a:xfrm>
          <a:off x="2131821" y="4310447"/>
          <a:ext cx="8527288"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B83D69-1102-4F68-8603-E45D4653A7A7}">
      <dsp:nvSpPr>
        <dsp:cNvPr id="0" name=""/>
        <dsp:cNvSpPr/>
      </dsp:nvSpPr>
      <dsp:spPr>
        <a:xfrm>
          <a:off x="125397" y="1724534"/>
          <a:ext cx="902268" cy="902268"/>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0D84E078-2605-4674-AE2A-E42620E183C5}">
      <dsp:nvSpPr>
        <dsp:cNvPr id="0" name=""/>
        <dsp:cNvSpPr/>
      </dsp:nvSpPr>
      <dsp:spPr>
        <a:xfrm>
          <a:off x="314873" y="1914011"/>
          <a:ext cx="523315" cy="52331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56AB3C83-FB5F-4319-BDF0-D63EF2ACEFD2}">
      <dsp:nvSpPr>
        <dsp:cNvPr id="0" name=""/>
        <dsp:cNvSpPr/>
      </dsp:nvSpPr>
      <dsp:spPr>
        <a:xfrm>
          <a:off x="1221009" y="1724534"/>
          <a:ext cx="2126776" cy="9022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dirty="0">
              <a:solidFill>
                <a:schemeClr val="tx2"/>
              </a:solidFill>
            </a:rPr>
            <a:t>Nested resources</a:t>
          </a:r>
        </a:p>
      </dsp:txBody>
      <dsp:txXfrm>
        <a:off x="1221009" y="1724534"/>
        <a:ext cx="2126776" cy="902268"/>
      </dsp:txXfrm>
    </dsp:sp>
    <dsp:sp modelId="{E2EF5B7F-E76E-4137-8ACD-D16044D589D8}">
      <dsp:nvSpPr>
        <dsp:cNvPr id="0" name=""/>
        <dsp:cNvSpPr/>
      </dsp:nvSpPr>
      <dsp:spPr>
        <a:xfrm>
          <a:off x="3718360" y="1724534"/>
          <a:ext cx="902268" cy="902268"/>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EE8E17E7-5323-4BBC-82E4-91A2B141F79F}">
      <dsp:nvSpPr>
        <dsp:cNvPr id="0" name=""/>
        <dsp:cNvSpPr/>
      </dsp:nvSpPr>
      <dsp:spPr>
        <a:xfrm>
          <a:off x="3907837" y="1914011"/>
          <a:ext cx="523315" cy="52331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51B9E3F1-B29F-4C95-955C-5C2D6AAB9180}">
      <dsp:nvSpPr>
        <dsp:cNvPr id="0" name=""/>
        <dsp:cNvSpPr/>
      </dsp:nvSpPr>
      <dsp:spPr>
        <a:xfrm>
          <a:off x="4813972" y="1724534"/>
          <a:ext cx="2126776" cy="9022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a:solidFill>
                <a:schemeClr val="tx2"/>
              </a:solidFill>
            </a:rPr>
            <a:t>Filtering</a:t>
          </a:r>
        </a:p>
      </dsp:txBody>
      <dsp:txXfrm>
        <a:off x="4813972" y="1724534"/>
        <a:ext cx="2126776" cy="902268"/>
      </dsp:txXfrm>
    </dsp:sp>
    <dsp:sp modelId="{56D333EF-9B04-462E-A467-C1060AE1EC33}">
      <dsp:nvSpPr>
        <dsp:cNvPr id="0" name=""/>
        <dsp:cNvSpPr/>
      </dsp:nvSpPr>
      <dsp:spPr>
        <a:xfrm>
          <a:off x="7311324" y="1724534"/>
          <a:ext cx="902268" cy="902268"/>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5BDEF01A-06B4-4BDB-BD6C-7E8207DBAA96}">
      <dsp:nvSpPr>
        <dsp:cNvPr id="0" name=""/>
        <dsp:cNvSpPr/>
      </dsp:nvSpPr>
      <dsp:spPr>
        <a:xfrm>
          <a:off x="7500800" y="1914011"/>
          <a:ext cx="523315" cy="523315"/>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C4DA2E84-A176-4EB3-9A1D-1408DC85AF2E}">
      <dsp:nvSpPr>
        <dsp:cNvPr id="0" name=""/>
        <dsp:cNvSpPr/>
      </dsp:nvSpPr>
      <dsp:spPr>
        <a:xfrm>
          <a:off x="8406936" y="1724534"/>
          <a:ext cx="2126776" cy="9022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a:solidFill>
                <a:schemeClr val="tx2"/>
              </a:solidFill>
            </a:rPr>
            <a:t>Paging</a:t>
          </a:r>
        </a:p>
      </dsp:txBody>
      <dsp:txXfrm>
        <a:off x="8406936" y="1724534"/>
        <a:ext cx="2126776" cy="90226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058BF-C5E1-4B52-BD8A-FD1AD5779347}"/>
              </a:ext>
            </a:extLst>
          </p:cNvPr>
          <p:cNvSpPr>
            <a:spLocks noGrp="1"/>
          </p:cNvSpPr>
          <p:nvPr>
            <p:ph type="ctrTitle"/>
          </p:nvPr>
        </p:nvSpPr>
        <p:spPr>
          <a:xfrm>
            <a:off x="1524000" y="1122363"/>
            <a:ext cx="9144000" cy="2387600"/>
          </a:xfrm>
        </p:spPr>
        <p:txBody>
          <a:bodyPr anchor="b"/>
          <a:lstStyle>
            <a:lvl1pPr algn="ctr">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FCD51F7-3CC3-4BB7-8291-B1789482E8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FD320447-D6C7-43E1-AE88-1FB66CC9C55E}"/>
              </a:ext>
            </a:extLst>
          </p:cNvPr>
          <p:cNvSpPr>
            <a:spLocks noGrp="1"/>
          </p:cNvSpPr>
          <p:nvPr>
            <p:ph type="dt" sz="half" idx="10"/>
          </p:nvPr>
        </p:nvSpPr>
        <p:spPr/>
        <p:txBody>
          <a:bodyPr/>
          <a:lstStyle/>
          <a:p>
            <a:fld id="{C43A76A3-ADC8-4477-8FC1-B9DD55D84908}" type="datetime1">
              <a:rPr lang="en-US" smtClean="0"/>
              <a:t>9/13/2024</a:t>
            </a:fld>
            <a:endParaRPr lang="en-US" dirty="0"/>
          </a:p>
        </p:txBody>
      </p:sp>
      <p:sp>
        <p:nvSpPr>
          <p:cNvPr id="5" name="Footer Placeholder 4">
            <a:extLst>
              <a:ext uri="{FF2B5EF4-FFF2-40B4-BE49-F238E27FC236}">
                <a16:creationId xmlns:a16="http://schemas.microsoft.com/office/drawing/2014/main" id="{6F5E17B6-E7FC-473A-8D5F-0E6B838EA7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4AF4E0-FDDB-42B9-862C-7BBC501CDAC5}"/>
              </a:ext>
            </a:extLst>
          </p:cNvPr>
          <p:cNvSpPr>
            <a:spLocks noGrp="1"/>
          </p:cNvSpPr>
          <p:nvPr>
            <p:ph type="sldNum" sz="quarter" idx="12"/>
          </p:nvPr>
        </p:nvSpPr>
        <p:spPr/>
        <p:txBody>
          <a:bodyPr/>
          <a:lstStyle/>
          <a:p>
            <a:fld id="{35747434-7036-48DB-A148-6B3D8EE75CDA}" type="slidenum">
              <a:rPr lang="en-US" smtClean="0"/>
              <a:t>‹#›</a:t>
            </a:fld>
            <a:endParaRPr lang="en-US" dirty="0"/>
          </a:p>
        </p:txBody>
      </p:sp>
    </p:spTree>
    <p:extLst>
      <p:ext uri="{BB962C8B-B14F-4D97-AF65-F5344CB8AC3E}">
        <p14:creationId xmlns:p14="http://schemas.microsoft.com/office/powerpoint/2010/main" val="1981444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736C8-0B4F-4655-A630-0B1D2540B7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78B888-85E0-4D92-903E-C3FE7E870D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648916-250B-4232-BD7D-571FDE79F5E7}"/>
              </a:ext>
            </a:extLst>
          </p:cNvPr>
          <p:cNvSpPr>
            <a:spLocks noGrp="1"/>
          </p:cNvSpPr>
          <p:nvPr>
            <p:ph type="dt" sz="half" idx="10"/>
          </p:nvPr>
        </p:nvSpPr>
        <p:spPr/>
        <p:txBody>
          <a:bodyPr/>
          <a:lstStyle/>
          <a:p>
            <a:fld id="{DE7F49BE-398D-479A-8A7E-5DDBCA61EDCB}" type="datetime1">
              <a:rPr lang="en-US" smtClean="0"/>
              <a:t>9/13/2024</a:t>
            </a:fld>
            <a:endParaRPr lang="en-US"/>
          </a:p>
        </p:txBody>
      </p:sp>
      <p:sp>
        <p:nvSpPr>
          <p:cNvPr id="5" name="Footer Placeholder 4">
            <a:extLst>
              <a:ext uri="{FF2B5EF4-FFF2-40B4-BE49-F238E27FC236}">
                <a16:creationId xmlns:a16="http://schemas.microsoft.com/office/drawing/2014/main" id="{B6A8BFB4-647C-4104-B6D4-3346051C36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0FA73F-2BE8-4370-AE90-58F4CE51FC51}"/>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31511966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1446D-9FAC-4157-A41A-51675C8BE929}"/>
              </a:ext>
            </a:extLst>
          </p:cNvPr>
          <p:cNvSpPr>
            <a:spLocks noGrp="1"/>
          </p:cNvSpPr>
          <p:nvPr>
            <p:ph type="title"/>
          </p:nvPr>
        </p:nvSpPr>
        <p:spPr>
          <a:xfrm>
            <a:off x="777240" y="1709738"/>
            <a:ext cx="10570210" cy="2758895"/>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2AF8D4A-8F93-4399-9546-64F286400D24}"/>
              </a:ext>
            </a:extLst>
          </p:cNvPr>
          <p:cNvSpPr>
            <a:spLocks noGrp="1"/>
          </p:cNvSpPr>
          <p:nvPr>
            <p:ph type="body" idx="1"/>
          </p:nvPr>
        </p:nvSpPr>
        <p:spPr>
          <a:xfrm>
            <a:off x="777240" y="4589463"/>
            <a:ext cx="10570210" cy="1500187"/>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9C2FD4-BF96-470C-8247-20DFAE1CF870}"/>
              </a:ext>
            </a:extLst>
          </p:cNvPr>
          <p:cNvSpPr>
            <a:spLocks noGrp="1"/>
          </p:cNvSpPr>
          <p:nvPr>
            <p:ph type="dt" sz="half" idx="10"/>
          </p:nvPr>
        </p:nvSpPr>
        <p:spPr/>
        <p:txBody>
          <a:bodyPr/>
          <a:lstStyle/>
          <a:p>
            <a:fld id="{CCD0C193-4974-4A1F-9C63-07D595E30D66}" type="datetime1">
              <a:rPr lang="en-US" smtClean="0"/>
              <a:t>9/13/2024</a:t>
            </a:fld>
            <a:endParaRPr lang="en-US"/>
          </a:p>
        </p:txBody>
      </p:sp>
      <p:sp>
        <p:nvSpPr>
          <p:cNvPr id="5" name="Footer Placeholder 4">
            <a:extLst>
              <a:ext uri="{FF2B5EF4-FFF2-40B4-BE49-F238E27FC236}">
                <a16:creationId xmlns:a16="http://schemas.microsoft.com/office/drawing/2014/main" id="{27175A2D-86C4-4467-BAB8-E9ED004D2C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442A4D-D9B2-4C82-95E4-B86F9F5F3802}"/>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33986528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6B3AA-8C30-429E-B934-AF12204387B9}"/>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915834E-691F-4728-88F5-A0C4696695EB}"/>
              </a:ext>
            </a:extLst>
          </p:cNvPr>
          <p:cNvSpPr>
            <a:spLocks noGrp="1"/>
          </p:cNvSpPr>
          <p:nvPr>
            <p:ph sz="half" idx="1"/>
          </p:nvPr>
        </p:nvSpPr>
        <p:spPr>
          <a:xfrm>
            <a:off x="777240" y="1825625"/>
            <a:ext cx="524256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3876374-880F-4E25-9F88-79E3C1AB1F9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119BD69-B509-4FCE-95A8-ED03FFC8CC3C}"/>
              </a:ext>
            </a:extLst>
          </p:cNvPr>
          <p:cNvSpPr>
            <a:spLocks noGrp="1"/>
          </p:cNvSpPr>
          <p:nvPr>
            <p:ph type="dt" sz="half" idx="10"/>
          </p:nvPr>
        </p:nvSpPr>
        <p:spPr/>
        <p:txBody>
          <a:bodyPr/>
          <a:lstStyle/>
          <a:p>
            <a:fld id="{701AA87F-28D4-4BF0-B81F-877A89DFD5AC}" type="datetime1">
              <a:rPr lang="en-US" smtClean="0"/>
              <a:t>9/13/2024</a:t>
            </a:fld>
            <a:endParaRPr lang="en-US"/>
          </a:p>
        </p:txBody>
      </p:sp>
      <p:sp>
        <p:nvSpPr>
          <p:cNvPr id="6" name="Footer Placeholder 5">
            <a:extLst>
              <a:ext uri="{FF2B5EF4-FFF2-40B4-BE49-F238E27FC236}">
                <a16:creationId xmlns:a16="http://schemas.microsoft.com/office/drawing/2014/main" id="{DB7C287B-AE5B-490B-BF81-A50D7A2E87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3C2246-303C-4A29-B6EA-E62CEDE6C2A1}"/>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33157376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2FE79-D5BE-43E8-B6C5-2675B7F4D818}"/>
              </a:ext>
            </a:extLst>
          </p:cNvPr>
          <p:cNvSpPr>
            <a:spLocks noGrp="1"/>
          </p:cNvSpPr>
          <p:nvPr>
            <p:ph type="title"/>
          </p:nvPr>
        </p:nvSpPr>
        <p:spPr>
          <a:xfrm>
            <a:off x="777240" y="365125"/>
            <a:ext cx="10578148"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69D3A07-BA51-4113-902E-830A887D2394}"/>
              </a:ext>
            </a:extLst>
          </p:cNvPr>
          <p:cNvSpPr>
            <a:spLocks noGrp="1"/>
          </p:cNvSpPr>
          <p:nvPr>
            <p:ph type="body" idx="1"/>
          </p:nvPr>
        </p:nvSpPr>
        <p:spPr>
          <a:xfrm>
            <a:off x="777240" y="1801812"/>
            <a:ext cx="5220335" cy="9350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E320A9-E274-4E1B-B02D-9A3F510A1F22}"/>
              </a:ext>
            </a:extLst>
          </p:cNvPr>
          <p:cNvSpPr>
            <a:spLocks noGrp="1"/>
          </p:cNvSpPr>
          <p:nvPr>
            <p:ph sz="half" idx="2"/>
          </p:nvPr>
        </p:nvSpPr>
        <p:spPr>
          <a:xfrm>
            <a:off x="777240" y="2825749"/>
            <a:ext cx="5220335" cy="3363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DBE80D3A-C2A8-4B78-B7E2-4908C74B1C43}"/>
              </a:ext>
            </a:extLst>
          </p:cNvPr>
          <p:cNvSpPr>
            <a:spLocks noGrp="1"/>
          </p:cNvSpPr>
          <p:nvPr>
            <p:ph type="body" sz="quarter" idx="3"/>
          </p:nvPr>
        </p:nvSpPr>
        <p:spPr>
          <a:xfrm>
            <a:off x="6172200" y="1801812"/>
            <a:ext cx="5183188" cy="9350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C5D84DD-9460-4B08-86AD-27486A940047}"/>
              </a:ext>
            </a:extLst>
          </p:cNvPr>
          <p:cNvSpPr>
            <a:spLocks noGrp="1"/>
          </p:cNvSpPr>
          <p:nvPr>
            <p:ph sz="quarter" idx="4"/>
          </p:nvPr>
        </p:nvSpPr>
        <p:spPr>
          <a:xfrm>
            <a:off x="6172200" y="2825749"/>
            <a:ext cx="5183188" cy="3363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4B0B7F8-282C-4210-AE7D-F35228BAC803}"/>
              </a:ext>
            </a:extLst>
          </p:cNvPr>
          <p:cNvSpPr>
            <a:spLocks noGrp="1"/>
          </p:cNvSpPr>
          <p:nvPr>
            <p:ph type="dt" sz="half" idx="10"/>
          </p:nvPr>
        </p:nvSpPr>
        <p:spPr/>
        <p:txBody>
          <a:bodyPr/>
          <a:lstStyle/>
          <a:p>
            <a:fld id="{A8A9F1F3-208B-49A3-B337-9C8ACEB3E0E1}" type="datetime1">
              <a:rPr lang="en-US" smtClean="0"/>
              <a:t>9/13/2024</a:t>
            </a:fld>
            <a:endParaRPr lang="en-US"/>
          </a:p>
        </p:txBody>
      </p:sp>
      <p:sp>
        <p:nvSpPr>
          <p:cNvPr id="8" name="Footer Placeholder 7">
            <a:extLst>
              <a:ext uri="{FF2B5EF4-FFF2-40B4-BE49-F238E27FC236}">
                <a16:creationId xmlns:a16="http://schemas.microsoft.com/office/drawing/2014/main" id="{FAE343A9-1067-4DCF-BACC-1F7F3805022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F84E471-04DB-4DB5-8CC5-16B3FC88509D}"/>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4074159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D87C0-272E-4E50-A316-78079B2B923E}"/>
              </a:ext>
            </a:extLst>
          </p:cNvPr>
          <p:cNvSpPr>
            <a:spLocks noGrp="1"/>
          </p:cNvSpPr>
          <p:nvPr>
            <p:ph type="title"/>
          </p:nvPr>
        </p:nvSpPr>
        <p:spPr>
          <a:xfrm>
            <a:off x="777240" y="365125"/>
            <a:ext cx="10659110" cy="1325563"/>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F906C1C9-1F69-432A-858C-D828B56E1659}"/>
              </a:ext>
            </a:extLst>
          </p:cNvPr>
          <p:cNvSpPr>
            <a:spLocks noGrp="1"/>
          </p:cNvSpPr>
          <p:nvPr>
            <p:ph type="dt" sz="half" idx="10"/>
          </p:nvPr>
        </p:nvSpPr>
        <p:spPr/>
        <p:txBody>
          <a:bodyPr/>
          <a:lstStyle/>
          <a:p>
            <a:fld id="{27AF6CA6-7293-4AA2-A0E0-A3BF4416E786}" type="datetime1">
              <a:rPr lang="en-US" smtClean="0"/>
              <a:t>9/13/2024</a:t>
            </a:fld>
            <a:endParaRPr lang="en-US"/>
          </a:p>
        </p:txBody>
      </p:sp>
      <p:sp>
        <p:nvSpPr>
          <p:cNvPr id="4" name="Footer Placeholder 3">
            <a:extLst>
              <a:ext uri="{FF2B5EF4-FFF2-40B4-BE49-F238E27FC236}">
                <a16:creationId xmlns:a16="http://schemas.microsoft.com/office/drawing/2014/main" id="{BD6D9A1B-D149-4B97-B161-3D7C9ADBCF7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AB3722F-8C88-4E54-8CD6-12D31A05F813}"/>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4716769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E1B4EE-6DFC-45F3-9174-D913EB57CB9D}"/>
              </a:ext>
            </a:extLst>
          </p:cNvPr>
          <p:cNvSpPr>
            <a:spLocks noGrp="1"/>
          </p:cNvSpPr>
          <p:nvPr>
            <p:ph type="dt" sz="half" idx="10"/>
          </p:nvPr>
        </p:nvSpPr>
        <p:spPr/>
        <p:txBody>
          <a:bodyPr/>
          <a:lstStyle/>
          <a:p>
            <a:fld id="{98D87016-7BCD-46FB-8EE3-AB6C369108B4}" type="datetime1">
              <a:rPr lang="en-US" smtClean="0"/>
              <a:t>9/13/2024</a:t>
            </a:fld>
            <a:endParaRPr lang="en-US"/>
          </a:p>
        </p:txBody>
      </p:sp>
      <p:sp>
        <p:nvSpPr>
          <p:cNvPr id="3" name="Footer Placeholder 2">
            <a:extLst>
              <a:ext uri="{FF2B5EF4-FFF2-40B4-BE49-F238E27FC236}">
                <a16:creationId xmlns:a16="http://schemas.microsoft.com/office/drawing/2014/main" id="{0BF7F7DC-6DDE-4337-AD27-BBE7D542248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CC58EA9-3AC4-421E-B133-1FA7757DF8BA}"/>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29266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035BB-74CC-43E9-B71F-A5C05D17EB78}"/>
              </a:ext>
            </a:extLst>
          </p:cNvPr>
          <p:cNvSpPr>
            <a:spLocks noGrp="1"/>
          </p:cNvSpPr>
          <p:nvPr>
            <p:ph type="title"/>
          </p:nvPr>
        </p:nvSpPr>
        <p:spPr>
          <a:xfrm>
            <a:off x="777240" y="457200"/>
            <a:ext cx="3994785" cy="2501900"/>
          </a:xfrm>
        </p:spPr>
        <p:txBody>
          <a:bodyPr anchor="b">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CAADC9E-7845-4DB1-87E3-6FBFB2B03B8A}"/>
              </a:ext>
            </a:extLst>
          </p:cNvPr>
          <p:cNvSpPr>
            <a:spLocks noGrp="1"/>
          </p:cNvSpPr>
          <p:nvPr>
            <p:ph idx="1"/>
          </p:nvPr>
        </p:nvSpPr>
        <p:spPr>
          <a:xfrm>
            <a:off x="5183188" y="457201"/>
            <a:ext cx="6172200" cy="5403850"/>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5C925A8-2A07-43B9-B549-061F3684986B}"/>
              </a:ext>
            </a:extLst>
          </p:cNvPr>
          <p:cNvSpPr>
            <a:spLocks noGrp="1"/>
          </p:cNvSpPr>
          <p:nvPr>
            <p:ph type="body" sz="half" idx="2"/>
          </p:nvPr>
        </p:nvSpPr>
        <p:spPr>
          <a:xfrm>
            <a:off x="777240" y="3092450"/>
            <a:ext cx="3994785" cy="2776537"/>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1A9037-0564-43A1-8156-1D9932E1F85F}"/>
              </a:ext>
            </a:extLst>
          </p:cNvPr>
          <p:cNvSpPr>
            <a:spLocks noGrp="1"/>
          </p:cNvSpPr>
          <p:nvPr>
            <p:ph type="dt" sz="half" idx="10"/>
          </p:nvPr>
        </p:nvSpPr>
        <p:spPr/>
        <p:txBody>
          <a:bodyPr/>
          <a:lstStyle/>
          <a:p>
            <a:fld id="{A1547011-1FFC-4EF8-9A2E-53B4AD2ADBD4}" type="datetime1">
              <a:rPr lang="en-US" smtClean="0"/>
              <a:t>9/13/2024</a:t>
            </a:fld>
            <a:endParaRPr lang="en-US"/>
          </a:p>
        </p:txBody>
      </p:sp>
      <p:sp>
        <p:nvSpPr>
          <p:cNvPr id="6" name="Footer Placeholder 5">
            <a:extLst>
              <a:ext uri="{FF2B5EF4-FFF2-40B4-BE49-F238E27FC236}">
                <a16:creationId xmlns:a16="http://schemas.microsoft.com/office/drawing/2014/main" id="{CBFF0D40-D0E1-49C9-BE47-91BBC50AB2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D129BD-890D-412E-9805-D29F4A0D3622}"/>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3401257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8ADB4-BA7B-42C2-9C6C-58B2763F8617}"/>
              </a:ext>
            </a:extLst>
          </p:cNvPr>
          <p:cNvSpPr>
            <a:spLocks noGrp="1"/>
          </p:cNvSpPr>
          <p:nvPr>
            <p:ph type="title"/>
          </p:nvPr>
        </p:nvSpPr>
        <p:spPr>
          <a:xfrm>
            <a:off x="777240" y="457200"/>
            <a:ext cx="3994785" cy="2505456"/>
          </a:xfrm>
        </p:spPr>
        <p:txBody>
          <a:bodyPr anchor="b"/>
          <a:lstStyle>
            <a:lvl1pPr>
              <a:defRPr sz="4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E9519B58-B546-4E6B-BE00-3D1D64DA8699}"/>
              </a:ext>
            </a:extLst>
          </p:cNvPr>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3FAA0AB8-41A9-4548-9B83-3EFF79A00793}"/>
              </a:ext>
            </a:extLst>
          </p:cNvPr>
          <p:cNvSpPr>
            <a:spLocks noGrp="1"/>
          </p:cNvSpPr>
          <p:nvPr>
            <p:ph type="body" sz="half" idx="2"/>
          </p:nvPr>
        </p:nvSpPr>
        <p:spPr>
          <a:xfrm>
            <a:off x="777240" y="3081275"/>
            <a:ext cx="3994785" cy="2779776"/>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BB33ED-A015-4992-A004-33D41CFFADA1}"/>
              </a:ext>
            </a:extLst>
          </p:cNvPr>
          <p:cNvSpPr>
            <a:spLocks noGrp="1"/>
          </p:cNvSpPr>
          <p:nvPr>
            <p:ph type="dt" sz="half" idx="10"/>
          </p:nvPr>
        </p:nvSpPr>
        <p:spPr/>
        <p:txBody>
          <a:bodyPr/>
          <a:lstStyle/>
          <a:p>
            <a:fld id="{9562EB47-45B4-4EF5-A743-B4885DD2F060}" type="datetime1">
              <a:rPr lang="en-US" smtClean="0"/>
              <a:t>9/13/2024</a:t>
            </a:fld>
            <a:endParaRPr lang="en-US"/>
          </a:p>
        </p:txBody>
      </p:sp>
      <p:sp>
        <p:nvSpPr>
          <p:cNvPr id="6" name="Footer Placeholder 5">
            <a:extLst>
              <a:ext uri="{FF2B5EF4-FFF2-40B4-BE49-F238E27FC236}">
                <a16:creationId xmlns:a16="http://schemas.microsoft.com/office/drawing/2014/main" id="{D3C29CDA-E85F-47D1-83B7-02A50DEBFD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49625F-5352-4136-8AC4-F8899D00A1A9}"/>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6641090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E922F-6166-4009-A42D-027DC718071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F7791CF-167D-446D-9F99-6976C986E2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3CA422-E040-4DE1-9DA5-C8D37C116A7B}"/>
              </a:ext>
            </a:extLst>
          </p:cNvPr>
          <p:cNvSpPr>
            <a:spLocks noGrp="1"/>
          </p:cNvSpPr>
          <p:nvPr>
            <p:ph type="dt" sz="half" idx="10"/>
          </p:nvPr>
        </p:nvSpPr>
        <p:spPr/>
        <p:txBody>
          <a:bodyPr/>
          <a:lstStyle/>
          <a:p>
            <a:fld id="{D6762538-DC4D-4667-96E5-B3278DDF8B12}" type="datetime1">
              <a:rPr lang="en-US" smtClean="0"/>
              <a:t>9/13/2024</a:t>
            </a:fld>
            <a:endParaRPr lang="en-US"/>
          </a:p>
        </p:txBody>
      </p:sp>
      <p:sp>
        <p:nvSpPr>
          <p:cNvPr id="5" name="Footer Placeholder 4">
            <a:extLst>
              <a:ext uri="{FF2B5EF4-FFF2-40B4-BE49-F238E27FC236}">
                <a16:creationId xmlns:a16="http://schemas.microsoft.com/office/drawing/2014/main" id="{6C813B0B-60E7-494E-91CB-055BC26906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48C554-7C1B-4D8F-9B6B-04492656904B}"/>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2648883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EC66EF0-6ED8-49A7-BDAD-E20A143FAEA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0FCE9CD-90A9-44BA-B293-0662E077DD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57DAE0-05C4-460B-B96D-BD183ED030C4}"/>
              </a:ext>
            </a:extLst>
          </p:cNvPr>
          <p:cNvSpPr>
            <a:spLocks noGrp="1"/>
          </p:cNvSpPr>
          <p:nvPr>
            <p:ph type="dt" sz="half" idx="10"/>
          </p:nvPr>
        </p:nvSpPr>
        <p:spPr/>
        <p:txBody>
          <a:bodyPr/>
          <a:lstStyle/>
          <a:p>
            <a:fld id="{05880548-5C08-4BE3-B63E-F2BB63B0B00C}" type="datetime1">
              <a:rPr lang="en-US" smtClean="0"/>
              <a:t>9/13/2024</a:t>
            </a:fld>
            <a:endParaRPr lang="en-US"/>
          </a:p>
        </p:txBody>
      </p:sp>
      <p:sp>
        <p:nvSpPr>
          <p:cNvPr id="5" name="Footer Placeholder 4">
            <a:extLst>
              <a:ext uri="{FF2B5EF4-FFF2-40B4-BE49-F238E27FC236}">
                <a16:creationId xmlns:a16="http://schemas.microsoft.com/office/drawing/2014/main" id="{33B3CA93-55C9-4AA3-89A0-55490F745B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BFD820-FF26-4325-816F-310C30F80ACC}"/>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23696199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99B5B3C5-A599-465B-B2B9-866E8B2087CE}"/>
              </a:ext>
            </a:extLst>
          </p:cNvPr>
          <p:cNvSpPr/>
          <p:nvPr/>
        </p:nvSpPr>
        <p:spPr>
          <a:xfrm>
            <a:off x="-1" y="-1"/>
            <a:ext cx="12192001"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25C84982-7DD0-43B1-8A2D-BFA4DF1B4E60}"/>
              </a:ext>
            </a:extLst>
          </p:cNvPr>
          <p:cNvSpPr/>
          <p:nvPr/>
        </p:nvSpPr>
        <p:spPr>
          <a:xfrm>
            <a:off x="-1" y="-1"/>
            <a:ext cx="12192001" cy="68580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grpSp>
        <p:nvGrpSpPr>
          <p:cNvPr id="8" name="Decorative Circles">
            <a:extLst>
              <a:ext uri="{FF2B5EF4-FFF2-40B4-BE49-F238E27FC236}">
                <a16:creationId xmlns:a16="http://schemas.microsoft.com/office/drawing/2014/main" id="{1D912E1C-3BBA-42F0-A3EE-FEC382E7230A}"/>
              </a:ext>
            </a:extLst>
          </p:cNvPr>
          <p:cNvGrpSpPr/>
          <p:nvPr/>
        </p:nvGrpSpPr>
        <p:grpSpPr>
          <a:xfrm>
            <a:off x="-1" y="-1"/>
            <a:ext cx="12192001" cy="6858001"/>
            <a:chOff x="-1" y="-1"/>
            <a:chExt cx="12192001" cy="6858001"/>
          </a:xfrm>
        </p:grpSpPr>
        <p:sp>
          <p:nvSpPr>
            <p:cNvPr id="21" name="Oval 20">
              <a:extLst>
                <a:ext uri="{FF2B5EF4-FFF2-40B4-BE49-F238E27FC236}">
                  <a16:creationId xmlns:a16="http://schemas.microsoft.com/office/drawing/2014/main" id="{2FEEAC76-E273-46A8-8F8E-CE59860FE70D}"/>
                </a:ext>
              </a:extLst>
            </p:cNvPr>
            <p:cNvSpPr/>
            <p:nvPr/>
          </p:nvSpPr>
          <p:spPr>
            <a:xfrm>
              <a:off x="209098" y="727602"/>
              <a:ext cx="172408" cy="172408"/>
            </a:xfrm>
            <a:prstGeom prst="ellipse">
              <a:avLst/>
            </a:prstGeom>
            <a:solidFill>
              <a:schemeClr val="accent2">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76594A0E-9400-45AD-A431-1DA1C0B28966}"/>
                </a:ext>
              </a:extLst>
            </p:cNvPr>
            <p:cNvSpPr/>
            <p:nvPr/>
          </p:nvSpPr>
          <p:spPr>
            <a:xfrm>
              <a:off x="949947" y="136523"/>
              <a:ext cx="113367" cy="113367"/>
            </a:xfrm>
            <a:prstGeom prst="ellipse">
              <a:avLst/>
            </a:prstGeom>
            <a:solidFill>
              <a:srgbClr val="F39E29">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20916D6C-D32F-42B6-8512-CD5EDB8F2B9B}"/>
                </a:ext>
              </a:extLst>
            </p:cNvPr>
            <p:cNvSpPr/>
            <p:nvPr/>
          </p:nvSpPr>
          <p:spPr>
            <a:xfrm>
              <a:off x="11575290" y="5859047"/>
              <a:ext cx="305780" cy="305780"/>
            </a:xfrm>
            <a:prstGeom prst="ellipse">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3834846D-59C6-40F4-907C-F1A4689B58F1}"/>
                </a:ext>
              </a:extLst>
            </p:cNvPr>
            <p:cNvSpPr/>
            <p:nvPr/>
          </p:nvSpPr>
          <p:spPr>
            <a:xfrm>
              <a:off x="95730" y="1133938"/>
              <a:ext cx="226735" cy="226735"/>
            </a:xfrm>
            <a:prstGeom prst="ellipse">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5A257CDF-2E36-4DC7-8EE4-5CD8F8ECAC87}"/>
                </a:ext>
              </a:extLst>
            </p:cNvPr>
            <p:cNvSpPr/>
            <p:nvPr/>
          </p:nvSpPr>
          <p:spPr>
            <a:xfrm>
              <a:off x="11536830" y="554419"/>
              <a:ext cx="382700" cy="382700"/>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Oval 47">
              <a:extLst>
                <a:ext uri="{FF2B5EF4-FFF2-40B4-BE49-F238E27FC236}">
                  <a16:creationId xmlns:a16="http://schemas.microsoft.com/office/drawing/2014/main" id="{D5B26E0E-A115-4AE2-82D8-76BB93CC494F}"/>
                </a:ext>
              </a:extLst>
            </p:cNvPr>
            <p:cNvSpPr/>
            <p:nvPr/>
          </p:nvSpPr>
          <p:spPr>
            <a:xfrm>
              <a:off x="11224303" y="299808"/>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755058DB-7E01-4E95-BF59-983AA1BBB38E}"/>
                </a:ext>
              </a:extLst>
            </p:cNvPr>
            <p:cNvSpPr/>
            <p:nvPr/>
          </p:nvSpPr>
          <p:spPr>
            <a:xfrm>
              <a:off x="11629630" y="5482355"/>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A810F7E2-23F3-44D6-B09E-71E556536052}"/>
                </a:ext>
              </a:extLst>
            </p:cNvPr>
            <p:cNvSpPr/>
            <p:nvPr/>
          </p:nvSpPr>
          <p:spPr>
            <a:xfrm>
              <a:off x="10415328" y="6124958"/>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59D5C391-E1DB-410A-A78C-ED3BBDFF0758}"/>
                </a:ext>
              </a:extLst>
            </p:cNvPr>
            <p:cNvSpPr/>
            <p:nvPr/>
          </p:nvSpPr>
          <p:spPr>
            <a:xfrm>
              <a:off x="10120382" y="6255986"/>
              <a:ext cx="305780" cy="30578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Oval 52">
              <a:extLst>
                <a:ext uri="{FF2B5EF4-FFF2-40B4-BE49-F238E27FC236}">
                  <a16:creationId xmlns:a16="http://schemas.microsoft.com/office/drawing/2014/main" id="{77C4944D-9373-4283-BCAA-927A0316659E}"/>
                </a:ext>
              </a:extLst>
            </p:cNvPr>
            <p:cNvSpPr/>
            <p:nvPr/>
          </p:nvSpPr>
          <p:spPr>
            <a:xfrm>
              <a:off x="9934343" y="6204350"/>
              <a:ext cx="113367" cy="11336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Shape 53">
              <a:extLst>
                <a:ext uri="{FF2B5EF4-FFF2-40B4-BE49-F238E27FC236}">
                  <a16:creationId xmlns:a16="http://schemas.microsoft.com/office/drawing/2014/main" id="{6804C521-2D9F-4CE4-AFD3-D4F1551FEC6A}"/>
                </a:ext>
              </a:extLst>
            </p:cNvPr>
            <p:cNvSpPr/>
            <p:nvPr/>
          </p:nvSpPr>
          <p:spPr>
            <a:xfrm>
              <a:off x="11642244" y="6317718"/>
              <a:ext cx="549756" cy="540282"/>
            </a:xfrm>
            <a:custGeom>
              <a:avLst/>
              <a:gdLst>
                <a:gd name="connsiteX0" fmla="*/ 1224540 w 2115556"/>
                <a:gd name="connsiteY0" fmla="*/ 0 h 2079100"/>
                <a:gd name="connsiteX1" fmla="*/ 2090421 w 2115556"/>
                <a:gd name="connsiteY1" fmla="*/ 358660 h 2079100"/>
                <a:gd name="connsiteX2" fmla="*/ 2115556 w 2115556"/>
                <a:gd name="connsiteY2" fmla="*/ 386315 h 2079100"/>
                <a:gd name="connsiteX3" fmla="*/ 2115556 w 2115556"/>
                <a:gd name="connsiteY3" fmla="*/ 2062765 h 2079100"/>
                <a:gd name="connsiteX4" fmla="*/ 2100710 w 2115556"/>
                <a:gd name="connsiteY4" fmla="*/ 2079100 h 2079100"/>
                <a:gd name="connsiteX5" fmla="*/ 348370 w 2115556"/>
                <a:gd name="connsiteY5" fmla="*/ 2079100 h 2079100"/>
                <a:gd name="connsiteX6" fmla="*/ 279625 w 2115556"/>
                <a:gd name="connsiteY6" fmla="*/ 2003461 h 2079100"/>
                <a:gd name="connsiteX7" fmla="*/ 0 w 2115556"/>
                <a:gd name="connsiteY7" fmla="*/ 1224540 h 2079100"/>
                <a:gd name="connsiteX8" fmla="*/ 1224540 w 2115556"/>
                <a:gd name="connsiteY8" fmla="*/ 0 h 207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5556" h="2079100">
                  <a:moveTo>
                    <a:pt x="1224540" y="0"/>
                  </a:moveTo>
                  <a:cubicBezTo>
                    <a:pt x="1562687" y="0"/>
                    <a:pt x="1868823" y="137062"/>
                    <a:pt x="2090421" y="358660"/>
                  </a:cubicBezTo>
                  <a:lnTo>
                    <a:pt x="2115556" y="386315"/>
                  </a:lnTo>
                  <a:lnTo>
                    <a:pt x="2115556" y="2062765"/>
                  </a:lnTo>
                  <a:lnTo>
                    <a:pt x="2100710" y="2079100"/>
                  </a:lnTo>
                  <a:lnTo>
                    <a:pt x="348370" y="2079100"/>
                  </a:lnTo>
                  <a:lnTo>
                    <a:pt x="279625" y="2003461"/>
                  </a:lnTo>
                  <a:cubicBezTo>
                    <a:pt x="104938" y="1791789"/>
                    <a:pt x="0" y="1520419"/>
                    <a:pt x="0" y="1224540"/>
                  </a:cubicBezTo>
                  <a:cubicBezTo>
                    <a:pt x="0" y="548245"/>
                    <a:pt x="548245" y="0"/>
                    <a:pt x="1224540" y="0"/>
                  </a:cubicBez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56" name="Freeform: Shape 55">
              <a:extLst>
                <a:ext uri="{FF2B5EF4-FFF2-40B4-BE49-F238E27FC236}">
                  <a16:creationId xmlns:a16="http://schemas.microsoft.com/office/drawing/2014/main" id="{755AC65C-13EF-4182-AA3C-62BE165CC033}"/>
                </a:ext>
              </a:extLst>
            </p:cNvPr>
            <p:cNvSpPr/>
            <p:nvPr/>
          </p:nvSpPr>
          <p:spPr>
            <a:xfrm>
              <a:off x="-1" y="-1"/>
              <a:ext cx="510196" cy="538336"/>
            </a:xfrm>
            <a:custGeom>
              <a:avLst/>
              <a:gdLst>
                <a:gd name="connsiteX0" fmla="*/ 0 w 510196"/>
                <a:gd name="connsiteY0" fmla="*/ 0 h 538336"/>
                <a:gd name="connsiteX1" fmla="*/ 459276 w 510196"/>
                <a:gd name="connsiteY1" fmla="*/ 0 h 538336"/>
                <a:gd name="connsiteX2" fmla="*/ 482126 w 510196"/>
                <a:gd name="connsiteY2" fmla="*/ 42098 h 538336"/>
                <a:gd name="connsiteX3" fmla="*/ 510196 w 510196"/>
                <a:gd name="connsiteY3" fmla="*/ 181136 h 538336"/>
                <a:gd name="connsiteX4" fmla="*/ 152996 w 510196"/>
                <a:gd name="connsiteY4" fmla="*/ 538336 h 538336"/>
                <a:gd name="connsiteX5" fmla="*/ 13958 w 510196"/>
                <a:gd name="connsiteY5" fmla="*/ 510266 h 538336"/>
                <a:gd name="connsiteX6" fmla="*/ 0 w 510196"/>
                <a:gd name="connsiteY6" fmla="*/ 502690 h 538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0196" h="538336">
                  <a:moveTo>
                    <a:pt x="0" y="0"/>
                  </a:moveTo>
                  <a:lnTo>
                    <a:pt x="459276" y="0"/>
                  </a:lnTo>
                  <a:lnTo>
                    <a:pt x="482126" y="42098"/>
                  </a:lnTo>
                  <a:cubicBezTo>
                    <a:pt x="500201" y="84833"/>
                    <a:pt x="510196" y="131817"/>
                    <a:pt x="510196" y="181136"/>
                  </a:cubicBezTo>
                  <a:cubicBezTo>
                    <a:pt x="510196" y="378412"/>
                    <a:pt x="350272" y="538336"/>
                    <a:pt x="152996" y="538336"/>
                  </a:cubicBezTo>
                  <a:cubicBezTo>
                    <a:pt x="103677" y="538336"/>
                    <a:pt x="56693" y="528341"/>
                    <a:pt x="13958" y="510266"/>
                  </a:cubicBezTo>
                  <a:lnTo>
                    <a:pt x="0" y="50269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58" name="Freeform: Shape 57">
              <a:extLst>
                <a:ext uri="{FF2B5EF4-FFF2-40B4-BE49-F238E27FC236}">
                  <a16:creationId xmlns:a16="http://schemas.microsoft.com/office/drawing/2014/main" id="{E40DA8D2-FA4B-4282-9D44-48C27B63A153}"/>
                </a:ext>
              </a:extLst>
            </p:cNvPr>
            <p:cNvSpPr/>
            <p:nvPr/>
          </p:nvSpPr>
          <p:spPr>
            <a:xfrm>
              <a:off x="10528695" y="1"/>
              <a:ext cx="554074" cy="282754"/>
            </a:xfrm>
            <a:custGeom>
              <a:avLst/>
              <a:gdLst>
                <a:gd name="connsiteX0" fmla="*/ 644 w 309162"/>
                <a:gd name="connsiteY0" fmla="*/ 0 h 157771"/>
                <a:gd name="connsiteX1" fmla="*/ 308518 w 309162"/>
                <a:gd name="connsiteY1" fmla="*/ 0 h 157771"/>
                <a:gd name="connsiteX2" fmla="*/ 309162 w 309162"/>
                <a:gd name="connsiteY2" fmla="*/ 3190 h 157771"/>
                <a:gd name="connsiteX3" fmla="*/ 154581 w 309162"/>
                <a:gd name="connsiteY3" fmla="*/ 157771 h 157771"/>
                <a:gd name="connsiteX4" fmla="*/ 0 w 309162"/>
                <a:gd name="connsiteY4" fmla="*/ 3190 h 157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162" h="157771">
                  <a:moveTo>
                    <a:pt x="644" y="0"/>
                  </a:moveTo>
                  <a:lnTo>
                    <a:pt x="308518" y="0"/>
                  </a:lnTo>
                  <a:lnTo>
                    <a:pt x="309162" y="3190"/>
                  </a:lnTo>
                  <a:cubicBezTo>
                    <a:pt x="309162" y="88563"/>
                    <a:pt x="239954" y="157771"/>
                    <a:pt x="154581" y="157771"/>
                  </a:cubicBezTo>
                  <a:cubicBezTo>
                    <a:pt x="69208" y="157771"/>
                    <a:pt x="0" y="88563"/>
                    <a:pt x="0" y="3190"/>
                  </a:cubicBez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10" name="Oval 9">
              <a:extLst>
                <a:ext uri="{FF2B5EF4-FFF2-40B4-BE49-F238E27FC236}">
                  <a16:creationId xmlns:a16="http://schemas.microsoft.com/office/drawing/2014/main" id="{99065014-CB18-414D-A527-31ECC45700AB}"/>
                </a:ext>
              </a:extLst>
            </p:cNvPr>
            <p:cNvSpPr/>
            <p:nvPr/>
          </p:nvSpPr>
          <p:spPr>
            <a:xfrm>
              <a:off x="504140" y="1132500"/>
              <a:ext cx="84680" cy="8468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61" name="Freeform: Shape 60">
              <a:extLst>
                <a:ext uri="{FF2B5EF4-FFF2-40B4-BE49-F238E27FC236}">
                  <a16:creationId xmlns:a16="http://schemas.microsoft.com/office/drawing/2014/main" id="{8F39E27A-56C1-4328-8DF1-2DA147C78483}"/>
                </a:ext>
              </a:extLst>
            </p:cNvPr>
            <p:cNvSpPr/>
            <p:nvPr/>
          </p:nvSpPr>
          <p:spPr>
            <a:xfrm>
              <a:off x="12051348" y="5576515"/>
              <a:ext cx="137603" cy="210490"/>
            </a:xfrm>
            <a:custGeom>
              <a:avLst/>
              <a:gdLst>
                <a:gd name="connsiteX0" fmla="*/ 105245 w 137603"/>
                <a:gd name="connsiteY0" fmla="*/ 0 h 210490"/>
                <a:gd name="connsiteX1" fmla="*/ 137603 w 137603"/>
                <a:gd name="connsiteY1" fmla="*/ 6533 h 210490"/>
                <a:gd name="connsiteX2" fmla="*/ 137603 w 137603"/>
                <a:gd name="connsiteY2" fmla="*/ 203957 h 210490"/>
                <a:gd name="connsiteX3" fmla="*/ 105245 w 137603"/>
                <a:gd name="connsiteY3" fmla="*/ 210490 h 210490"/>
                <a:gd name="connsiteX4" fmla="*/ 0 w 137603"/>
                <a:gd name="connsiteY4" fmla="*/ 105245 h 210490"/>
                <a:gd name="connsiteX5" fmla="*/ 105245 w 137603"/>
                <a:gd name="connsiteY5" fmla="*/ 0 h 210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603" h="210490">
                  <a:moveTo>
                    <a:pt x="105245" y="0"/>
                  </a:moveTo>
                  <a:lnTo>
                    <a:pt x="137603" y="6533"/>
                  </a:lnTo>
                  <a:lnTo>
                    <a:pt x="137603" y="203957"/>
                  </a:lnTo>
                  <a:lnTo>
                    <a:pt x="105245" y="210490"/>
                  </a:lnTo>
                  <a:cubicBezTo>
                    <a:pt x="47120" y="210490"/>
                    <a:pt x="0" y="163370"/>
                    <a:pt x="0" y="105245"/>
                  </a:cubicBezTo>
                  <a:cubicBezTo>
                    <a:pt x="0" y="47120"/>
                    <a:pt x="47120" y="0"/>
                    <a:pt x="105245"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grpSp>
      <p:sp>
        <p:nvSpPr>
          <p:cNvPr id="4" name="Date Placeholder 3">
            <a:extLst>
              <a:ext uri="{FF2B5EF4-FFF2-40B4-BE49-F238E27FC236}">
                <a16:creationId xmlns:a16="http://schemas.microsoft.com/office/drawing/2014/main" id="{442C5EC6-E331-4312-AC12-56D55F7D2B15}"/>
              </a:ext>
            </a:extLst>
          </p:cNvPr>
          <p:cNvSpPr>
            <a:spLocks noGrp="1"/>
          </p:cNvSpPr>
          <p:nvPr>
            <p:ph type="dt" sz="half" idx="2"/>
          </p:nvPr>
        </p:nvSpPr>
        <p:spPr>
          <a:xfrm>
            <a:off x="777240" y="6488268"/>
            <a:ext cx="2743200" cy="233209"/>
          </a:xfrm>
          <a:prstGeom prst="rect">
            <a:avLst/>
          </a:prstGeom>
        </p:spPr>
        <p:txBody>
          <a:bodyPr vert="horz" lIns="91440" tIns="45720" rIns="91440" bIns="45720" rtlCol="0" anchor="ctr"/>
          <a:lstStyle>
            <a:lvl1pPr algn="l">
              <a:defRPr sz="1000">
                <a:solidFill>
                  <a:schemeClr val="tx1">
                    <a:tint val="75000"/>
                  </a:schemeClr>
                </a:solidFill>
              </a:defRPr>
            </a:lvl1pPr>
          </a:lstStyle>
          <a:p>
            <a:fld id="{4A8D24A4-5FEC-4062-8995-EB21925B3B40}" type="datetime1">
              <a:rPr lang="en-US" smtClean="0"/>
              <a:t>9/13/2024</a:t>
            </a:fld>
            <a:endParaRPr lang="en-US" sz="1000" dirty="0"/>
          </a:p>
        </p:txBody>
      </p:sp>
      <p:sp>
        <p:nvSpPr>
          <p:cNvPr id="5" name="Footer Placeholder 4">
            <a:extLst>
              <a:ext uri="{FF2B5EF4-FFF2-40B4-BE49-F238E27FC236}">
                <a16:creationId xmlns:a16="http://schemas.microsoft.com/office/drawing/2014/main" id="{3337FC5D-92B2-4B4D-8111-6EDEF280692A}"/>
              </a:ext>
            </a:extLst>
          </p:cNvPr>
          <p:cNvSpPr>
            <a:spLocks noGrp="1"/>
          </p:cNvSpPr>
          <p:nvPr>
            <p:ph type="ftr" sz="quarter" idx="3"/>
          </p:nvPr>
        </p:nvSpPr>
        <p:spPr>
          <a:xfrm>
            <a:off x="4038600" y="6488268"/>
            <a:ext cx="4114800" cy="233209"/>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sz="1000"/>
          </a:p>
        </p:txBody>
      </p:sp>
      <p:sp>
        <p:nvSpPr>
          <p:cNvPr id="6" name="Slide Number Placeholder 5">
            <a:extLst>
              <a:ext uri="{FF2B5EF4-FFF2-40B4-BE49-F238E27FC236}">
                <a16:creationId xmlns:a16="http://schemas.microsoft.com/office/drawing/2014/main" id="{723A104D-C777-4A6E-8A43-F94028E5E311}"/>
              </a:ext>
            </a:extLst>
          </p:cNvPr>
          <p:cNvSpPr>
            <a:spLocks noGrp="1"/>
          </p:cNvSpPr>
          <p:nvPr>
            <p:ph type="sldNum" sz="quarter" idx="4"/>
          </p:nvPr>
        </p:nvSpPr>
        <p:spPr>
          <a:xfrm>
            <a:off x="8693150" y="6488268"/>
            <a:ext cx="2743200" cy="233209"/>
          </a:xfrm>
          <a:prstGeom prst="rect">
            <a:avLst/>
          </a:prstGeom>
        </p:spPr>
        <p:txBody>
          <a:bodyPr vert="horz" lIns="91440" tIns="45720" rIns="91440" bIns="45720" rtlCol="0" anchor="ctr"/>
          <a:lstStyle>
            <a:lvl1pPr algn="r">
              <a:defRPr sz="1000">
                <a:solidFill>
                  <a:schemeClr val="tx1">
                    <a:tint val="75000"/>
                  </a:schemeClr>
                </a:solidFill>
              </a:defRPr>
            </a:lvl1pPr>
          </a:lstStyle>
          <a:p>
            <a:fld id="{35747434-7036-48DB-A148-6B3D8EE75CDA}" type="slidenum">
              <a:rPr lang="en-US" smtClean="0"/>
              <a:pPr/>
              <a:t>‹#›</a:t>
            </a:fld>
            <a:endParaRPr lang="en-US" sz="1000" dirty="0"/>
          </a:p>
        </p:txBody>
      </p:sp>
      <p:sp>
        <p:nvSpPr>
          <p:cNvPr id="2" name="Title Placeholder 1">
            <a:extLst>
              <a:ext uri="{FF2B5EF4-FFF2-40B4-BE49-F238E27FC236}">
                <a16:creationId xmlns:a16="http://schemas.microsoft.com/office/drawing/2014/main" id="{12D3A74F-6169-4D30-A245-B46D738BEA81}"/>
              </a:ext>
            </a:extLst>
          </p:cNvPr>
          <p:cNvSpPr>
            <a:spLocks noGrp="1"/>
          </p:cNvSpPr>
          <p:nvPr>
            <p:ph type="title"/>
          </p:nvPr>
        </p:nvSpPr>
        <p:spPr>
          <a:xfrm>
            <a:off x="777240" y="365125"/>
            <a:ext cx="1065911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3877E64-7A05-44DA-81FA-6EF4806BBF0E}"/>
              </a:ext>
            </a:extLst>
          </p:cNvPr>
          <p:cNvSpPr>
            <a:spLocks noGrp="1"/>
          </p:cNvSpPr>
          <p:nvPr>
            <p:ph type="body" idx="1"/>
          </p:nvPr>
        </p:nvSpPr>
        <p:spPr>
          <a:xfrm>
            <a:off x="777240" y="1825625"/>
            <a:ext cx="1065911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50620045"/>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hf sldNum="0" hdr="0" ftr="0" dt="0"/>
  <p:txStyles>
    <p:titleStyle>
      <a:lvl1pPr algn="l" defTabSz="914400" rtl="0" eaLnBrk="1" latinLnBrk="0" hangingPunct="1">
        <a:lnSpc>
          <a:spcPct val="90000"/>
        </a:lnSpc>
        <a:spcBef>
          <a:spcPct val="0"/>
        </a:spcBef>
        <a:buNone/>
        <a:defRPr sz="5400"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tx2">
            <a:lumMod val="75000"/>
            <a:lumOff val="25000"/>
          </a:schemeClr>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api.example.com/users"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33E0473-C315-42D8-A82A-A2FE49DC67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D23A251-68F2-43E5-812B-4BBAE1AF53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schemeClr val="bg1"/>
              </a:solidFill>
              <a:latin typeface="+mj-lt"/>
            </a:endParaRPr>
          </a:p>
        </p:txBody>
      </p:sp>
      <p:pic>
        <p:nvPicPr>
          <p:cNvPr id="4" name="Picture 3">
            <a:extLst>
              <a:ext uri="{FF2B5EF4-FFF2-40B4-BE49-F238E27FC236}">
                <a16:creationId xmlns:a16="http://schemas.microsoft.com/office/drawing/2014/main" id="{BC224D07-78DA-31C1-40A6-32665BDF548A}"/>
              </a:ext>
            </a:extLst>
          </p:cNvPr>
          <p:cNvPicPr>
            <a:picLocks noChangeAspect="1"/>
          </p:cNvPicPr>
          <p:nvPr/>
        </p:nvPicPr>
        <p:blipFill>
          <a:blip r:embed="rId2">
            <a:alphaModFix amt="40000"/>
          </a:blip>
          <a:srcRect t="17259" r="-1" b="-1"/>
          <a:stretch/>
        </p:blipFill>
        <p:spPr>
          <a:xfrm>
            <a:off x="1525" y="10"/>
            <a:ext cx="12188951" cy="6857990"/>
          </a:xfrm>
          <a:prstGeom prst="rect">
            <a:avLst/>
          </a:prstGeom>
        </p:spPr>
      </p:pic>
      <p:grpSp>
        <p:nvGrpSpPr>
          <p:cNvPr id="13" name="decorative circle">
            <a:extLst>
              <a:ext uri="{FF2B5EF4-FFF2-40B4-BE49-F238E27FC236}">
                <a16:creationId xmlns:a16="http://schemas.microsoft.com/office/drawing/2014/main" id="{0350AF23-2606-421F-AB7B-23D9B48F3E9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4102" y="236341"/>
            <a:ext cx="11340713" cy="5464029"/>
            <a:chOff x="314102" y="236341"/>
            <a:chExt cx="11340713" cy="5464029"/>
          </a:xfrm>
        </p:grpSpPr>
        <p:sp>
          <p:nvSpPr>
            <p:cNvPr id="14" name="Oval 13">
              <a:extLst>
                <a:ext uri="{FF2B5EF4-FFF2-40B4-BE49-F238E27FC236}">
                  <a16:creationId xmlns:a16="http://schemas.microsoft.com/office/drawing/2014/main" id="{526A544A-3C76-4502-A741-F4DB0E2CD2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60448" y="3803994"/>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017B8593-D171-47B5-8D1A-E34E7B1384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4102" y="3044381"/>
              <a:ext cx="226735" cy="226735"/>
            </a:xfrm>
            <a:prstGeom prst="ellipse">
              <a:avLst/>
            </a:prstGeom>
            <a:solidFill>
              <a:schemeClr val="tx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1FEF60D4-64F6-450F-B86D-383EEA1C84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88374" y="386135"/>
              <a:ext cx="466441" cy="466441"/>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A97D4A7C-B520-46CB-9A94-711F53997B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65714" y="236341"/>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2B7B976F-E84B-4936-90D7-C8298A5E7B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1535" y="2516671"/>
              <a:ext cx="466441" cy="46644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DC91FFEC-59DF-4D22-A925-F51520769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30142" y="4588038"/>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58931E95-0847-47E4-8AEC-312312A032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02046" y="5394590"/>
              <a:ext cx="305780" cy="30578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3C094915-EF93-49A0-9B90-C44FB9B500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08287" y="5160714"/>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7E507412-0316-2496-B960-CA51F38FDDD5}"/>
              </a:ext>
            </a:extLst>
          </p:cNvPr>
          <p:cNvSpPr>
            <a:spLocks noGrp="1"/>
          </p:cNvSpPr>
          <p:nvPr>
            <p:ph type="ctrTitle"/>
          </p:nvPr>
        </p:nvSpPr>
        <p:spPr>
          <a:xfrm>
            <a:off x="2562606" y="1122363"/>
            <a:ext cx="7063739" cy="2387600"/>
          </a:xfrm>
        </p:spPr>
        <p:txBody>
          <a:bodyPr>
            <a:normAutofit/>
          </a:bodyPr>
          <a:lstStyle/>
          <a:p>
            <a:r>
              <a:rPr lang="en-US">
                <a:solidFill>
                  <a:srgbClr val="FFFFFF"/>
                </a:solidFill>
              </a:rPr>
              <a:t>Web Server Introduction</a:t>
            </a:r>
            <a:endParaRPr lang="LID4096">
              <a:solidFill>
                <a:srgbClr val="FFFFFF"/>
              </a:solidFill>
            </a:endParaRPr>
          </a:p>
        </p:txBody>
      </p:sp>
      <p:sp>
        <p:nvSpPr>
          <p:cNvPr id="3" name="Subtitle 2">
            <a:extLst>
              <a:ext uri="{FF2B5EF4-FFF2-40B4-BE49-F238E27FC236}">
                <a16:creationId xmlns:a16="http://schemas.microsoft.com/office/drawing/2014/main" id="{79335FD7-71F0-D7FD-5D8E-1969D4613E25}"/>
              </a:ext>
            </a:extLst>
          </p:cNvPr>
          <p:cNvSpPr>
            <a:spLocks noGrp="1"/>
          </p:cNvSpPr>
          <p:nvPr>
            <p:ph type="subTitle" idx="1"/>
          </p:nvPr>
        </p:nvSpPr>
        <p:spPr>
          <a:xfrm>
            <a:off x="2562606" y="3602038"/>
            <a:ext cx="7063739" cy="1655762"/>
          </a:xfrm>
        </p:spPr>
        <p:txBody>
          <a:bodyPr>
            <a:normAutofit/>
          </a:bodyPr>
          <a:lstStyle/>
          <a:p>
            <a:r>
              <a:rPr lang="en-US">
                <a:solidFill>
                  <a:srgbClr val="FFFFFF"/>
                </a:solidFill>
              </a:rPr>
              <a:t>Server course – lesson 1</a:t>
            </a:r>
            <a:endParaRPr lang="LID4096">
              <a:solidFill>
                <a:srgbClr val="FFFFFF"/>
              </a:solidFill>
            </a:endParaRPr>
          </a:p>
        </p:txBody>
      </p:sp>
      <p:sp>
        <p:nvSpPr>
          <p:cNvPr id="5" name="TextBox 4">
            <a:extLst>
              <a:ext uri="{FF2B5EF4-FFF2-40B4-BE49-F238E27FC236}">
                <a16:creationId xmlns:a16="http://schemas.microsoft.com/office/drawing/2014/main" id="{B0E6036E-74E8-A241-6A40-4877BF971063}"/>
              </a:ext>
            </a:extLst>
          </p:cNvPr>
          <p:cNvSpPr txBox="1"/>
          <p:nvPr/>
        </p:nvSpPr>
        <p:spPr>
          <a:xfrm>
            <a:off x="9703007" y="6097412"/>
            <a:ext cx="1951808" cy="400110"/>
          </a:xfrm>
          <a:prstGeom prst="rect">
            <a:avLst/>
          </a:prstGeom>
          <a:noFill/>
        </p:spPr>
        <p:txBody>
          <a:bodyPr wrap="square" rtlCol="0">
            <a:spAutoFit/>
          </a:bodyPr>
          <a:lstStyle/>
          <a:p>
            <a:pPr defTabSz="438912">
              <a:spcAft>
                <a:spcPts val="600"/>
              </a:spcAft>
            </a:pPr>
            <a:r>
              <a:rPr lang="en-IL" sz="2000" b="0" i="0" dirty="0">
                <a:solidFill>
                  <a:schemeClr val="bg1"/>
                </a:solidFill>
                <a:effectLst/>
                <a:latin typeface="Lato" panose="020F0502020204030204" pitchFamily="34" charset="0"/>
              </a:rPr>
              <a:t>©</a:t>
            </a:r>
            <a:r>
              <a:rPr lang="en-US" sz="1600" b="0" i="0" dirty="0">
                <a:solidFill>
                  <a:schemeClr val="bg1"/>
                </a:solidFill>
                <a:effectLst/>
                <a:latin typeface="Lato" panose="020F0502020204030204" pitchFamily="34" charset="0"/>
              </a:rPr>
              <a:t> </a:t>
            </a:r>
            <a:r>
              <a:rPr lang="en-US" sz="1600" kern="1200" dirty="0">
                <a:solidFill>
                  <a:schemeClr val="bg1"/>
                </a:solidFill>
                <a:latin typeface="+mn-lt"/>
                <a:ea typeface="+mn-ea"/>
                <a:cs typeface="+mn-cs"/>
              </a:rPr>
              <a:t>Ayala Gottfried</a:t>
            </a:r>
            <a:endParaRPr lang="LID4096" sz="1600" dirty="0">
              <a:solidFill>
                <a:schemeClr val="bg1"/>
              </a:solidFill>
            </a:endParaRPr>
          </a:p>
        </p:txBody>
      </p:sp>
    </p:spTree>
    <p:extLst>
      <p:ext uri="{BB962C8B-B14F-4D97-AF65-F5344CB8AC3E}">
        <p14:creationId xmlns:p14="http://schemas.microsoft.com/office/powerpoint/2010/main" val="19604435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427DF8B-AF40-4916-BF81-7B4B1D6A06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6AE0E191-47BD-46BD-846E-E994713F2C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sp>
        <p:nvSpPr>
          <p:cNvPr id="2" name="Title 1">
            <a:extLst>
              <a:ext uri="{FF2B5EF4-FFF2-40B4-BE49-F238E27FC236}">
                <a16:creationId xmlns:a16="http://schemas.microsoft.com/office/drawing/2014/main" id="{0A63A2B7-2472-D51D-0AD1-BADB5374CA96}"/>
              </a:ext>
            </a:extLst>
          </p:cNvPr>
          <p:cNvSpPr>
            <a:spLocks noGrp="1"/>
          </p:cNvSpPr>
          <p:nvPr>
            <p:ph type="title"/>
          </p:nvPr>
        </p:nvSpPr>
        <p:spPr>
          <a:xfrm>
            <a:off x="777240" y="777240"/>
            <a:ext cx="4606280" cy="2493876"/>
          </a:xfrm>
        </p:spPr>
        <p:txBody>
          <a:bodyPr anchor="b">
            <a:normAutofit/>
          </a:bodyPr>
          <a:lstStyle/>
          <a:p>
            <a:r>
              <a:rPr lang="en-US" sz="4400" dirty="0"/>
              <a:t>Internet </a:t>
            </a:r>
            <a:endParaRPr lang="LID4096" sz="4400" dirty="0"/>
          </a:p>
        </p:txBody>
      </p:sp>
      <p:sp>
        <p:nvSpPr>
          <p:cNvPr id="3" name="Content Placeholder 2">
            <a:extLst>
              <a:ext uri="{FF2B5EF4-FFF2-40B4-BE49-F238E27FC236}">
                <a16:creationId xmlns:a16="http://schemas.microsoft.com/office/drawing/2014/main" id="{C3A28E39-66E4-9091-94DA-DD90E7B7B510}"/>
              </a:ext>
            </a:extLst>
          </p:cNvPr>
          <p:cNvSpPr>
            <a:spLocks noGrp="1"/>
          </p:cNvSpPr>
          <p:nvPr>
            <p:ph idx="1"/>
          </p:nvPr>
        </p:nvSpPr>
        <p:spPr>
          <a:xfrm>
            <a:off x="777240" y="3428999"/>
            <a:ext cx="4606280" cy="2747963"/>
          </a:xfrm>
        </p:spPr>
        <p:txBody>
          <a:bodyPr anchor="t">
            <a:normAutofit/>
          </a:bodyPr>
          <a:lstStyle/>
          <a:p>
            <a:pPr marL="0" lvl="0" indent="0">
              <a:buNone/>
            </a:pPr>
            <a:r>
              <a:rPr lang="en-US" b="1" dirty="0"/>
              <a:t>Interconnected Networks </a:t>
            </a:r>
            <a:r>
              <a:rPr lang="en-US" dirty="0"/>
              <a:t>- A global network of computers that communicate with each other using standardized protocols.</a:t>
            </a:r>
          </a:p>
          <a:p>
            <a:pPr marL="0" indent="0">
              <a:buNone/>
            </a:pPr>
            <a:r>
              <a:rPr lang="en-US" b="1" dirty="0"/>
              <a:t>World Wide Web (WWW) - </a:t>
            </a:r>
            <a:r>
              <a:rPr lang="en-US" dirty="0"/>
              <a:t>A system of information accessed via the internet.</a:t>
            </a:r>
          </a:p>
        </p:txBody>
      </p:sp>
      <p:sp>
        <p:nvSpPr>
          <p:cNvPr id="14" name="Oval 1">
            <a:extLst>
              <a:ext uri="{FF2B5EF4-FFF2-40B4-BE49-F238E27FC236}">
                <a16:creationId xmlns:a16="http://schemas.microsoft.com/office/drawing/2014/main" id="{D60DC0FE-B192-4898-9A42-DD3CA10611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75068" y="1214970"/>
            <a:ext cx="5716933" cy="5643030"/>
          </a:xfrm>
          <a:custGeom>
            <a:avLst/>
            <a:gdLst>
              <a:gd name="connsiteX0" fmla="*/ 3371933 w 5716933"/>
              <a:gd name="connsiteY0" fmla="*/ 0 h 5643030"/>
              <a:gd name="connsiteX1" fmla="*/ 5516795 w 5716933"/>
              <a:gd name="connsiteY1" fmla="*/ 769986 h 5643030"/>
              <a:gd name="connsiteX2" fmla="*/ 5716933 w 5716933"/>
              <a:gd name="connsiteY2" fmla="*/ 951883 h 5643030"/>
              <a:gd name="connsiteX3" fmla="*/ 5716933 w 5716933"/>
              <a:gd name="connsiteY3" fmla="*/ 5643030 h 5643030"/>
              <a:gd name="connsiteX4" fmla="*/ 884716 w 5716933"/>
              <a:gd name="connsiteY4" fmla="*/ 5643030 h 5643030"/>
              <a:gd name="connsiteX5" fmla="*/ 769986 w 5716933"/>
              <a:gd name="connsiteY5" fmla="*/ 5516796 h 5643030"/>
              <a:gd name="connsiteX6" fmla="*/ 0 w 5716933"/>
              <a:gd name="connsiteY6" fmla="*/ 3371933 h 5643030"/>
              <a:gd name="connsiteX7" fmla="*/ 3371933 w 5716933"/>
              <a:gd name="connsiteY7" fmla="*/ 0 h 5643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6933" h="5643030">
                <a:moveTo>
                  <a:pt x="3371933" y="0"/>
                </a:moveTo>
                <a:cubicBezTo>
                  <a:pt x="4186675" y="0"/>
                  <a:pt x="4933927" y="288960"/>
                  <a:pt x="5516795" y="769986"/>
                </a:cubicBezTo>
                <a:lnTo>
                  <a:pt x="5716933" y="951883"/>
                </a:lnTo>
                <a:lnTo>
                  <a:pt x="5716933" y="5643030"/>
                </a:lnTo>
                <a:lnTo>
                  <a:pt x="884716" y="5643030"/>
                </a:lnTo>
                <a:lnTo>
                  <a:pt x="769986" y="5516796"/>
                </a:lnTo>
                <a:cubicBezTo>
                  <a:pt x="288960" y="4933927"/>
                  <a:pt x="0" y="4186675"/>
                  <a:pt x="0" y="3371933"/>
                </a:cubicBezTo>
                <a:cubicBezTo>
                  <a:pt x="0" y="1509666"/>
                  <a:pt x="1509666" y="0"/>
                  <a:pt x="337193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grpSp>
        <p:nvGrpSpPr>
          <p:cNvPr id="16" name="decorative circles">
            <a:extLst>
              <a:ext uri="{FF2B5EF4-FFF2-40B4-BE49-F238E27FC236}">
                <a16:creationId xmlns:a16="http://schemas.microsoft.com/office/drawing/2014/main" id="{47154ABD-A760-4C29-A394-422706C2C03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08627" y="289695"/>
            <a:ext cx="5228154" cy="5966848"/>
            <a:chOff x="6008627" y="289695"/>
            <a:chExt cx="5228154" cy="5966848"/>
          </a:xfrm>
        </p:grpSpPr>
        <p:sp>
          <p:nvSpPr>
            <p:cNvPr id="17" name="Oval 16">
              <a:extLst>
                <a:ext uri="{FF2B5EF4-FFF2-40B4-BE49-F238E27FC236}">
                  <a16:creationId xmlns:a16="http://schemas.microsoft.com/office/drawing/2014/main" id="{87E907A3-04C3-40DF-AF5B-74DFD98587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543605" y="289695"/>
              <a:ext cx="226735" cy="226735"/>
            </a:xfrm>
            <a:prstGeom prst="ellipse">
              <a:avLst/>
            </a:prstGeom>
            <a:solidFill>
              <a:srgbClr val="9744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6C341F19-78FA-4078-B1AD-5E1646DD0D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03560" y="387281"/>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D6E0C6E1-CEDB-4511-B675-C5C48112E4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08627" y="5790102"/>
              <a:ext cx="466441" cy="466441"/>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C863F213-E875-41B8-A148-A90BCD837B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70340" y="674287"/>
              <a:ext cx="466441" cy="46644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26FF8E98-A1E7-49FB-95C2-4518E16B54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08627" y="5407667"/>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Connections">
            <a:extLst>
              <a:ext uri="{FF2B5EF4-FFF2-40B4-BE49-F238E27FC236}">
                <a16:creationId xmlns:a16="http://schemas.microsoft.com/office/drawing/2014/main" id="{BF0DB94D-88BA-1462-5590-8F281C4FE93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99594" y="2480831"/>
            <a:ext cx="3536756" cy="3536756"/>
          </a:xfrm>
          <a:prstGeom prst="rect">
            <a:avLst/>
          </a:prstGeom>
        </p:spPr>
      </p:pic>
    </p:spTree>
    <p:extLst>
      <p:ext uri="{BB962C8B-B14F-4D97-AF65-F5344CB8AC3E}">
        <p14:creationId xmlns:p14="http://schemas.microsoft.com/office/powerpoint/2010/main" val="31881429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E2410-27EE-3E60-B885-17D2E662DFF2}"/>
              </a:ext>
            </a:extLst>
          </p:cNvPr>
          <p:cNvSpPr>
            <a:spLocks noGrp="1"/>
          </p:cNvSpPr>
          <p:nvPr>
            <p:ph type="title"/>
          </p:nvPr>
        </p:nvSpPr>
        <p:spPr/>
        <p:txBody>
          <a:bodyPr/>
          <a:lstStyle/>
          <a:p>
            <a:r>
              <a:rPr lang="en-US" dirty="0"/>
              <a:t>Client – Server Architecture</a:t>
            </a:r>
            <a:endParaRPr lang="LID4096" dirty="0"/>
          </a:p>
        </p:txBody>
      </p:sp>
      <p:pic>
        <p:nvPicPr>
          <p:cNvPr id="2050" name="Picture 2" descr="Client Server Network: What Is It? - EaseUS">
            <a:extLst>
              <a:ext uri="{FF2B5EF4-FFF2-40B4-BE49-F238E27FC236}">
                <a16:creationId xmlns:a16="http://schemas.microsoft.com/office/drawing/2014/main" id="{3775E4CB-B195-226C-05FC-5D7C948E9FD7}"/>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910" t="7072" r="1489" b="13583"/>
          <a:stretch/>
        </p:blipFill>
        <p:spPr bwMode="auto">
          <a:xfrm>
            <a:off x="892629" y="1690688"/>
            <a:ext cx="8665029" cy="40059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7847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4F81D-25D1-F2F6-F0B6-41312FC00668}"/>
              </a:ext>
            </a:extLst>
          </p:cNvPr>
          <p:cNvSpPr>
            <a:spLocks noGrp="1"/>
          </p:cNvSpPr>
          <p:nvPr>
            <p:ph type="title"/>
          </p:nvPr>
        </p:nvSpPr>
        <p:spPr/>
        <p:txBody>
          <a:bodyPr/>
          <a:lstStyle/>
          <a:p>
            <a:r>
              <a:rPr lang="en-US"/>
              <a:t>Client – Server Architecture</a:t>
            </a:r>
            <a:endParaRPr lang="LID4096" dirty="0"/>
          </a:p>
        </p:txBody>
      </p:sp>
      <p:graphicFrame>
        <p:nvGraphicFramePr>
          <p:cNvPr id="5" name="Content Placeholder 2">
            <a:extLst>
              <a:ext uri="{FF2B5EF4-FFF2-40B4-BE49-F238E27FC236}">
                <a16:creationId xmlns:a16="http://schemas.microsoft.com/office/drawing/2014/main" id="{31367838-16E0-CD4B-A4A1-ED312FCB144F}"/>
              </a:ext>
            </a:extLst>
          </p:cNvPr>
          <p:cNvGraphicFramePr>
            <a:graphicFrameLocks noGrp="1"/>
          </p:cNvGraphicFramePr>
          <p:nvPr>
            <p:ph idx="1"/>
            <p:extLst>
              <p:ext uri="{D42A27DB-BD31-4B8C-83A1-F6EECF244321}">
                <p14:modId xmlns:p14="http://schemas.microsoft.com/office/powerpoint/2010/main" val="1606982553"/>
              </p:ext>
            </p:extLst>
          </p:nvPr>
        </p:nvGraphicFramePr>
        <p:xfrm>
          <a:off x="777240" y="1825625"/>
          <a:ext cx="1065911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40206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3A2B7-2472-D51D-0AD1-BADB5374CA96}"/>
              </a:ext>
            </a:extLst>
          </p:cNvPr>
          <p:cNvSpPr>
            <a:spLocks noGrp="1"/>
          </p:cNvSpPr>
          <p:nvPr>
            <p:ph type="title"/>
          </p:nvPr>
        </p:nvSpPr>
        <p:spPr/>
        <p:txBody>
          <a:bodyPr>
            <a:normAutofit/>
          </a:bodyPr>
          <a:lstStyle/>
          <a:p>
            <a:r>
              <a:rPr lang="en-US" sz="5400" dirty="0"/>
              <a:t>HTTP </a:t>
            </a:r>
            <a:r>
              <a:rPr lang="en-US" sz="3600" dirty="0"/>
              <a:t>HyperText Transfer Protocol</a:t>
            </a:r>
            <a:endParaRPr lang="LID4096" dirty="0"/>
          </a:p>
        </p:txBody>
      </p:sp>
      <p:sp>
        <p:nvSpPr>
          <p:cNvPr id="3" name="Content Placeholder 2">
            <a:extLst>
              <a:ext uri="{FF2B5EF4-FFF2-40B4-BE49-F238E27FC236}">
                <a16:creationId xmlns:a16="http://schemas.microsoft.com/office/drawing/2014/main" id="{C3A28E39-66E4-9091-94DA-DD90E7B7B510}"/>
              </a:ext>
            </a:extLst>
          </p:cNvPr>
          <p:cNvSpPr>
            <a:spLocks noGrp="1"/>
          </p:cNvSpPr>
          <p:nvPr>
            <p:ph idx="1"/>
          </p:nvPr>
        </p:nvSpPr>
        <p:spPr>
          <a:xfrm>
            <a:off x="777240" y="1690688"/>
            <a:ext cx="10659110" cy="4351338"/>
          </a:xfrm>
        </p:spPr>
        <p:txBody>
          <a:bodyPr/>
          <a:lstStyle/>
          <a:p>
            <a:pPr marL="0" indent="0">
              <a:buNone/>
            </a:pPr>
            <a:r>
              <a:rPr lang="en-US" sz="2000" dirty="0"/>
              <a:t>A </a:t>
            </a:r>
            <a:r>
              <a:rPr lang="en-US" sz="2000" b="1" dirty="0"/>
              <a:t>protocol</a:t>
            </a:r>
            <a:r>
              <a:rPr lang="en-US" sz="2000" dirty="0"/>
              <a:t> is a set of rules and standards that define how data is transmitted and received between devices in a network.</a:t>
            </a:r>
          </a:p>
          <a:p>
            <a:pPr marL="0" indent="0">
              <a:buNone/>
            </a:pPr>
            <a:r>
              <a:rPr lang="en-US" sz="2000" dirty="0"/>
              <a:t>HTTP is stateless - Each request and response pair is independent; the server doesn’t retain information between requests.</a:t>
            </a:r>
          </a:p>
          <a:p>
            <a:pPr marL="0" indent="0">
              <a:buNone/>
            </a:pPr>
            <a:r>
              <a:rPr lang="en-US" b="1" dirty="0"/>
              <a:t>HTTPS</a:t>
            </a:r>
            <a:r>
              <a:rPr lang="en-US" dirty="0"/>
              <a:t> is HTTP with a secure layer.</a:t>
            </a:r>
            <a:endParaRPr lang="LID4096" dirty="0"/>
          </a:p>
        </p:txBody>
      </p:sp>
    </p:spTree>
    <p:extLst>
      <p:ext uri="{BB962C8B-B14F-4D97-AF65-F5344CB8AC3E}">
        <p14:creationId xmlns:p14="http://schemas.microsoft.com/office/powerpoint/2010/main" val="23705395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64" name="Rectangle 63">
            <a:extLst>
              <a:ext uri="{FF2B5EF4-FFF2-40B4-BE49-F238E27FC236}">
                <a16:creationId xmlns:a16="http://schemas.microsoft.com/office/drawing/2014/main" id="{53B739BF-52FC-4875-B392-4044CC04F0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Rectangle 65">
            <a:extLst>
              <a:ext uri="{FF2B5EF4-FFF2-40B4-BE49-F238E27FC236}">
                <a16:creationId xmlns:a16="http://schemas.microsoft.com/office/drawing/2014/main" id="{3AA1CAD8-1CD4-40E6-B88B-9D4FF5C3D0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grpSp>
        <p:nvGrpSpPr>
          <p:cNvPr id="68" name="decorative circles">
            <a:extLst>
              <a:ext uri="{FF2B5EF4-FFF2-40B4-BE49-F238E27FC236}">
                <a16:creationId xmlns:a16="http://schemas.microsoft.com/office/drawing/2014/main" id="{0D65577D-83CF-47FA-954E-60C70AFDBB2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2361" y="253193"/>
            <a:ext cx="11801644" cy="6229550"/>
            <a:chOff x="162361" y="253193"/>
            <a:chExt cx="11801644" cy="6229550"/>
          </a:xfrm>
        </p:grpSpPr>
        <p:sp>
          <p:nvSpPr>
            <p:cNvPr id="69" name="Oval 68">
              <a:extLst>
                <a:ext uri="{FF2B5EF4-FFF2-40B4-BE49-F238E27FC236}">
                  <a16:creationId xmlns:a16="http://schemas.microsoft.com/office/drawing/2014/main" id="{54D2C49A-33C3-4048-8267-6907CA6227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0439" y="253193"/>
              <a:ext cx="150552" cy="150552"/>
            </a:xfrm>
            <a:prstGeom prst="ellipse">
              <a:avLst/>
            </a:prstGeom>
            <a:solidFill>
              <a:srgbClr val="9744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F65CBEB7-29CF-4F21-ABB7-012581304C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53890" y="554418"/>
              <a:ext cx="466441" cy="466441"/>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9C900504-84D3-4813-B737-775C16F8F9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41343" y="299808"/>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C54A3D21-5E60-4B25-890E-FA22F16436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361" y="366560"/>
              <a:ext cx="309716" cy="309716"/>
            </a:xfrm>
            <a:prstGeom prst="ellipse">
              <a:avLst/>
            </a:prstGeom>
            <a:solidFill>
              <a:schemeClr val="tx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7F04BF80-E9DB-4641-8EA2-51698324F1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850638" y="5886224"/>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234395B9-3F83-49A4-9275-0A315D88F5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35072" y="6176963"/>
              <a:ext cx="305780" cy="30578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0E7ABD02-CD92-4D6C-B4BA-984D6688F5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9653" y="5965616"/>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16B08534-F8F8-47D0-271E-A1D3A9BCE22A}"/>
              </a:ext>
            </a:extLst>
          </p:cNvPr>
          <p:cNvSpPr>
            <a:spLocks noGrp="1"/>
          </p:cNvSpPr>
          <p:nvPr>
            <p:ph type="title"/>
          </p:nvPr>
        </p:nvSpPr>
        <p:spPr>
          <a:xfrm>
            <a:off x="770878" y="952023"/>
            <a:ext cx="10773422" cy="961837"/>
          </a:xfrm>
        </p:spPr>
        <p:txBody>
          <a:bodyPr anchor="t">
            <a:normAutofit/>
          </a:bodyPr>
          <a:lstStyle/>
          <a:p>
            <a:r>
              <a:rPr lang="en-US" sz="4400"/>
              <a:t>HTTP Request</a:t>
            </a:r>
            <a:endParaRPr lang="LID4096" sz="4400"/>
          </a:p>
        </p:txBody>
      </p:sp>
      <p:graphicFrame>
        <p:nvGraphicFramePr>
          <p:cNvPr id="31" name="Content Placeholder 2">
            <a:extLst>
              <a:ext uri="{FF2B5EF4-FFF2-40B4-BE49-F238E27FC236}">
                <a16:creationId xmlns:a16="http://schemas.microsoft.com/office/drawing/2014/main" id="{AC45FF47-717D-0390-6CE5-A4B48AD8BCC8}"/>
              </a:ext>
            </a:extLst>
          </p:cNvPr>
          <p:cNvGraphicFramePr>
            <a:graphicFrameLocks noGrp="1"/>
          </p:cNvGraphicFramePr>
          <p:nvPr>
            <p:ph idx="1"/>
            <p:extLst>
              <p:ext uri="{D42A27DB-BD31-4B8C-83A1-F6EECF244321}">
                <p14:modId xmlns:p14="http://schemas.microsoft.com/office/powerpoint/2010/main" val="3467898642"/>
              </p:ext>
            </p:extLst>
          </p:nvPr>
        </p:nvGraphicFramePr>
        <p:xfrm>
          <a:off x="777875" y="2148369"/>
          <a:ext cx="10658475" cy="32908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645307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739BF-52FC-4875-B392-4044CC04F0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3AA1CAD8-1CD4-40E6-B88B-9D4FF5C3D0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grpSp>
        <p:nvGrpSpPr>
          <p:cNvPr id="13" name="decorative circles">
            <a:extLst>
              <a:ext uri="{FF2B5EF4-FFF2-40B4-BE49-F238E27FC236}">
                <a16:creationId xmlns:a16="http://schemas.microsoft.com/office/drawing/2014/main" id="{0D65577D-83CF-47FA-954E-60C70AFDBB2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2361" y="253193"/>
            <a:ext cx="11801644" cy="6229550"/>
            <a:chOff x="162361" y="253193"/>
            <a:chExt cx="11801644" cy="6229550"/>
          </a:xfrm>
        </p:grpSpPr>
        <p:sp>
          <p:nvSpPr>
            <p:cNvPr id="14" name="Oval 13">
              <a:extLst>
                <a:ext uri="{FF2B5EF4-FFF2-40B4-BE49-F238E27FC236}">
                  <a16:creationId xmlns:a16="http://schemas.microsoft.com/office/drawing/2014/main" id="{54D2C49A-33C3-4048-8267-6907CA6227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0439" y="253193"/>
              <a:ext cx="150552" cy="150552"/>
            </a:xfrm>
            <a:prstGeom prst="ellipse">
              <a:avLst/>
            </a:prstGeom>
            <a:solidFill>
              <a:srgbClr val="9744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F65CBEB7-29CF-4F21-ABB7-012581304C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53890" y="554418"/>
              <a:ext cx="466441" cy="466441"/>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C900504-84D3-4813-B737-775C16F8F9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41343" y="299808"/>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C54A3D21-5E60-4B25-890E-FA22F16436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361" y="366560"/>
              <a:ext cx="309716" cy="309716"/>
            </a:xfrm>
            <a:prstGeom prst="ellipse">
              <a:avLst/>
            </a:prstGeom>
            <a:solidFill>
              <a:schemeClr val="tx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7F04BF80-E9DB-4641-8EA2-51698324F1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850638" y="5886224"/>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234395B9-3F83-49A4-9275-0A315D88F5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35072" y="6176963"/>
              <a:ext cx="305780" cy="30578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0E7ABD02-CD92-4D6C-B4BA-984D6688F5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9653" y="5965616"/>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41066C4A-41E0-73B4-E7A3-F2279F85A9C4}"/>
              </a:ext>
            </a:extLst>
          </p:cNvPr>
          <p:cNvSpPr>
            <a:spLocks noGrp="1"/>
          </p:cNvSpPr>
          <p:nvPr>
            <p:ph type="title"/>
          </p:nvPr>
        </p:nvSpPr>
        <p:spPr>
          <a:xfrm>
            <a:off x="770878" y="952023"/>
            <a:ext cx="10773422" cy="1797530"/>
          </a:xfrm>
        </p:spPr>
        <p:txBody>
          <a:bodyPr anchor="t">
            <a:normAutofit/>
          </a:bodyPr>
          <a:lstStyle/>
          <a:p>
            <a:r>
              <a:rPr lang="en-US" sz="4400"/>
              <a:t>HTTP Method</a:t>
            </a:r>
            <a:endParaRPr lang="LID4096" sz="4400"/>
          </a:p>
        </p:txBody>
      </p:sp>
      <p:graphicFrame>
        <p:nvGraphicFramePr>
          <p:cNvPr id="32" name="Content Placeholder 2">
            <a:extLst>
              <a:ext uri="{FF2B5EF4-FFF2-40B4-BE49-F238E27FC236}">
                <a16:creationId xmlns:a16="http://schemas.microsoft.com/office/drawing/2014/main" id="{AC4AFA7D-3DBB-E6D5-446A-E98FB2AFE7B4}"/>
              </a:ext>
            </a:extLst>
          </p:cNvPr>
          <p:cNvGraphicFramePr>
            <a:graphicFrameLocks noGrp="1"/>
          </p:cNvGraphicFramePr>
          <p:nvPr>
            <p:ph idx="1"/>
            <p:extLst>
              <p:ext uri="{D42A27DB-BD31-4B8C-83A1-F6EECF244321}">
                <p14:modId xmlns:p14="http://schemas.microsoft.com/office/powerpoint/2010/main" val="142180727"/>
              </p:ext>
            </p:extLst>
          </p:nvPr>
        </p:nvGraphicFramePr>
        <p:xfrm>
          <a:off x="777875" y="2886075"/>
          <a:ext cx="10658475" cy="32908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915842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3A2B7-2472-D51D-0AD1-BADB5374CA96}"/>
              </a:ext>
            </a:extLst>
          </p:cNvPr>
          <p:cNvSpPr>
            <a:spLocks noGrp="1"/>
          </p:cNvSpPr>
          <p:nvPr>
            <p:ph type="title"/>
          </p:nvPr>
        </p:nvSpPr>
        <p:spPr/>
        <p:txBody>
          <a:bodyPr>
            <a:normAutofit/>
          </a:bodyPr>
          <a:lstStyle/>
          <a:p>
            <a:r>
              <a:rPr lang="en-US" sz="5400" dirty="0"/>
              <a:t>URL</a:t>
            </a:r>
            <a:endParaRPr lang="LID4096" dirty="0"/>
          </a:p>
        </p:txBody>
      </p:sp>
      <p:sp>
        <p:nvSpPr>
          <p:cNvPr id="3" name="Content Placeholder 2">
            <a:extLst>
              <a:ext uri="{FF2B5EF4-FFF2-40B4-BE49-F238E27FC236}">
                <a16:creationId xmlns:a16="http://schemas.microsoft.com/office/drawing/2014/main" id="{C3A28E39-66E4-9091-94DA-DD90E7B7B510}"/>
              </a:ext>
            </a:extLst>
          </p:cNvPr>
          <p:cNvSpPr>
            <a:spLocks noGrp="1"/>
          </p:cNvSpPr>
          <p:nvPr>
            <p:ph idx="1"/>
          </p:nvPr>
        </p:nvSpPr>
        <p:spPr>
          <a:xfrm>
            <a:off x="777240" y="1690688"/>
            <a:ext cx="10659110" cy="4351338"/>
          </a:xfrm>
        </p:spPr>
        <p:txBody>
          <a:bodyPr>
            <a:normAutofit/>
          </a:bodyPr>
          <a:lstStyle/>
          <a:p>
            <a:pPr marL="0" indent="0">
              <a:buNone/>
            </a:pPr>
            <a:r>
              <a:rPr lang="en-US" sz="2200" dirty="0"/>
              <a:t>A </a:t>
            </a:r>
            <a:r>
              <a:rPr lang="en-US" sz="2200" b="1" dirty="0"/>
              <a:t>Uniform Resource Locator (URL)</a:t>
            </a:r>
            <a:r>
              <a:rPr lang="en-US" sz="2200" dirty="0"/>
              <a:t> is the address used to access resources on the internet.</a:t>
            </a:r>
          </a:p>
          <a:p>
            <a:pPr marL="0" indent="0">
              <a:lnSpc>
                <a:spcPct val="200000"/>
              </a:lnSpc>
              <a:buNone/>
            </a:pPr>
            <a:r>
              <a:rPr lang="en-US" dirty="0"/>
              <a:t>URL parts:</a:t>
            </a:r>
          </a:p>
          <a:p>
            <a:pPr marL="446088">
              <a:lnSpc>
                <a:spcPct val="100000"/>
              </a:lnSpc>
            </a:pPr>
            <a:r>
              <a:rPr lang="en-US" dirty="0"/>
              <a:t>Schema – the protocol to use (usually http / https)</a:t>
            </a:r>
          </a:p>
          <a:p>
            <a:pPr marL="446088">
              <a:lnSpc>
                <a:spcPct val="100000"/>
              </a:lnSpc>
            </a:pPr>
            <a:r>
              <a:rPr lang="en-US" dirty="0"/>
              <a:t>Host – the domain name / IP address of the server</a:t>
            </a:r>
          </a:p>
          <a:p>
            <a:pPr marL="446088">
              <a:lnSpc>
                <a:spcPct val="100000"/>
              </a:lnSpc>
            </a:pPr>
            <a:r>
              <a:rPr lang="en-US" dirty="0"/>
              <a:t>Port – the port number used for the connection</a:t>
            </a:r>
          </a:p>
          <a:p>
            <a:pPr marL="446088">
              <a:lnSpc>
                <a:spcPct val="100000"/>
              </a:lnSpc>
            </a:pPr>
            <a:r>
              <a:rPr lang="en-US" dirty="0"/>
              <a:t>Path – the specific location of the resource in the server</a:t>
            </a:r>
          </a:p>
          <a:p>
            <a:pPr marL="446088">
              <a:lnSpc>
                <a:spcPct val="100000"/>
              </a:lnSpc>
            </a:pPr>
            <a:r>
              <a:rPr lang="en-US" dirty="0"/>
              <a:t>Query string – additional parameters of the resource</a:t>
            </a:r>
            <a:endParaRPr lang="LID4096" dirty="0"/>
          </a:p>
          <a:p>
            <a:pPr marL="0" indent="0">
              <a:buNone/>
            </a:pPr>
            <a:endParaRPr lang="LID4096" dirty="0"/>
          </a:p>
        </p:txBody>
      </p:sp>
    </p:spTree>
    <p:extLst>
      <p:ext uri="{BB962C8B-B14F-4D97-AF65-F5344CB8AC3E}">
        <p14:creationId xmlns:p14="http://schemas.microsoft.com/office/powerpoint/2010/main" val="36494478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DD23B-AED3-1106-F208-2CCD3ABE6043}"/>
              </a:ext>
            </a:extLst>
          </p:cNvPr>
          <p:cNvSpPr>
            <a:spLocks noGrp="1"/>
          </p:cNvSpPr>
          <p:nvPr>
            <p:ph type="title"/>
          </p:nvPr>
        </p:nvSpPr>
        <p:spPr/>
        <p:txBody>
          <a:bodyPr/>
          <a:lstStyle/>
          <a:p>
            <a:r>
              <a:rPr lang="en-US" dirty="0"/>
              <a:t>Data Sources</a:t>
            </a:r>
            <a:endParaRPr lang="LID4096" dirty="0"/>
          </a:p>
        </p:txBody>
      </p:sp>
      <p:sp>
        <p:nvSpPr>
          <p:cNvPr id="3" name="Content Placeholder 2">
            <a:extLst>
              <a:ext uri="{FF2B5EF4-FFF2-40B4-BE49-F238E27FC236}">
                <a16:creationId xmlns:a16="http://schemas.microsoft.com/office/drawing/2014/main" id="{2FF75AF7-AEA1-496D-64A1-745309A19567}"/>
              </a:ext>
            </a:extLst>
          </p:cNvPr>
          <p:cNvSpPr>
            <a:spLocks noGrp="1"/>
          </p:cNvSpPr>
          <p:nvPr>
            <p:ph idx="1"/>
          </p:nvPr>
        </p:nvSpPr>
        <p:spPr>
          <a:xfrm>
            <a:off x="777240" y="1825625"/>
            <a:ext cx="10659110" cy="2884598"/>
          </a:xfrm>
        </p:spPr>
        <p:txBody>
          <a:bodyPr>
            <a:normAutofit/>
          </a:bodyPr>
          <a:lstStyle/>
          <a:p>
            <a:pPr marL="0" indent="0">
              <a:lnSpc>
                <a:spcPct val="150000"/>
              </a:lnSpc>
              <a:buNone/>
            </a:pPr>
            <a:r>
              <a:rPr lang="en-US" dirty="0"/>
              <a:t>Route		 </a:t>
            </a:r>
            <a:r>
              <a:rPr lang="en-US" kern="1200" dirty="0">
                <a:solidFill>
                  <a:prstClr val="black">
                    <a:lumMod val="50000"/>
                    <a:lumOff val="50000"/>
                  </a:prstClr>
                </a:solidFill>
                <a:latin typeface="Consolas" panose="020B0609020204030204" pitchFamily="49" charset="0"/>
                <a:ea typeface="+mn-ea"/>
                <a:cs typeface="+mn-cs"/>
              </a:rPr>
              <a:t>/path/to/resource</a:t>
            </a:r>
          </a:p>
          <a:p>
            <a:pPr marL="0" indent="0">
              <a:lnSpc>
                <a:spcPct val="150000"/>
              </a:lnSpc>
              <a:buNone/>
            </a:pPr>
            <a:r>
              <a:rPr lang="en-US" dirty="0"/>
              <a:t>Query 		</a:t>
            </a:r>
            <a:r>
              <a:rPr lang="en-US" kern="1200" dirty="0">
                <a:solidFill>
                  <a:prstClr val="black">
                    <a:lumMod val="50000"/>
                    <a:lumOff val="50000"/>
                  </a:prstClr>
                </a:solidFill>
                <a:latin typeface="Consolas" panose="020B0609020204030204" pitchFamily="49" charset="0"/>
                <a:ea typeface="+mn-ea"/>
                <a:cs typeface="+mn-cs"/>
              </a:rPr>
              <a:t>?key=val&amp;key2=val2</a:t>
            </a:r>
          </a:p>
          <a:p>
            <a:pPr marL="0" indent="0">
              <a:lnSpc>
                <a:spcPct val="150000"/>
              </a:lnSpc>
              <a:buNone/>
            </a:pPr>
            <a:r>
              <a:rPr lang="en-US" dirty="0"/>
              <a:t>Body		</a:t>
            </a:r>
            <a:r>
              <a:rPr lang="en-US" kern="1200" dirty="0">
                <a:solidFill>
                  <a:prstClr val="black">
                    <a:lumMod val="50000"/>
                    <a:lumOff val="50000"/>
                  </a:prstClr>
                </a:solidFill>
                <a:latin typeface="Consolas" panose="020B0609020204030204" pitchFamily="49" charset="0"/>
                <a:ea typeface="+mn-ea"/>
                <a:cs typeface="+mn-cs"/>
              </a:rPr>
              <a:t>{ name: “Moshe”, id: 12345 }</a:t>
            </a:r>
          </a:p>
          <a:p>
            <a:pPr marL="0" indent="0">
              <a:lnSpc>
                <a:spcPct val="150000"/>
              </a:lnSpc>
              <a:buNone/>
            </a:pPr>
            <a:r>
              <a:rPr lang="en-US" dirty="0"/>
              <a:t>Headers		</a:t>
            </a:r>
            <a:r>
              <a:rPr lang="en-US" kern="1200" dirty="0">
                <a:solidFill>
                  <a:prstClr val="black">
                    <a:lumMod val="50000"/>
                    <a:lumOff val="50000"/>
                  </a:prstClr>
                </a:solidFill>
                <a:latin typeface="Consolas" panose="020B0609020204030204" pitchFamily="49" charset="0"/>
                <a:ea typeface="+mn-ea"/>
                <a:cs typeface="+mn-cs"/>
              </a:rPr>
              <a:t>Authorization: Bearer LO8YI7YR3LKSDFHI3UY2RT7YR8FGUSYD</a:t>
            </a:r>
          </a:p>
        </p:txBody>
      </p:sp>
    </p:spTree>
    <p:extLst>
      <p:ext uri="{BB962C8B-B14F-4D97-AF65-F5344CB8AC3E}">
        <p14:creationId xmlns:p14="http://schemas.microsoft.com/office/powerpoint/2010/main" val="25145468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08534-F8F8-47D0-271E-A1D3A9BCE22A}"/>
              </a:ext>
            </a:extLst>
          </p:cNvPr>
          <p:cNvSpPr>
            <a:spLocks noGrp="1"/>
          </p:cNvSpPr>
          <p:nvPr>
            <p:ph type="title"/>
          </p:nvPr>
        </p:nvSpPr>
        <p:spPr>
          <a:xfrm>
            <a:off x="770878" y="952023"/>
            <a:ext cx="10773422" cy="1057530"/>
          </a:xfrm>
        </p:spPr>
        <p:txBody>
          <a:bodyPr anchor="t">
            <a:normAutofit/>
          </a:bodyPr>
          <a:lstStyle/>
          <a:p>
            <a:r>
              <a:rPr lang="en-US" sz="4400" dirty="0"/>
              <a:t>HTTP Response</a:t>
            </a:r>
            <a:endParaRPr lang="LID4096" sz="4400" dirty="0"/>
          </a:p>
        </p:txBody>
      </p:sp>
      <p:graphicFrame>
        <p:nvGraphicFramePr>
          <p:cNvPr id="31" name="Content Placeholder 2">
            <a:extLst>
              <a:ext uri="{FF2B5EF4-FFF2-40B4-BE49-F238E27FC236}">
                <a16:creationId xmlns:a16="http://schemas.microsoft.com/office/drawing/2014/main" id="{AC45FF47-717D-0390-6CE5-A4B48AD8BCC8}"/>
              </a:ext>
            </a:extLst>
          </p:cNvPr>
          <p:cNvGraphicFramePr>
            <a:graphicFrameLocks noGrp="1"/>
          </p:cNvGraphicFramePr>
          <p:nvPr>
            <p:ph idx="1"/>
            <p:extLst>
              <p:ext uri="{D42A27DB-BD31-4B8C-83A1-F6EECF244321}">
                <p14:modId xmlns:p14="http://schemas.microsoft.com/office/powerpoint/2010/main" val="1212110611"/>
              </p:ext>
            </p:extLst>
          </p:nvPr>
        </p:nvGraphicFramePr>
        <p:xfrm>
          <a:off x="777875" y="2194959"/>
          <a:ext cx="10658475" cy="32908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161930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26BAF-10AF-0B10-547C-55349B0685C5}"/>
              </a:ext>
            </a:extLst>
          </p:cNvPr>
          <p:cNvSpPr>
            <a:spLocks noGrp="1"/>
          </p:cNvSpPr>
          <p:nvPr>
            <p:ph type="title"/>
          </p:nvPr>
        </p:nvSpPr>
        <p:spPr/>
        <p:txBody>
          <a:bodyPr/>
          <a:lstStyle/>
          <a:p>
            <a:r>
              <a:rPr lang="en-US" dirty="0"/>
              <a:t>HTTP Status Code</a:t>
            </a:r>
            <a:endParaRPr lang="LID4096" dirty="0"/>
          </a:p>
        </p:txBody>
      </p:sp>
      <p:sp>
        <p:nvSpPr>
          <p:cNvPr id="4" name="Rectangle 1">
            <a:extLst>
              <a:ext uri="{FF2B5EF4-FFF2-40B4-BE49-F238E27FC236}">
                <a16:creationId xmlns:a16="http://schemas.microsoft.com/office/drawing/2014/main" id="{C6BB4DBA-486E-CE3B-3505-A9B47ED1F29B}"/>
              </a:ext>
            </a:extLst>
          </p:cNvPr>
          <p:cNvSpPr>
            <a:spLocks noGrp="1" noChangeArrowheads="1"/>
          </p:cNvSpPr>
          <p:nvPr>
            <p:ph idx="1"/>
          </p:nvPr>
        </p:nvSpPr>
        <p:spPr bwMode="auto">
          <a:xfrm>
            <a:off x="617750" y="1844576"/>
            <a:ext cx="11120593"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17488" indent="0">
              <a:lnSpc>
                <a:spcPct val="100000"/>
              </a:lnSpc>
              <a:buNone/>
            </a:pPr>
            <a:r>
              <a:rPr lang="en-US" b="1" dirty="0"/>
              <a:t>HTTP status codes</a:t>
            </a:r>
            <a:r>
              <a:rPr lang="en-US" dirty="0"/>
              <a:t> are three-digit numbers sent by the server in response to a client's request, indicating the outcome of that request. They help clients understand whether a request was successful, encountered an error, or requires further action.</a:t>
            </a:r>
          </a:p>
          <a:p>
            <a:pPr marL="217488" indent="0">
              <a:lnSpc>
                <a:spcPct val="200000"/>
              </a:lnSpc>
              <a:buNone/>
            </a:pPr>
            <a:r>
              <a:rPr lang="en-US" dirty="0"/>
              <a:t>Categories:</a:t>
            </a:r>
          </a:p>
          <a:p>
            <a:pPr marL="446088">
              <a:lnSpc>
                <a:spcPct val="100000"/>
              </a:lnSpc>
            </a:pPr>
            <a:r>
              <a:rPr lang="en-US" b="1" dirty="0"/>
              <a:t>1xx (Informational): </a:t>
            </a:r>
            <a:r>
              <a:rPr lang="en-US" dirty="0"/>
              <a:t>Indicates that the request has been received and the client can continue.</a:t>
            </a:r>
          </a:p>
          <a:p>
            <a:pPr marL="446088">
              <a:lnSpc>
                <a:spcPct val="100000"/>
              </a:lnSpc>
            </a:pPr>
            <a:r>
              <a:rPr lang="en-US" b="1" dirty="0"/>
              <a:t>2xx (Success): </a:t>
            </a:r>
            <a:r>
              <a:rPr lang="en-US" dirty="0"/>
              <a:t>Indicates that the request was received, understood, and accepted.</a:t>
            </a:r>
          </a:p>
          <a:p>
            <a:pPr marL="446088">
              <a:lnSpc>
                <a:spcPct val="100000"/>
              </a:lnSpc>
            </a:pPr>
            <a:r>
              <a:rPr lang="en-US" b="1" dirty="0"/>
              <a:t>3xx (Redirection): </a:t>
            </a:r>
            <a:r>
              <a:rPr lang="en-US" dirty="0"/>
              <a:t>Indicates that further action is needed to complete the request, often involving redirection.</a:t>
            </a:r>
          </a:p>
          <a:p>
            <a:pPr marL="446088">
              <a:lnSpc>
                <a:spcPct val="100000"/>
              </a:lnSpc>
            </a:pPr>
            <a:r>
              <a:rPr lang="en-US" b="1" dirty="0"/>
              <a:t>4xx (Client Error): </a:t>
            </a:r>
            <a:r>
              <a:rPr lang="en-US" dirty="0"/>
              <a:t>Indicates an error with the client's request, typically due to a client-side issue.</a:t>
            </a:r>
          </a:p>
          <a:p>
            <a:pPr marL="446088">
              <a:lnSpc>
                <a:spcPct val="100000"/>
              </a:lnSpc>
            </a:pPr>
            <a:r>
              <a:rPr lang="en-US" b="1" dirty="0"/>
              <a:t>5xx (Server Error): </a:t>
            </a:r>
            <a:r>
              <a:rPr lang="en-US" dirty="0"/>
              <a:t>Indicates that the server failed to fulfill a valid request due to an error on its side.</a:t>
            </a:r>
          </a:p>
        </p:txBody>
      </p:sp>
    </p:spTree>
    <p:extLst>
      <p:ext uri="{BB962C8B-B14F-4D97-AF65-F5344CB8AC3E}">
        <p14:creationId xmlns:p14="http://schemas.microsoft.com/office/powerpoint/2010/main" val="3664665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26BAF-10AF-0B10-547C-55349B0685C5}"/>
              </a:ext>
            </a:extLst>
          </p:cNvPr>
          <p:cNvSpPr>
            <a:spLocks noGrp="1"/>
          </p:cNvSpPr>
          <p:nvPr>
            <p:ph type="title"/>
          </p:nvPr>
        </p:nvSpPr>
        <p:spPr/>
        <p:txBody>
          <a:bodyPr/>
          <a:lstStyle/>
          <a:p>
            <a:r>
              <a:rPr lang="en-US" dirty="0"/>
              <a:t>HTTP Status Code</a:t>
            </a:r>
            <a:endParaRPr lang="LID4096" dirty="0"/>
          </a:p>
        </p:txBody>
      </p:sp>
      <p:sp>
        <p:nvSpPr>
          <p:cNvPr id="4" name="Rectangle 1">
            <a:extLst>
              <a:ext uri="{FF2B5EF4-FFF2-40B4-BE49-F238E27FC236}">
                <a16:creationId xmlns:a16="http://schemas.microsoft.com/office/drawing/2014/main" id="{C6BB4DBA-486E-CE3B-3505-A9B47ED1F29B}"/>
              </a:ext>
            </a:extLst>
          </p:cNvPr>
          <p:cNvSpPr>
            <a:spLocks noGrp="1" noChangeArrowheads="1"/>
          </p:cNvSpPr>
          <p:nvPr>
            <p:ph idx="1"/>
          </p:nvPr>
        </p:nvSpPr>
        <p:spPr bwMode="auto">
          <a:xfrm>
            <a:off x="617750" y="2460131"/>
            <a:ext cx="11120593" cy="3016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60388" indent="-342900">
              <a:lnSpc>
                <a:spcPct val="100000"/>
              </a:lnSpc>
              <a:buFontTx/>
              <a:buChar char="-"/>
            </a:pPr>
            <a:r>
              <a:rPr lang="en-US" b="1" dirty="0"/>
              <a:t>200</a:t>
            </a:r>
            <a:r>
              <a:rPr lang="en-US" dirty="0"/>
              <a:t> OK</a:t>
            </a:r>
          </a:p>
          <a:p>
            <a:pPr marL="560388" indent="-342900">
              <a:lnSpc>
                <a:spcPct val="100000"/>
              </a:lnSpc>
              <a:buFontTx/>
              <a:buChar char="-"/>
            </a:pPr>
            <a:r>
              <a:rPr lang="en-US" b="1" dirty="0"/>
              <a:t>201</a:t>
            </a:r>
            <a:r>
              <a:rPr lang="en-US" dirty="0"/>
              <a:t> Created</a:t>
            </a:r>
          </a:p>
          <a:p>
            <a:pPr marL="560388" indent="-342900">
              <a:lnSpc>
                <a:spcPct val="100000"/>
              </a:lnSpc>
              <a:buFontTx/>
              <a:buChar char="-"/>
            </a:pPr>
            <a:r>
              <a:rPr lang="en-US" b="1" dirty="0"/>
              <a:t>400</a:t>
            </a:r>
            <a:r>
              <a:rPr lang="en-US" dirty="0"/>
              <a:t> Bad request</a:t>
            </a:r>
          </a:p>
          <a:p>
            <a:pPr marL="560388" indent="-342900">
              <a:lnSpc>
                <a:spcPct val="100000"/>
              </a:lnSpc>
              <a:buFontTx/>
              <a:buChar char="-"/>
            </a:pPr>
            <a:r>
              <a:rPr lang="en-US" b="1" dirty="0"/>
              <a:t>401</a:t>
            </a:r>
            <a:r>
              <a:rPr lang="en-US" dirty="0"/>
              <a:t> Unauthorized</a:t>
            </a:r>
          </a:p>
          <a:p>
            <a:pPr marL="560388" indent="-342900">
              <a:lnSpc>
                <a:spcPct val="100000"/>
              </a:lnSpc>
              <a:buFontTx/>
              <a:buChar char="-"/>
            </a:pPr>
            <a:r>
              <a:rPr lang="en-US" b="1" dirty="0"/>
              <a:t>403</a:t>
            </a:r>
            <a:r>
              <a:rPr lang="en-US" dirty="0"/>
              <a:t> Forbidden</a:t>
            </a:r>
            <a:endParaRPr lang="en-US" b="1" dirty="0"/>
          </a:p>
          <a:p>
            <a:pPr marL="560388" indent="-342900">
              <a:lnSpc>
                <a:spcPct val="100000"/>
              </a:lnSpc>
              <a:buFontTx/>
              <a:buChar char="-"/>
            </a:pPr>
            <a:r>
              <a:rPr lang="en-US" b="1" dirty="0"/>
              <a:t>404</a:t>
            </a:r>
            <a:r>
              <a:rPr lang="en-US" dirty="0"/>
              <a:t> Not found</a:t>
            </a:r>
          </a:p>
          <a:p>
            <a:pPr marL="560388" indent="-342900">
              <a:lnSpc>
                <a:spcPct val="100000"/>
              </a:lnSpc>
              <a:buFontTx/>
              <a:buChar char="-"/>
            </a:pPr>
            <a:r>
              <a:rPr lang="en-US" b="1" dirty="0"/>
              <a:t>500</a:t>
            </a:r>
            <a:r>
              <a:rPr lang="en-US" dirty="0"/>
              <a:t> Internal server error</a:t>
            </a:r>
            <a:endParaRPr lang="en-US" b="1" dirty="0"/>
          </a:p>
        </p:txBody>
      </p:sp>
    </p:spTree>
    <p:extLst>
      <p:ext uri="{BB962C8B-B14F-4D97-AF65-F5344CB8AC3E}">
        <p14:creationId xmlns:p14="http://schemas.microsoft.com/office/powerpoint/2010/main" val="3892972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3A2B7-2472-D51D-0AD1-BADB5374CA96}"/>
              </a:ext>
            </a:extLst>
          </p:cNvPr>
          <p:cNvSpPr>
            <a:spLocks noGrp="1"/>
          </p:cNvSpPr>
          <p:nvPr>
            <p:ph type="title"/>
          </p:nvPr>
        </p:nvSpPr>
        <p:spPr/>
        <p:txBody>
          <a:bodyPr>
            <a:normAutofit/>
          </a:bodyPr>
          <a:lstStyle/>
          <a:p>
            <a:r>
              <a:rPr lang="en-US" sz="6600" dirty="0"/>
              <a:t>API</a:t>
            </a:r>
            <a:endParaRPr lang="LID4096" sz="4400" dirty="0"/>
          </a:p>
        </p:txBody>
      </p:sp>
      <p:sp>
        <p:nvSpPr>
          <p:cNvPr id="3" name="Content Placeholder 2">
            <a:extLst>
              <a:ext uri="{FF2B5EF4-FFF2-40B4-BE49-F238E27FC236}">
                <a16:creationId xmlns:a16="http://schemas.microsoft.com/office/drawing/2014/main" id="{C3A28E39-66E4-9091-94DA-DD90E7B7B510}"/>
              </a:ext>
            </a:extLst>
          </p:cNvPr>
          <p:cNvSpPr>
            <a:spLocks noGrp="1"/>
          </p:cNvSpPr>
          <p:nvPr>
            <p:ph idx="1"/>
          </p:nvPr>
        </p:nvSpPr>
        <p:spPr>
          <a:xfrm>
            <a:off x="777240" y="1690688"/>
            <a:ext cx="10659110" cy="4351338"/>
          </a:xfrm>
        </p:spPr>
        <p:txBody>
          <a:bodyPr>
            <a:normAutofit/>
          </a:bodyPr>
          <a:lstStyle/>
          <a:p>
            <a:pPr marL="0" indent="0">
              <a:lnSpc>
                <a:spcPct val="150000"/>
              </a:lnSpc>
              <a:buNone/>
            </a:pPr>
            <a:r>
              <a:rPr lang="en-US" sz="2000" dirty="0"/>
              <a:t>An </a:t>
            </a:r>
            <a:r>
              <a:rPr lang="en-US" sz="2000" b="1" dirty="0"/>
              <a:t>API (Application Programming Interface)</a:t>
            </a:r>
            <a:r>
              <a:rPr lang="en-US" sz="2000" dirty="0"/>
              <a:t> is a set of rules and protocols that allows different software applications to communicate and interact with each other. It defines the methods and data formats that applications can use to request and exchange information.</a:t>
            </a:r>
          </a:p>
          <a:p>
            <a:pPr marL="0" indent="0">
              <a:lnSpc>
                <a:spcPct val="150000"/>
              </a:lnSpc>
              <a:buNone/>
            </a:pPr>
            <a:r>
              <a:rPr lang="en-US" b="1" dirty="0"/>
              <a:t>Web API </a:t>
            </a:r>
            <a:r>
              <a:rPr lang="en-US" dirty="0"/>
              <a:t>is an API that is accessible over the internet using HTTP/HTTPS protocols.</a:t>
            </a:r>
            <a:endParaRPr lang="LID4096" dirty="0"/>
          </a:p>
        </p:txBody>
      </p:sp>
    </p:spTree>
    <p:extLst>
      <p:ext uri="{BB962C8B-B14F-4D97-AF65-F5344CB8AC3E}">
        <p14:creationId xmlns:p14="http://schemas.microsoft.com/office/powerpoint/2010/main" val="23441902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B8F34-EE0C-BA60-D5C9-81432A27C51B}"/>
              </a:ext>
            </a:extLst>
          </p:cNvPr>
          <p:cNvSpPr>
            <a:spLocks noGrp="1"/>
          </p:cNvSpPr>
          <p:nvPr>
            <p:ph type="title"/>
          </p:nvPr>
        </p:nvSpPr>
        <p:spPr/>
        <p:txBody>
          <a:bodyPr/>
          <a:lstStyle/>
          <a:p>
            <a:r>
              <a:rPr lang="en-US" dirty="0"/>
              <a:t>REST</a:t>
            </a:r>
            <a:endParaRPr lang="LID4096" dirty="0"/>
          </a:p>
        </p:txBody>
      </p:sp>
      <p:sp>
        <p:nvSpPr>
          <p:cNvPr id="3" name="Content Placeholder 2">
            <a:extLst>
              <a:ext uri="{FF2B5EF4-FFF2-40B4-BE49-F238E27FC236}">
                <a16:creationId xmlns:a16="http://schemas.microsoft.com/office/drawing/2014/main" id="{C84576F6-3CE1-BB08-8A4D-2BA404F19031}"/>
              </a:ext>
            </a:extLst>
          </p:cNvPr>
          <p:cNvSpPr>
            <a:spLocks noGrp="1"/>
          </p:cNvSpPr>
          <p:nvPr>
            <p:ph idx="1"/>
          </p:nvPr>
        </p:nvSpPr>
        <p:spPr>
          <a:xfrm>
            <a:off x="777240" y="1825625"/>
            <a:ext cx="10659110" cy="4755928"/>
          </a:xfrm>
        </p:spPr>
        <p:txBody>
          <a:bodyPr>
            <a:normAutofit/>
          </a:bodyPr>
          <a:lstStyle/>
          <a:p>
            <a:pPr marL="0" indent="0">
              <a:buNone/>
            </a:pPr>
            <a:r>
              <a:rPr lang="en-US" b="1" dirty="0"/>
              <a:t>REST (Representational State Transfer)</a:t>
            </a:r>
            <a:r>
              <a:rPr lang="en-US" dirty="0"/>
              <a:t> is an architectural style for designing networked applications.</a:t>
            </a:r>
          </a:p>
          <a:p>
            <a:pPr marL="0" indent="0">
              <a:buNone/>
            </a:pPr>
            <a:r>
              <a:rPr lang="en-US" dirty="0"/>
              <a:t>REST is based on a set of principles and constraints that promote scalability, performance, and simplicity in web services.</a:t>
            </a:r>
          </a:p>
          <a:p>
            <a:pPr>
              <a:buFontTx/>
              <a:buChar char="-"/>
            </a:pPr>
            <a:endParaRPr lang="en-US" dirty="0"/>
          </a:p>
          <a:p>
            <a:pPr>
              <a:buFontTx/>
              <a:buChar char="-"/>
            </a:pPr>
            <a:r>
              <a:rPr lang="en-US" dirty="0"/>
              <a:t>Client / Server</a:t>
            </a:r>
          </a:p>
          <a:p>
            <a:pPr>
              <a:buFontTx/>
              <a:buChar char="-"/>
            </a:pPr>
            <a:r>
              <a:rPr lang="en-US" dirty="0"/>
              <a:t>Stateless</a:t>
            </a:r>
          </a:p>
          <a:p>
            <a:pPr>
              <a:buFontTx/>
              <a:buChar char="-"/>
            </a:pPr>
            <a:r>
              <a:rPr lang="en-US" dirty="0"/>
              <a:t>Cacheability</a:t>
            </a:r>
          </a:p>
          <a:p>
            <a:pPr>
              <a:buFontTx/>
              <a:buChar char="-"/>
            </a:pPr>
            <a:r>
              <a:rPr lang="en-US" dirty="0"/>
              <a:t>Uniform interface</a:t>
            </a:r>
          </a:p>
          <a:p>
            <a:pPr>
              <a:buFontTx/>
              <a:buChar char="-"/>
            </a:pPr>
            <a:r>
              <a:rPr lang="en-US" dirty="0"/>
              <a:t>Layered system</a:t>
            </a:r>
          </a:p>
          <a:p>
            <a:pPr>
              <a:buFontTx/>
              <a:buChar char="-"/>
            </a:pPr>
            <a:r>
              <a:rPr lang="en-US" dirty="0"/>
              <a:t>Code on demand (optional)</a:t>
            </a:r>
          </a:p>
          <a:p>
            <a:pPr marL="0" indent="0">
              <a:buNone/>
            </a:pPr>
            <a:endParaRPr lang="en-US" dirty="0"/>
          </a:p>
          <a:p>
            <a:pPr marL="0" indent="0">
              <a:buNone/>
            </a:pPr>
            <a:r>
              <a:rPr lang="en-US" dirty="0"/>
              <a:t>Web API that follows the architectural principles of REST is called </a:t>
            </a:r>
            <a:r>
              <a:rPr lang="en-US" b="1" dirty="0"/>
              <a:t>REST API</a:t>
            </a:r>
            <a:r>
              <a:rPr lang="en-US" dirty="0"/>
              <a:t>.</a:t>
            </a:r>
            <a:endParaRPr lang="en-US" b="1" dirty="0"/>
          </a:p>
          <a:p>
            <a:pPr marL="0" indent="0">
              <a:buNone/>
            </a:pPr>
            <a:endParaRPr lang="en-US" dirty="0"/>
          </a:p>
          <a:p>
            <a:pPr>
              <a:buFontTx/>
              <a:buChar char="-"/>
            </a:pPr>
            <a:endParaRPr lang="LID4096" dirty="0"/>
          </a:p>
        </p:txBody>
      </p:sp>
    </p:spTree>
    <p:extLst>
      <p:ext uri="{BB962C8B-B14F-4D97-AF65-F5344CB8AC3E}">
        <p14:creationId xmlns:p14="http://schemas.microsoft.com/office/powerpoint/2010/main" val="28641025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B8F34-EE0C-BA60-D5C9-81432A27C51B}"/>
              </a:ext>
            </a:extLst>
          </p:cNvPr>
          <p:cNvSpPr>
            <a:spLocks noGrp="1"/>
          </p:cNvSpPr>
          <p:nvPr>
            <p:ph type="title"/>
          </p:nvPr>
        </p:nvSpPr>
        <p:spPr/>
        <p:txBody>
          <a:bodyPr/>
          <a:lstStyle/>
          <a:p>
            <a:r>
              <a:rPr lang="en-US" dirty="0"/>
              <a:t>REST</a:t>
            </a:r>
            <a:endParaRPr lang="LID4096" dirty="0"/>
          </a:p>
        </p:txBody>
      </p:sp>
      <p:sp>
        <p:nvSpPr>
          <p:cNvPr id="3" name="Content Placeholder 2">
            <a:extLst>
              <a:ext uri="{FF2B5EF4-FFF2-40B4-BE49-F238E27FC236}">
                <a16:creationId xmlns:a16="http://schemas.microsoft.com/office/drawing/2014/main" id="{C84576F6-3CE1-BB08-8A4D-2BA404F19031}"/>
              </a:ext>
            </a:extLst>
          </p:cNvPr>
          <p:cNvSpPr>
            <a:spLocks noGrp="1"/>
          </p:cNvSpPr>
          <p:nvPr>
            <p:ph idx="1"/>
          </p:nvPr>
        </p:nvSpPr>
        <p:spPr/>
        <p:txBody>
          <a:bodyPr/>
          <a:lstStyle/>
          <a:p>
            <a:pPr marL="0" indent="0">
              <a:buNone/>
            </a:pPr>
            <a:r>
              <a:rPr lang="en-US" dirty="0"/>
              <a:t>The main thing in REST architecture is the </a:t>
            </a:r>
            <a:r>
              <a:rPr lang="en-US" b="1" dirty="0"/>
              <a:t>resource</a:t>
            </a:r>
            <a:r>
              <a:rPr lang="en-US" dirty="0"/>
              <a:t>.</a:t>
            </a:r>
          </a:p>
          <a:p>
            <a:pPr marL="0" indent="0">
              <a:buNone/>
            </a:pPr>
            <a:r>
              <a:rPr lang="en-US" dirty="0"/>
              <a:t>A resource is any identifiable entity that can be accessed, manipulated, or represented via the web.</a:t>
            </a:r>
          </a:p>
          <a:p>
            <a:pPr marL="0" indent="0">
              <a:buNone/>
            </a:pPr>
            <a:r>
              <a:rPr lang="en-US" dirty="0"/>
              <a:t>Every resource has a unique identifier, typically represented by a </a:t>
            </a:r>
            <a:r>
              <a:rPr lang="en-US" b="1" dirty="0"/>
              <a:t>URL</a:t>
            </a:r>
            <a:r>
              <a:rPr lang="en-US" dirty="0"/>
              <a:t>.</a:t>
            </a:r>
          </a:p>
          <a:p>
            <a:pPr marL="0" indent="0">
              <a:buNone/>
            </a:pPr>
            <a:r>
              <a:rPr lang="en-US" dirty="0"/>
              <a:t>Resources typically have state, and REST allows for that state to be manipulated using standard </a:t>
            </a:r>
            <a:r>
              <a:rPr lang="en-US" b="1" dirty="0"/>
              <a:t>HTTP methods</a:t>
            </a:r>
            <a:r>
              <a:rPr lang="en-US" dirty="0"/>
              <a:t>.</a:t>
            </a:r>
          </a:p>
          <a:p>
            <a:pPr marL="0" indent="0">
              <a:buNone/>
            </a:pPr>
            <a:r>
              <a:rPr lang="en-US" dirty="0"/>
              <a:t>A resource can represent data (e.g., a user, weather, or HTML file) or a service (e.g., an email-sending service or a login system).</a:t>
            </a:r>
          </a:p>
          <a:p>
            <a:pPr marL="0" indent="0">
              <a:buNone/>
            </a:pPr>
            <a:endParaRPr lang="en-US" dirty="0"/>
          </a:p>
          <a:p>
            <a:pPr marL="0" indent="0">
              <a:buNone/>
            </a:pPr>
            <a:endParaRPr lang="LID4096" dirty="0"/>
          </a:p>
        </p:txBody>
      </p:sp>
    </p:spTree>
    <p:extLst>
      <p:ext uri="{BB962C8B-B14F-4D97-AF65-F5344CB8AC3E}">
        <p14:creationId xmlns:p14="http://schemas.microsoft.com/office/powerpoint/2010/main" val="13965077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B8F34-EE0C-BA60-D5C9-81432A27C51B}"/>
              </a:ext>
            </a:extLst>
          </p:cNvPr>
          <p:cNvSpPr>
            <a:spLocks noGrp="1"/>
          </p:cNvSpPr>
          <p:nvPr>
            <p:ph type="title"/>
          </p:nvPr>
        </p:nvSpPr>
        <p:spPr/>
        <p:txBody>
          <a:bodyPr/>
          <a:lstStyle/>
          <a:p>
            <a:r>
              <a:rPr lang="en-US" dirty="0"/>
              <a:t>REST</a:t>
            </a:r>
            <a:endParaRPr lang="LID4096" dirty="0"/>
          </a:p>
        </p:txBody>
      </p:sp>
      <p:sp>
        <p:nvSpPr>
          <p:cNvPr id="3" name="Content Placeholder 2">
            <a:extLst>
              <a:ext uri="{FF2B5EF4-FFF2-40B4-BE49-F238E27FC236}">
                <a16:creationId xmlns:a16="http://schemas.microsoft.com/office/drawing/2014/main" id="{C84576F6-3CE1-BB08-8A4D-2BA404F19031}"/>
              </a:ext>
            </a:extLst>
          </p:cNvPr>
          <p:cNvSpPr>
            <a:spLocks noGrp="1"/>
          </p:cNvSpPr>
          <p:nvPr>
            <p:ph idx="1"/>
          </p:nvPr>
        </p:nvSpPr>
        <p:spPr/>
        <p:txBody>
          <a:bodyPr/>
          <a:lstStyle/>
          <a:p>
            <a:pPr marL="0" indent="0">
              <a:lnSpc>
                <a:spcPct val="150000"/>
              </a:lnSpc>
              <a:buNone/>
            </a:pPr>
            <a:r>
              <a:rPr lang="en-US" dirty="0"/>
              <a:t>The definition of a RESTful web service consists of three key things:</a:t>
            </a:r>
          </a:p>
          <a:p>
            <a:pPr>
              <a:lnSpc>
                <a:spcPct val="150000"/>
              </a:lnSpc>
              <a:buFontTx/>
              <a:buChar char="-"/>
            </a:pPr>
            <a:r>
              <a:rPr lang="en-US" dirty="0"/>
              <a:t>The </a:t>
            </a:r>
            <a:r>
              <a:rPr lang="en-US" b="1" dirty="0"/>
              <a:t>base URL</a:t>
            </a:r>
            <a:r>
              <a:rPr lang="en-US" dirty="0"/>
              <a:t> of the web service. For example: </a:t>
            </a:r>
            <a:r>
              <a:rPr lang="en-US" u="sng" dirty="0">
                <a:solidFill>
                  <a:schemeClr val="accent2"/>
                </a:solidFill>
                <a:hlinkClick r:id="rId2"/>
              </a:rPr>
              <a:t>https://api.example.com/users</a:t>
            </a:r>
            <a:endParaRPr lang="en-US" u="sng" dirty="0">
              <a:solidFill>
                <a:schemeClr val="accent2"/>
              </a:solidFill>
            </a:endParaRPr>
          </a:p>
          <a:p>
            <a:pPr>
              <a:lnSpc>
                <a:spcPct val="150000"/>
              </a:lnSpc>
              <a:buFontTx/>
              <a:buChar char="-"/>
            </a:pPr>
            <a:r>
              <a:rPr lang="en-US" dirty="0"/>
              <a:t>The </a:t>
            </a:r>
            <a:r>
              <a:rPr lang="en-US" b="1" dirty="0"/>
              <a:t>MIME type</a:t>
            </a:r>
            <a:r>
              <a:rPr lang="en-US" dirty="0"/>
              <a:t> of the data being exchanged. For example: JSON, XML</a:t>
            </a:r>
          </a:p>
          <a:p>
            <a:pPr>
              <a:lnSpc>
                <a:spcPct val="150000"/>
              </a:lnSpc>
              <a:buFontTx/>
              <a:buChar char="-"/>
            </a:pPr>
            <a:r>
              <a:rPr lang="en-US" dirty="0"/>
              <a:t>The appropriate </a:t>
            </a:r>
            <a:r>
              <a:rPr lang="en-US" b="1" dirty="0"/>
              <a:t>HTTP method</a:t>
            </a:r>
            <a:r>
              <a:rPr lang="en-US" dirty="0"/>
              <a:t> to perform the desired operation on resources.</a:t>
            </a:r>
          </a:p>
          <a:p>
            <a:pPr marL="0" indent="0">
              <a:buNone/>
            </a:pPr>
            <a:endParaRPr lang="en-US" dirty="0"/>
          </a:p>
          <a:p>
            <a:pPr marL="0" indent="0">
              <a:buNone/>
            </a:pPr>
            <a:endParaRPr lang="LID4096" dirty="0"/>
          </a:p>
        </p:txBody>
      </p:sp>
    </p:spTree>
    <p:extLst>
      <p:ext uri="{BB962C8B-B14F-4D97-AF65-F5344CB8AC3E}">
        <p14:creationId xmlns:p14="http://schemas.microsoft.com/office/powerpoint/2010/main" val="3709509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B8F34-EE0C-BA60-D5C9-81432A27C51B}"/>
              </a:ext>
            </a:extLst>
          </p:cNvPr>
          <p:cNvSpPr>
            <a:spLocks noGrp="1"/>
          </p:cNvSpPr>
          <p:nvPr>
            <p:ph type="title"/>
          </p:nvPr>
        </p:nvSpPr>
        <p:spPr/>
        <p:txBody>
          <a:bodyPr/>
          <a:lstStyle/>
          <a:p>
            <a:r>
              <a:rPr lang="en-US" dirty="0"/>
              <a:t>REST</a:t>
            </a:r>
            <a:endParaRPr lang="LID4096" dirty="0"/>
          </a:p>
        </p:txBody>
      </p:sp>
      <p:graphicFrame>
        <p:nvGraphicFramePr>
          <p:cNvPr id="16" name="Content Placeholder 2">
            <a:extLst>
              <a:ext uri="{FF2B5EF4-FFF2-40B4-BE49-F238E27FC236}">
                <a16:creationId xmlns:a16="http://schemas.microsoft.com/office/drawing/2014/main" id="{6346A11C-6BCE-B713-E9D1-E55EBE53A145}"/>
              </a:ext>
            </a:extLst>
          </p:cNvPr>
          <p:cNvGraphicFramePr>
            <a:graphicFrameLocks noGrp="1"/>
          </p:cNvGraphicFramePr>
          <p:nvPr>
            <p:ph idx="1"/>
            <p:extLst>
              <p:ext uri="{D42A27DB-BD31-4B8C-83A1-F6EECF244321}">
                <p14:modId xmlns:p14="http://schemas.microsoft.com/office/powerpoint/2010/main" val="2291940975"/>
              </p:ext>
            </p:extLst>
          </p:nvPr>
        </p:nvGraphicFramePr>
        <p:xfrm>
          <a:off x="777240" y="1825625"/>
          <a:ext cx="1065911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760777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67A97-3AAE-FEAA-D3AF-435C3CBF5A8F}"/>
              </a:ext>
            </a:extLst>
          </p:cNvPr>
          <p:cNvSpPr>
            <a:spLocks noGrp="1"/>
          </p:cNvSpPr>
          <p:nvPr>
            <p:ph type="title"/>
          </p:nvPr>
        </p:nvSpPr>
        <p:spPr/>
        <p:txBody>
          <a:bodyPr/>
          <a:lstStyle/>
          <a:p>
            <a:r>
              <a:rPr lang="en-US"/>
              <a:t>REST</a:t>
            </a:r>
            <a:endParaRPr lang="LID4096" dirty="0"/>
          </a:p>
        </p:txBody>
      </p:sp>
      <p:graphicFrame>
        <p:nvGraphicFramePr>
          <p:cNvPr id="5" name="Content Placeholder 2">
            <a:extLst>
              <a:ext uri="{FF2B5EF4-FFF2-40B4-BE49-F238E27FC236}">
                <a16:creationId xmlns:a16="http://schemas.microsoft.com/office/drawing/2014/main" id="{183251BF-8757-B0FC-7CEB-EEE91AB0E279}"/>
              </a:ext>
            </a:extLst>
          </p:cNvPr>
          <p:cNvGraphicFramePr>
            <a:graphicFrameLocks noGrp="1"/>
          </p:cNvGraphicFramePr>
          <p:nvPr>
            <p:ph idx="1"/>
            <p:extLst>
              <p:ext uri="{D42A27DB-BD31-4B8C-83A1-F6EECF244321}">
                <p14:modId xmlns:p14="http://schemas.microsoft.com/office/powerpoint/2010/main" val="1226785773"/>
              </p:ext>
            </p:extLst>
          </p:nvPr>
        </p:nvGraphicFramePr>
        <p:xfrm>
          <a:off x="777240" y="1825625"/>
          <a:ext cx="1065911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29590659"/>
      </p:ext>
    </p:extLst>
  </p:cSld>
  <p:clrMapOvr>
    <a:masterClrMapping/>
  </p:clrMapOvr>
</p:sld>
</file>

<file path=ppt/theme/theme1.xml><?xml version="1.0" encoding="utf-8"?>
<a:theme xmlns:a="http://schemas.openxmlformats.org/drawingml/2006/main" name="Confetti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Custom 10">
      <a:majorFont>
        <a:latin typeface="Gill Sans Nova"/>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nfettiVTI" id="{B5618F7C-B4F0-4D28-83B4-440D0519681F}" vid="{5F84EFDF-E14E-48C6-955C-990A32085A7F}"/>
    </a:ext>
  </a:extLst>
</a:theme>
</file>

<file path=docProps/app.xml><?xml version="1.0" encoding="utf-8"?>
<Properties xmlns="http://schemas.openxmlformats.org/officeDocument/2006/extended-properties" xmlns:vt="http://schemas.openxmlformats.org/officeDocument/2006/docPropsVTypes">
  <TotalTime>4476</TotalTime>
  <Words>876</Words>
  <Application>Microsoft Office PowerPoint</Application>
  <PresentationFormat>Widescreen</PresentationFormat>
  <Paragraphs>126</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Consolas</vt:lpstr>
      <vt:lpstr>Gill Sans Nova</vt:lpstr>
      <vt:lpstr>Lato</vt:lpstr>
      <vt:lpstr>ConfettiVTI</vt:lpstr>
      <vt:lpstr>Web Server Introduction</vt:lpstr>
      <vt:lpstr>Internet </vt:lpstr>
      <vt:lpstr>Client – Server Architecture</vt:lpstr>
      <vt:lpstr>Client – Server Architecture</vt:lpstr>
      <vt:lpstr>HTTP HyperText Transfer Protocol</vt:lpstr>
      <vt:lpstr>HTTP Request</vt:lpstr>
      <vt:lpstr>HTTP Method</vt:lpstr>
      <vt:lpstr>URL</vt:lpstr>
      <vt:lpstr>Data Sources</vt:lpstr>
      <vt:lpstr>HTTP Response</vt:lpstr>
      <vt:lpstr>HTTP Status Code</vt:lpstr>
      <vt:lpstr>HTTP Status Code</vt:lpstr>
      <vt:lpstr>API</vt:lpstr>
      <vt:lpstr>REST</vt:lpstr>
      <vt:lpstr>REST</vt:lpstr>
      <vt:lpstr>REST</vt:lpstr>
      <vt:lpstr>REST</vt:lpstr>
      <vt:lpstr>REST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Ayala Gottfried</dc:creator>
  <cp:lastModifiedBy>Ayala Gottfried</cp:lastModifiedBy>
  <cp:revision>1</cp:revision>
  <dcterms:created xsi:type="dcterms:W3CDTF">2024-09-11T16:12:51Z</dcterms:created>
  <dcterms:modified xsi:type="dcterms:W3CDTF">2024-09-14T18:52:01Z</dcterms:modified>
</cp:coreProperties>
</file>